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09" r:id="rId1"/>
    <p:sldMasterId id="2147483721" r:id="rId2"/>
    <p:sldMasterId id="2147483733" r:id="rId3"/>
    <p:sldMasterId id="2147483745" r:id="rId4"/>
  </p:sldMasterIdLst>
  <p:notesMasterIdLst>
    <p:notesMasterId r:id="rId26"/>
  </p:notesMasterIdLst>
  <p:handoutMasterIdLst>
    <p:handoutMasterId r:id="rId27"/>
  </p:handoutMasterIdLst>
  <p:sldIdLst>
    <p:sldId id="442" r:id="rId5"/>
    <p:sldId id="262" r:id="rId6"/>
    <p:sldId id="328" r:id="rId7"/>
    <p:sldId id="8204" r:id="rId8"/>
    <p:sldId id="273" r:id="rId9"/>
    <p:sldId id="8211" r:id="rId10"/>
    <p:sldId id="8205" r:id="rId11"/>
    <p:sldId id="8203" r:id="rId12"/>
    <p:sldId id="316" r:id="rId13"/>
    <p:sldId id="272" r:id="rId14"/>
    <p:sldId id="8147" r:id="rId15"/>
    <p:sldId id="8206" r:id="rId16"/>
    <p:sldId id="8216" r:id="rId17"/>
    <p:sldId id="8220" r:id="rId18"/>
    <p:sldId id="8217" r:id="rId19"/>
    <p:sldId id="8218" r:id="rId20"/>
    <p:sldId id="8221" r:id="rId21"/>
    <p:sldId id="8198" r:id="rId22"/>
    <p:sldId id="8210" r:id="rId23"/>
    <p:sldId id="8160" r:id="rId24"/>
    <p:sldId id="263" r:id="rId25"/>
  </p:sldIdLst>
  <p:sldSz cx="12192000" cy="6858000"/>
  <p:notesSz cx="6858000" cy="9144000"/>
  <p:defaultTextStyle>
    <a:defPPr rtl="0">
      <a:defRPr lang="fr-FR"/>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03864"/>
    <a:srgbClr val="FDFDFD"/>
    <a:srgbClr val="0B3041"/>
    <a:srgbClr val="EFF5FB"/>
    <a:srgbClr val="EAF2FA"/>
    <a:srgbClr val="000000"/>
    <a:srgbClr val="FBFBFB"/>
    <a:srgbClr val="E0E0E0"/>
    <a:srgbClr val="DBDBDB"/>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EFF5644-E4CB-4696-829A-8BF7A298EBBD}" v="11" dt="2026-03-18T11:51:54.421"/>
    <p1510:client id="{D658A84A-CADC-4E48-9624-958AC4F2ADB7}" v="122" dt="2026-03-18T11:06:11.41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48" autoAdjust="0"/>
  </p:normalViewPr>
  <p:slideViewPr>
    <p:cSldViewPr snapToGrid="0">
      <p:cViewPr varScale="1">
        <p:scale>
          <a:sx n="75" d="100"/>
          <a:sy n="75" d="100"/>
        </p:scale>
        <p:origin x="902" y="62"/>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86" d="100"/>
          <a:sy n="86" d="100"/>
        </p:scale>
        <p:origin x="3114" y="7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slideMaster" Target="slideMasters/slideMaster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microsoft.com/office/2015/10/relationships/revisionInfo" Target="revisionInfo.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handoutMaster" Target="handoutMasters/handoutMaster1.xml"/><Relationship Id="rId30" Type="http://schemas.openxmlformats.org/officeDocument/2006/relationships/theme" Target="theme/theme1.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intou ONGOIBA" userId="ab753965-b372-448d-b020-7918059ac231" providerId="ADAL" clId="{ADC0B684-1196-4466-BD26-9AA593EF531F}"/>
    <pc:docChg chg="custSel modSld">
      <pc:chgData name="Bintou ONGOIBA" userId="ab753965-b372-448d-b020-7918059ac231" providerId="ADAL" clId="{ADC0B684-1196-4466-BD26-9AA593EF531F}" dt="2026-03-18T11:53:16.349" v="166" actId="14100"/>
      <pc:docMkLst>
        <pc:docMk/>
      </pc:docMkLst>
      <pc:sldChg chg="addSp modSp mod">
        <pc:chgData name="Bintou ONGOIBA" userId="ab753965-b372-448d-b020-7918059ac231" providerId="ADAL" clId="{ADC0B684-1196-4466-BD26-9AA593EF531F}" dt="2026-03-18T11:53:16.349" v="166" actId="14100"/>
        <pc:sldMkLst>
          <pc:docMk/>
          <pc:sldMk cId="2875721340" sldId="8221"/>
        </pc:sldMkLst>
        <pc:spChg chg="mod">
          <ac:chgData name="Bintou ONGOIBA" userId="ab753965-b372-448d-b020-7918059ac231" providerId="ADAL" clId="{ADC0B684-1196-4466-BD26-9AA593EF531F}" dt="2026-03-18T11:38:58.533" v="8" actId="1076"/>
          <ac:spMkLst>
            <pc:docMk/>
            <pc:sldMk cId="2875721340" sldId="8221"/>
            <ac:spMk id="7" creationId="{7F1B46A4-FA41-A23B-8CF4-3CC97DD56CBE}"/>
          </ac:spMkLst>
        </pc:spChg>
        <pc:spChg chg="mod">
          <ac:chgData name="Bintou ONGOIBA" userId="ab753965-b372-448d-b020-7918059ac231" providerId="ADAL" clId="{ADC0B684-1196-4466-BD26-9AA593EF531F}" dt="2026-03-18T11:39:37.687" v="24" actId="1037"/>
          <ac:spMkLst>
            <pc:docMk/>
            <pc:sldMk cId="2875721340" sldId="8221"/>
            <ac:spMk id="8" creationId="{6252949A-5D60-EC2E-657F-DA36579131F7}"/>
          </ac:spMkLst>
        </pc:spChg>
        <pc:grpChg chg="mod">
          <ac:chgData name="Bintou ONGOIBA" userId="ab753965-b372-448d-b020-7918059ac231" providerId="ADAL" clId="{ADC0B684-1196-4466-BD26-9AA593EF531F}" dt="2026-03-18T11:39:29.192" v="14" actId="1076"/>
          <ac:grpSpMkLst>
            <pc:docMk/>
            <pc:sldMk cId="2875721340" sldId="8221"/>
            <ac:grpSpMk id="9" creationId="{19F1A571-FE50-CA45-6543-D3E056774C1F}"/>
          </ac:grpSpMkLst>
        </pc:grpChg>
        <pc:graphicFrameChg chg="add mod modGraphic">
          <ac:chgData name="Bintou ONGOIBA" userId="ab753965-b372-448d-b020-7918059ac231" providerId="ADAL" clId="{ADC0B684-1196-4466-BD26-9AA593EF531F}" dt="2026-03-18T11:53:16.349" v="166" actId="14100"/>
          <ac:graphicFrameMkLst>
            <pc:docMk/>
            <pc:sldMk cId="2875721340" sldId="8221"/>
            <ac:graphicFrameMk id="4" creationId="{06E94D39-8E06-3180-FE2C-AEE9FEDA4A9B}"/>
          </ac:graphicFrameMkLst>
        </pc:graphicFrameChg>
        <pc:graphicFrameChg chg="mod modGraphic">
          <ac:chgData name="Bintou ONGOIBA" userId="ab753965-b372-448d-b020-7918059ac231" providerId="ADAL" clId="{ADC0B684-1196-4466-BD26-9AA593EF531F}" dt="2026-03-18T11:53:13.299" v="165" actId="14100"/>
          <ac:graphicFrameMkLst>
            <pc:docMk/>
            <pc:sldMk cId="2875721340" sldId="8221"/>
            <ac:graphicFrameMk id="5" creationId="{35EB3E6F-CA2B-9D42-B512-7C892501EEE4}"/>
          </ac:graphicFrameMkLst>
        </pc:graphicFrameChg>
        <pc:graphicFrameChg chg="modGraphic">
          <ac:chgData name="Bintou ONGOIBA" userId="ab753965-b372-448d-b020-7918059ac231" providerId="ADAL" clId="{ADC0B684-1196-4466-BD26-9AA593EF531F}" dt="2026-03-18T11:52:37.434" v="161" actId="14734"/>
          <ac:graphicFrameMkLst>
            <pc:docMk/>
            <pc:sldMk cId="2875721340" sldId="8221"/>
            <ac:graphicFrameMk id="6" creationId="{D36ABD89-C10A-EF47-1E8C-26153365D6B0}"/>
          </ac:graphicFrameMkLst>
        </pc:graphicFrame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FF81CEA5-62FD-4C83-BDE3-91DFB9827D8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fr-FR"/>
          </a:p>
        </p:txBody>
      </p:sp>
      <p:sp>
        <p:nvSpPr>
          <p:cNvPr id="3" name="Espace réservé de la date 2">
            <a:extLst>
              <a:ext uri="{FF2B5EF4-FFF2-40B4-BE49-F238E27FC236}">
                <a16:creationId xmlns:a16="http://schemas.microsoft.com/office/drawing/2014/main" id="{3FA1CBFD-6AD0-48C4-B91B-58830F6F4C3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43367168-A7C3-4A51-ACFE-4D76B720982F}" type="datetime1">
              <a:rPr lang="fr-FR" smtClean="0"/>
              <a:t>18/03/2026</a:t>
            </a:fld>
            <a:endParaRPr lang="fr-FR"/>
          </a:p>
        </p:txBody>
      </p:sp>
      <p:sp>
        <p:nvSpPr>
          <p:cNvPr id="4" name="Espace réservé du pied de page 3">
            <a:extLst>
              <a:ext uri="{FF2B5EF4-FFF2-40B4-BE49-F238E27FC236}">
                <a16:creationId xmlns:a16="http://schemas.microsoft.com/office/drawing/2014/main" id="{A9E55D22-46A3-4B8C-AD40-252FE7896C3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fr-FR"/>
          </a:p>
        </p:txBody>
      </p:sp>
      <p:sp>
        <p:nvSpPr>
          <p:cNvPr id="5" name="Espace réservé du numéro de diapositive 4">
            <a:extLst>
              <a:ext uri="{FF2B5EF4-FFF2-40B4-BE49-F238E27FC236}">
                <a16:creationId xmlns:a16="http://schemas.microsoft.com/office/drawing/2014/main" id="{8E70DCEF-9071-4B17-801B-37B4465C8E1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8D90168E-626C-4E60-93C0-A00D25609468}" type="slidenum">
              <a:rPr lang="fr-FR" smtClean="0"/>
              <a:t>‹N°›</a:t>
            </a:fld>
            <a:endParaRPr lang="fr-FR"/>
          </a:p>
        </p:txBody>
      </p:sp>
    </p:spTree>
    <p:extLst>
      <p:ext uri="{BB962C8B-B14F-4D97-AF65-F5344CB8AC3E}">
        <p14:creationId xmlns:p14="http://schemas.microsoft.com/office/powerpoint/2010/main" val="374934770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fr-FR" noProof="0"/>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rtl="0"/>
            <a:fld id="{CB4F1169-1988-463B-A52C-EF5C9A50040C}" type="datetime1">
              <a:rPr lang="fr-FR" noProof="0" smtClean="0"/>
              <a:t>18/03/2026</a:t>
            </a:fld>
            <a:endParaRPr lang="fr-FR" noProof="0"/>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fr-FR" noProof="0"/>
          </a:p>
        </p:txBody>
      </p:sp>
      <p:sp>
        <p:nvSpPr>
          <p:cNvPr id="5" name="Espace réservé des commentair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fr-FR" noProof="0"/>
              <a:t>Modifiez les styles du texte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fr-FR" noProof="0"/>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C6B3AB32-59DF-41F1-9618-EDFBF5049629}" type="slidenum">
              <a:rPr lang="fr-FR" noProof="0" smtClean="0"/>
              <a:t>‹N°›</a:t>
            </a:fld>
            <a:endParaRPr lang="fr-FR" noProof="0"/>
          </a:p>
        </p:txBody>
      </p:sp>
    </p:spTree>
    <p:extLst>
      <p:ext uri="{BB962C8B-B14F-4D97-AF65-F5344CB8AC3E}">
        <p14:creationId xmlns:p14="http://schemas.microsoft.com/office/powerpoint/2010/main" val="3661805647"/>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F530AE-1BC6-0845-BAC5-B29CE74863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92FA30-56AE-D0AE-DD6A-5BED7DEEC566}"/>
              </a:ext>
            </a:extLst>
          </p:cNvPr>
          <p:cNvSpPr>
            <a:spLocks noGrp="1" noRot="1" noChangeAspect="1"/>
          </p:cNvSpPr>
          <p:nvPr>
            <p:ph type="sldImg"/>
          </p:nvPr>
        </p:nvSpPr>
        <p:spPr/>
        <p:txBody>
          <a:bodyPr/>
          <a:lstStyle/>
          <a:p>
            <a:endParaRPr lang="fr-FR"/>
          </a:p>
        </p:txBody>
      </p:sp>
      <p:sp>
        <p:nvSpPr>
          <p:cNvPr id="3" name="Notes Placeholder 2">
            <a:extLst>
              <a:ext uri="{FF2B5EF4-FFF2-40B4-BE49-F238E27FC236}">
                <a16:creationId xmlns:a16="http://schemas.microsoft.com/office/drawing/2014/main" id="{B35C0285-7489-BC7F-7D41-8049E33D0582}"/>
              </a:ext>
            </a:extLst>
          </p:cNvPr>
          <p:cNvSpPr>
            <a:spLocks noGrp="1"/>
          </p:cNvSpPr>
          <p:nvPr>
            <p:ph type="body" idx="1"/>
          </p:nvPr>
        </p:nvSpPr>
        <p:spPr/>
        <p:txBody>
          <a:bodyPr/>
          <a:lstStyle/>
          <a:p>
            <a:endParaRPr lang="fr-FR"/>
          </a:p>
        </p:txBody>
      </p:sp>
      <p:sp>
        <p:nvSpPr>
          <p:cNvPr id="4" name="Slide Number Placeholder 3">
            <a:extLst>
              <a:ext uri="{FF2B5EF4-FFF2-40B4-BE49-F238E27FC236}">
                <a16:creationId xmlns:a16="http://schemas.microsoft.com/office/drawing/2014/main" id="{44D7F06C-8215-F0A9-52A3-D11B1E9D10FA}"/>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FA057CA-7845-4664-A68E-7B93DDA119A7}" type="slidenum">
              <a:rPr kumimoji="0" lang="fr-CI"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a:t>
            </a:fld>
            <a:endParaRPr kumimoji="0" lang="fr-CI"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338069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E40E2E-0476-ED7E-49F9-5F6A6A2C7C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16C4E4-4C5C-45E8-18D5-AB7369EAC1A9}"/>
              </a:ext>
            </a:extLst>
          </p:cNvPr>
          <p:cNvSpPr>
            <a:spLocks noGrp="1" noRot="1" noChangeAspect="1"/>
          </p:cNvSpPr>
          <p:nvPr>
            <p:ph type="sldImg"/>
          </p:nvPr>
        </p:nvSpPr>
        <p:spPr/>
        <p:txBody>
          <a:bodyPr/>
          <a:lstStyle/>
          <a:p>
            <a:endParaRPr lang="fr-FR"/>
          </a:p>
        </p:txBody>
      </p:sp>
      <p:sp>
        <p:nvSpPr>
          <p:cNvPr id="3" name="Notes Placeholder 2">
            <a:extLst>
              <a:ext uri="{FF2B5EF4-FFF2-40B4-BE49-F238E27FC236}">
                <a16:creationId xmlns:a16="http://schemas.microsoft.com/office/drawing/2014/main" id="{468D90EB-5E60-1645-ABC0-290A49652785}"/>
              </a:ext>
            </a:extLst>
          </p:cNvPr>
          <p:cNvSpPr>
            <a:spLocks noGrp="1"/>
          </p:cNvSpPr>
          <p:nvPr>
            <p:ph type="body" idx="1"/>
          </p:nvPr>
        </p:nvSpPr>
        <p:spPr/>
        <p:txBody>
          <a:bodyPr/>
          <a:lstStyle/>
          <a:p>
            <a:endParaRPr lang="fr-FR"/>
          </a:p>
        </p:txBody>
      </p:sp>
      <p:sp>
        <p:nvSpPr>
          <p:cNvPr id="4" name="Slide Number Placeholder 3">
            <a:extLst>
              <a:ext uri="{FF2B5EF4-FFF2-40B4-BE49-F238E27FC236}">
                <a16:creationId xmlns:a16="http://schemas.microsoft.com/office/drawing/2014/main" id="{7DC2319B-2088-0D74-7DB4-D677D8C5908F}"/>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FA057CA-7845-4664-A68E-7B93DDA119A7}" type="slidenum">
              <a:rPr kumimoji="0" lang="fr-CI"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a:t>
            </a:fld>
            <a:endParaRPr kumimoji="0" lang="fr-CI"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8742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A348A820-C734-C911-922E-E3D42B7859F4}"/>
            </a:ext>
          </a:extLst>
        </p:cNvPr>
        <p:cNvGrpSpPr/>
        <p:nvPr/>
      </p:nvGrpSpPr>
      <p:grpSpPr>
        <a:xfrm>
          <a:off x="0" y="0"/>
          <a:ext cx="0" cy="0"/>
          <a:chOff x="0" y="0"/>
          <a:chExt cx="0" cy="0"/>
        </a:xfrm>
      </p:grpSpPr>
      <p:sp>
        <p:nvSpPr>
          <p:cNvPr id="81" name="Google Shape;81;p1:notes">
            <a:extLst>
              <a:ext uri="{FF2B5EF4-FFF2-40B4-BE49-F238E27FC236}">
                <a16:creationId xmlns:a16="http://schemas.microsoft.com/office/drawing/2014/main" id="{54DF34FF-0C25-E019-4992-513B0FC6E39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a:extLst>
              <a:ext uri="{FF2B5EF4-FFF2-40B4-BE49-F238E27FC236}">
                <a16:creationId xmlns:a16="http://schemas.microsoft.com/office/drawing/2014/main" id="{7C31FF22-F5DE-F5F5-3C3E-DC70B807D61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473495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59883F-0804-8FB9-204D-82668F4006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583436-B7A4-B6E4-4545-68828AAD464C}"/>
              </a:ext>
            </a:extLst>
          </p:cNvPr>
          <p:cNvSpPr>
            <a:spLocks noGrp="1" noRot="1" noChangeAspect="1"/>
          </p:cNvSpPr>
          <p:nvPr>
            <p:ph type="sldImg"/>
          </p:nvPr>
        </p:nvSpPr>
        <p:spPr/>
        <p:txBody>
          <a:bodyPr/>
          <a:lstStyle/>
          <a:p>
            <a:endParaRPr lang="fr-FR"/>
          </a:p>
        </p:txBody>
      </p:sp>
      <p:sp>
        <p:nvSpPr>
          <p:cNvPr id="3" name="Notes Placeholder 2">
            <a:extLst>
              <a:ext uri="{FF2B5EF4-FFF2-40B4-BE49-F238E27FC236}">
                <a16:creationId xmlns:a16="http://schemas.microsoft.com/office/drawing/2014/main" id="{4218BA93-EBB5-26D0-E123-B4F288F297C9}"/>
              </a:ext>
            </a:extLst>
          </p:cNvPr>
          <p:cNvSpPr>
            <a:spLocks noGrp="1"/>
          </p:cNvSpPr>
          <p:nvPr>
            <p:ph type="body" idx="1"/>
          </p:nvPr>
        </p:nvSpPr>
        <p:spPr/>
        <p:txBody>
          <a:bodyPr/>
          <a:lstStyle/>
          <a:p>
            <a:endParaRPr lang="fr-FR"/>
          </a:p>
        </p:txBody>
      </p:sp>
      <p:sp>
        <p:nvSpPr>
          <p:cNvPr id="4" name="Slide Number Placeholder 3">
            <a:extLst>
              <a:ext uri="{FF2B5EF4-FFF2-40B4-BE49-F238E27FC236}">
                <a16:creationId xmlns:a16="http://schemas.microsoft.com/office/drawing/2014/main" id="{77B53FC8-E8D3-FA2A-EDBA-63FEAF8C4CF9}"/>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FA057CA-7845-4664-A68E-7B93DDA119A7}" type="slidenum">
              <a:rPr kumimoji="0" lang="fr-CI"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7</a:t>
            </a:fld>
            <a:endParaRPr kumimoji="0" lang="fr-CI"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87214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3F6540E8-A97A-CF19-A950-1F4D26450BEA}"/>
            </a:ext>
          </a:extLst>
        </p:cNvPr>
        <p:cNvGrpSpPr/>
        <p:nvPr/>
      </p:nvGrpSpPr>
      <p:grpSpPr>
        <a:xfrm>
          <a:off x="0" y="0"/>
          <a:ext cx="0" cy="0"/>
          <a:chOff x="0" y="0"/>
          <a:chExt cx="0" cy="0"/>
        </a:xfrm>
      </p:grpSpPr>
      <p:sp>
        <p:nvSpPr>
          <p:cNvPr id="81" name="Google Shape;81;p1:notes">
            <a:extLst>
              <a:ext uri="{FF2B5EF4-FFF2-40B4-BE49-F238E27FC236}">
                <a16:creationId xmlns:a16="http://schemas.microsoft.com/office/drawing/2014/main" id="{236487F9-E777-66F9-1B92-2AE9742638C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a:extLst>
              <a:ext uri="{FF2B5EF4-FFF2-40B4-BE49-F238E27FC236}">
                <a16:creationId xmlns:a16="http://schemas.microsoft.com/office/drawing/2014/main" id="{6766461C-830D-88EF-D1BA-B162A0C8B6E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143834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81C9FAF9-6A32-2BB4-79A6-2BD85C5931EE}"/>
            </a:ext>
          </a:extLst>
        </p:cNvPr>
        <p:cNvGrpSpPr/>
        <p:nvPr/>
      </p:nvGrpSpPr>
      <p:grpSpPr>
        <a:xfrm>
          <a:off x="0" y="0"/>
          <a:ext cx="0" cy="0"/>
          <a:chOff x="0" y="0"/>
          <a:chExt cx="0" cy="0"/>
        </a:xfrm>
      </p:grpSpPr>
      <p:sp>
        <p:nvSpPr>
          <p:cNvPr id="81" name="Google Shape;81;p1:notes">
            <a:extLst>
              <a:ext uri="{FF2B5EF4-FFF2-40B4-BE49-F238E27FC236}">
                <a16:creationId xmlns:a16="http://schemas.microsoft.com/office/drawing/2014/main" id="{0AAB5CDF-9D1D-0ABB-F02D-E3E97A5FF0D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a:extLst>
              <a:ext uri="{FF2B5EF4-FFF2-40B4-BE49-F238E27FC236}">
                <a16:creationId xmlns:a16="http://schemas.microsoft.com/office/drawing/2014/main" id="{BE203C0B-D4FD-6D38-6DF9-0F3B4852A05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170197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E29FFE-8D51-D503-D547-A3D6ADFF3F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F9D2FD-312E-0785-D23A-6D1401EDF6EE}"/>
              </a:ext>
            </a:extLst>
          </p:cNvPr>
          <p:cNvSpPr>
            <a:spLocks noGrp="1" noRot="1" noChangeAspect="1"/>
          </p:cNvSpPr>
          <p:nvPr>
            <p:ph type="sldImg"/>
          </p:nvPr>
        </p:nvSpPr>
        <p:spPr/>
        <p:txBody>
          <a:bodyPr/>
          <a:lstStyle/>
          <a:p>
            <a:endParaRPr lang="fr-FR"/>
          </a:p>
        </p:txBody>
      </p:sp>
      <p:sp>
        <p:nvSpPr>
          <p:cNvPr id="3" name="Notes Placeholder 2">
            <a:extLst>
              <a:ext uri="{FF2B5EF4-FFF2-40B4-BE49-F238E27FC236}">
                <a16:creationId xmlns:a16="http://schemas.microsoft.com/office/drawing/2014/main" id="{4211D324-0718-30E2-9885-07BB24512759}"/>
              </a:ext>
            </a:extLst>
          </p:cNvPr>
          <p:cNvSpPr>
            <a:spLocks noGrp="1"/>
          </p:cNvSpPr>
          <p:nvPr>
            <p:ph type="body" idx="1"/>
          </p:nvPr>
        </p:nvSpPr>
        <p:spPr/>
        <p:txBody>
          <a:bodyPr/>
          <a:lstStyle/>
          <a:p>
            <a:endParaRPr lang="fr-FR"/>
          </a:p>
        </p:txBody>
      </p:sp>
      <p:sp>
        <p:nvSpPr>
          <p:cNvPr id="4" name="Slide Number Placeholder 3">
            <a:extLst>
              <a:ext uri="{FF2B5EF4-FFF2-40B4-BE49-F238E27FC236}">
                <a16:creationId xmlns:a16="http://schemas.microsoft.com/office/drawing/2014/main" id="{9989A4C3-B03D-43EB-23E4-F94DF7673CB0}"/>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FA057CA-7845-4664-A68E-7B93DDA119A7}" type="slidenum">
              <a:rPr kumimoji="0" lang="fr-CI"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12</a:t>
            </a:fld>
            <a:endParaRPr kumimoji="0" lang="fr-CI"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347361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D31AB659-4B4F-C199-5F35-8C9AD13789E8}"/>
            </a:ext>
          </a:extLst>
        </p:cNvPr>
        <p:cNvGrpSpPr/>
        <p:nvPr/>
      </p:nvGrpSpPr>
      <p:grpSpPr>
        <a:xfrm>
          <a:off x="0" y="0"/>
          <a:ext cx="0" cy="0"/>
          <a:chOff x="0" y="0"/>
          <a:chExt cx="0" cy="0"/>
        </a:xfrm>
      </p:grpSpPr>
      <p:sp>
        <p:nvSpPr>
          <p:cNvPr id="81" name="Google Shape;81;p1:notes">
            <a:extLst>
              <a:ext uri="{FF2B5EF4-FFF2-40B4-BE49-F238E27FC236}">
                <a16:creationId xmlns:a16="http://schemas.microsoft.com/office/drawing/2014/main" id="{D8E09B6E-6D62-910D-D353-38349526118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a:extLst>
              <a:ext uri="{FF2B5EF4-FFF2-40B4-BE49-F238E27FC236}">
                <a16:creationId xmlns:a16="http://schemas.microsoft.com/office/drawing/2014/main" id="{3CE1FB16-A6A5-1364-6330-E546B2BAD6C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251270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D08FA8-1AD2-62D0-4FB3-5C672022B2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37A836-6CB9-9ECE-7665-BEAE74AE70A0}"/>
              </a:ext>
            </a:extLst>
          </p:cNvPr>
          <p:cNvSpPr>
            <a:spLocks noGrp="1" noRot="1" noChangeAspect="1"/>
          </p:cNvSpPr>
          <p:nvPr>
            <p:ph type="sldImg"/>
          </p:nvPr>
        </p:nvSpPr>
        <p:spPr/>
        <p:txBody>
          <a:bodyPr/>
          <a:lstStyle/>
          <a:p>
            <a:endParaRPr lang="fr-FR"/>
          </a:p>
        </p:txBody>
      </p:sp>
      <p:sp>
        <p:nvSpPr>
          <p:cNvPr id="3" name="Notes Placeholder 2">
            <a:extLst>
              <a:ext uri="{FF2B5EF4-FFF2-40B4-BE49-F238E27FC236}">
                <a16:creationId xmlns:a16="http://schemas.microsoft.com/office/drawing/2014/main" id="{74CFE110-40C7-99EC-5591-6EA190B1609C}"/>
              </a:ext>
            </a:extLst>
          </p:cNvPr>
          <p:cNvSpPr>
            <a:spLocks noGrp="1"/>
          </p:cNvSpPr>
          <p:nvPr>
            <p:ph type="body" idx="1"/>
          </p:nvPr>
        </p:nvSpPr>
        <p:spPr/>
        <p:txBody>
          <a:bodyPr/>
          <a:lstStyle/>
          <a:p>
            <a:endParaRPr lang="fr-FR"/>
          </a:p>
        </p:txBody>
      </p:sp>
      <p:sp>
        <p:nvSpPr>
          <p:cNvPr id="4" name="Slide Number Placeholder 3">
            <a:extLst>
              <a:ext uri="{FF2B5EF4-FFF2-40B4-BE49-F238E27FC236}">
                <a16:creationId xmlns:a16="http://schemas.microsoft.com/office/drawing/2014/main" id="{3894F5EF-83FC-1B9C-C578-575362752105}"/>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FA057CA-7845-4664-A68E-7B93DDA119A7}" type="slidenum">
              <a:rPr kumimoji="0" lang="fr-CI"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19</a:t>
            </a:fld>
            <a:endParaRPr kumimoji="0" lang="fr-CI"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056218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a:p>
        </p:txBody>
      </p:sp>
      <p:sp>
        <p:nvSpPr>
          <p:cNvPr id="4" name="Date Placeholder 3"/>
          <p:cNvSpPr>
            <a:spLocks noGrp="1"/>
          </p:cNvSpPr>
          <p:nvPr>
            <p:ph type="dt" sz="half" idx="10"/>
          </p:nvPr>
        </p:nvSpPr>
        <p:spPr/>
        <p:txBody>
          <a:bodyPr/>
          <a:lstStyle/>
          <a:p>
            <a:fld id="{3C20D473-F987-4BD6-8327-6376F128EA52}" type="datetimeFigureOut">
              <a:rPr lang="fr-FR" smtClean="0"/>
              <a:t>18/03/2026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4F9EF090-26E7-48F7-A4F8-1DD6E1D97A0D}" type="slidenum">
              <a:rPr lang="fr-FR" smtClean="0"/>
              <a:t>‹N°›</a:t>
            </a:fld>
            <a:endParaRPr lang="fr-FR"/>
          </a:p>
        </p:txBody>
      </p:sp>
    </p:spTree>
    <p:extLst>
      <p:ext uri="{BB962C8B-B14F-4D97-AF65-F5344CB8AC3E}">
        <p14:creationId xmlns:p14="http://schemas.microsoft.com/office/powerpoint/2010/main" val="794975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Date Placeholder 3"/>
          <p:cNvSpPr>
            <a:spLocks noGrp="1"/>
          </p:cNvSpPr>
          <p:nvPr>
            <p:ph type="dt" sz="half" idx="10"/>
          </p:nvPr>
        </p:nvSpPr>
        <p:spPr/>
        <p:txBody>
          <a:bodyPr/>
          <a:lstStyle/>
          <a:p>
            <a:fld id="{3C20D473-F987-4BD6-8327-6376F128EA52}" type="datetimeFigureOut">
              <a:rPr lang="fr-FR" smtClean="0"/>
              <a:t>18/03/2026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4F9EF090-26E7-48F7-A4F8-1DD6E1D97A0D}" type="slidenum">
              <a:rPr lang="fr-FR" smtClean="0"/>
              <a:t>‹N°›</a:t>
            </a:fld>
            <a:endParaRPr lang="fr-FR"/>
          </a:p>
        </p:txBody>
      </p:sp>
    </p:spTree>
    <p:extLst>
      <p:ext uri="{BB962C8B-B14F-4D97-AF65-F5344CB8AC3E}">
        <p14:creationId xmlns:p14="http://schemas.microsoft.com/office/powerpoint/2010/main" val="30062203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fr-FR"/>
              <a:t>Modifiez le style du titre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3C20D473-F987-4BD6-8327-6376F128EA52}" type="datetimeFigureOut">
              <a:rPr lang="fr-FR" smtClean="0"/>
              <a:t>18/03/2026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4F9EF090-26E7-48F7-A4F8-1DD6E1D97A0D}" type="slidenum">
              <a:rPr lang="fr-FR" smtClean="0"/>
              <a:t>‹N°›</a:t>
            </a:fld>
            <a:endParaRPr lang="fr-FR"/>
          </a:p>
        </p:txBody>
      </p:sp>
    </p:spTree>
    <p:extLst>
      <p:ext uri="{BB962C8B-B14F-4D97-AF65-F5344CB8AC3E}">
        <p14:creationId xmlns:p14="http://schemas.microsoft.com/office/powerpoint/2010/main" val="30033145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5" name="Date Placeholder 4"/>
          <p:cNvSpPr>
            <a:spLocks noGrp="1"/>
          </p:cNvSpPr>
          <p:nvPr>
            <p:ph type="dt" sz="half" idx="10"/>
          </p:nvPr>
        </p:nvSpPr>
        <p:spPr/>
        <p:txBody>
          <a:bodyPr/>
          <a:lstStyle/>
          <a:p>
            <a:fld id="{3C20D473-F987-4BD6-8327-6376F128EA52}" type="datetimeFigureOut">
              <a:rPr lang="fr-FR" smtClean="0"/>
              <a:t>18/03/2026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4F9EF090-26E7-48F7-A4F8-1DD6E1D97A0D}" type="slidenum">
              <a:rPr lang="fr-FR" smtClean="0"/>
              <a:t>‹N°›</a:t>
            </a:fld>
            <a:endParaRPr lang="fr-FR"/>
          </a:p>
        </p:txBody>
      </p:sp>
    </p:spTree>
    <p:extLst>
      <p:ext uri="{BB962C8B-B14F-4D97-AF65-F5344CB8AC3E}">
        <p14:creationId xmlns:p14="http://schemas.microsoft.com/office/powerpoint/2010/main" val="10296549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fr-FR"/>
              <a:t>Modifiez le style du titre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7" name="Date Placeholder 6"/>
          <p:cNvSpPr>
            <a:spLocks noGrp="1"/>
          </p:cNvSpPr>
          <p:nvPr>
            <p:ph type="dt" sz="half" idx="10"/>
          </p:nvPr>
        </p:nvSpPr>
        <p:spPr/>
        <p:txBody>
          <a:bodyPr/>
          <a:lstStyle/>
          <a:p>
            <a:fld id="{3C20D473-F987-4BD6-8327-6376F128EA52}" type="datetimeFigureOut">
              <a:rPr lang="fr-FR" smtClean="0"/>
              <a:t>18/03/2026</a:t>
            </a:fld>
            <a:endParaRPr lang="fr-FR"/>
          </a:p>
        </p:txBody>
      </p:sp>
      <p:sp>
        <p:nvSpPr>
          <p:cNvPr id="8" name="Footer Placeholder 7"/>
          <p:cNvSpPr>
            <a:spLocks noGrp="1"/>
          </p:cNvSpPr>
          <p:nvPr>
            <p:ph type="ftr" sz="quarter" idx="11"/>
          </p:nvPr>
        </p:nvSpPr>
        <p:spPr/>
        <p:txBody>
          <a:bodyPr/>
          <a:lstStyle/>
          <a:p>
            <a:endParaRPr lang="fr-FR"/>
          </a:p>
        </p:txBody>
      </p:sp>
      <p:sp>
        <p:nvSpPr>
          <p:cNvPr id="9" name="Slide Number Placeholder 8"/>
          <p:cNvSpPr>
            <a:spLocks noGrp="1"/>
          </p:cNvSpPr>
          <p:nvPr>
            <p:ph type="sldNum" sz="quarter" idx="12"/>
          </p:nvPr>
        </p:nvSpPr>
        <p:spPr/>
        <p:txBody>
          <a:bodyPr/>
          <a:lstStyle/>
          <a:p>
            <a:fld id="{4F9EF090-26E7-48F7-A4F8-1DD6E1D97A0D}" type="slidenum">
              <a:rPr lang="fr-FR" smtClean="0"/>
              <a:t>‹N°›</a:t>
            </a:fld>
            <a:endParaRPr lang="fr-FR"/>
          </a:p>
        </p:txBody>
      </p:sp>
    </p:spTree>
    <p:extLst>
      <p:ext uri="{BB962C8B-B14F-4D97-AF65-F5344CB8AC3E}">
        <p14:creationId xmlns:p14="http://schemas.microsoft.com/office/powerpoint/2010/main" val="31280274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a:p>
        </p:txBody>
      </p:sp>
      <p:sp>
        <p:nvSpPr>
          <p:cNvPr id="3" name="Date Placeholder 2"/>
          <p:cNvSpPr>
            <a:spLocks noGrp="1"/>
          </p:cNvSpPr>
          <p:nvPr>
            <p:ph type="dt" sz="half" idx="10"/>
          </p:nvPr>
        </p:nvSpPr>
        <p:spPr/>
        <p:txBody>
          <a:bodyPr/>
          <a:lstStyle/>
          <a:p>
            <a:fld id="{3C20D473-F987-4BD6-8327-6376F128EA52}" type="datetimeFigureOut">
              <a:rPr lang="fr-FR" smtClean="0"/>
              <a:t>18/03/2026</a:t>
            </a:fld>
            <a:endParaRPr lang="fr-FR"/>
          </a:p>
        </p:txBody>
      </p:sp>
      <p:sp>
        <p:nvSpPr>
          <p:cNvPr id="4" name="Footer Placeholder 3"/>
          <p:cNvSpPr>
            <a:spLocks noGrp="1"/>
          </p:cNvSpPr>
          <p:nvPr>
            <p:ph type="ftr" sz="quarter" idx="11"/>
          </p:nvPr>
        </p:nvSpPr>
        <p:spPr/>
        <p:txBody>
          <a:bodyPr/>
          <a:lstStyle/>
          <a:p>
            <a:endParaRPr lang="fr-FR"/>
          </a:p>
        </p:txBody>
      </p:sp>
      <p:sp>
        <p:nvSpPr>
          <p:cNvPr id="5" name="Slide Number Placeholder 4"/>
          <p:cNvSpPr>
            <a:spLocks noGrp="1"/>
          </p:cNvSpPr>
          <p:nvPr>
            <p:ph type="sldNum" sz="quarter" idx="12"/>
          </p:nvPr>
        </p:nvSpPr>
        <p:spPr/>
        <p:txBody>
          <a:bodyPr/>
          <a:lstStyle/>
          <a:p>
            <a:fld id="{4F9EF090-26E7-48F7-A4F8-1DD6E1D97A0D}" type="slidenum">
              <a:rPr lang="fr-FR" smtClean="0"/>
              <a:t>‹N°›</a:t>
            </a:fld>
            <a:endParaRPr lang="fr-FR"/>
          </a:p>
        </p:txBody>
      </p:sp>
    </p:spTree>
    <p:extLst>
      <p:ext uri="{BB962C8B-B14F-4D97-AF65-F5344CB8AC3E}">
        <p14:creationId xmlns:p14="http://schemas.microsoft.com/office/powerpoint/2010/main" val="3104747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C20D473-F987-4BD6-8327-6376F128EA52}" type="datetimeFigureOut">
              <a:rPr lang="fr-FR" smtClean="0"/>
              <a:t>18/03/2026</a:t>
            </a:fld>
            <a:endParaRPr lang="fr-FR"/>
          </a:p>
        </p:txBody>
      </p:sp>
      <p:sp>
        <p:nvSpPr>
          <p:cNvPr id="3" name="Footer Placeholder 2"/>
          <p:cNvSpPr>
            <a:spLocks noGrp="1"/>
          </p:cNvSpPr>
          <p:nvPr>
            <p:ph type="ftr" sz="quarter" idx="11"/>
          </p:nvPr>
        </p:nvSpPr>
        <p:spPr/>
        <p:txBody>
          <a:bodyPr/>
          <a:lstStyle/>
          <a:p>
            <a:endParaRPr lang="fr-FR"/>
          </a:p>
        </p:txBody>
      </p:sp>
      <p:sp>
        <p:nvSpPr>
          <p:cNvPr id="4" name="Slide Number Placeholder 3"/>
          <p:cNvSpPr>
            <a:spLocks noGrp="1"/>
          </p:cNvSpPr>
          <p:nvPr>
            <p:ph type="sldNum" sz="quarter" idx="12"/>
          </p:nvPr>
        </p:nvSpPr>
        <p:spPr/>
        <p:txBody>
          <a:bodyPr/>
          <a:lstStyle/>
          <a:p>
            <a:fld id="{4F9EF090-26E7-48F7-A4F8-1DD6E1D97A0D}" type="slidenum">
              <a:rPr lang="fr-FR" smtClean="0"/>
              <a:t>‹N°›</a:t>
            </a:fld>
            <a:endParaRPr lang="fr-FR"/>
          </a:p>
        </p:txBody>
      </p:sp>
    </p:spTree>
    <p:extLst>
      <p:ext uri="{BB962C8B-B14F-4D97-AF65-F5344CB8AC3E}">
        <p14:creationId xmlns:p14="http://schemas.microsoft.com/office/powerpoint/2010/main" val="37815587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3C20D473-F987-4BD6-8327-6376F128EA52}" type="datetimeFigureOut">
              <a:rPr lang="fr-FR" smtClean="0"/>
              <a:t>18/03/2026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4F9EF090-26E7-48F7-A4F8-1DD6E1D97A0D}" type="slidenum">
              <a:rPr lang="fr-FR" smtClean="0"/>
              <a:t>‹N°›</a:t>
            </a:fld>
            <a:endParaRPr lang="fr-FR"/>
          </a:p>
        </p:txBody>
      </p:sp>
    </p:spTree>
    <p:extLst>
      <p:ext uri="{BB962C8B-B14F-4D97-AF65-F5344CB8AC3E}">
        <p14:creationId xmlns:p14="http://schemas.microsoft.com/office/powerpoint/2010/main" val="41318549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3C20D473-F987-4BD6-8327-6376F128EA52}" type="datetimeFigureOut">
              <a:rPr lang="fr-FR" smtClean="0"/>
              <a:t>18/03/2026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4F9EF090-26E7-48F7-A4F8-1DD6E1D97A0D}" type="slidenum">
              <a:rPr lang="fr-FR" smtClean="0"/>
              <a:t>‹N°›</a:t>
            </a:fld>
            <a:endParaRPr lang="fr-FR"/>
          </a:p>
        </p:txBody>
      </p:sp>
    </p:spTree>
    <p:extLst>
      <p:ext uri="{BB962C8B-B14F-4D97-AF65-F5344CB8AC3E}">
        <p14:creationId xmlns:p14="http://schemas.microsoft.com/office/powerpoint/2010/main" val="3204029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a:p>
        </p:txBody>
      </p:sp>
      <p:sp>
        <p:nvSpPr>
          <p:cNvPr id="3" name="Vertical Text Placeholder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Date Placeholder 3"/>
          <p:cNvSpPr>
            <a:spLocks noGrp="1"/>
          </p:cNvSpPr>
          <p:nvPr>
            <p:ph type="dt" sz="half" idx="10"/>
          </p:nvPr>
        </p:nvSpPr>
        <p:spPr/>
        <p:txBody>
          <a:bodyPr/>
          <a:lstStyle/>
          <a:p>
            <a:fld id="{3C20D473-F987-4BD6-8327-6376F128EA52}" type="datetimeFigureOut">
              <a:rPr lang="fr-FR" smtClean="0"/>
              <a:t>18/03/2026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4F9EF090-26E7-48F7-A4F8-1DD6E1D97A0D}" type="slidenum">
              <a:rPr lang="fr-FR" smtClean="0"/>
              <a:t>‹N°›</a:t>
            </a:fld>
            <a:endParaRPr lang="fr-FR"/>
          </a:p>
        </p:txBody>
      </p:sp>
    </p:spTree>
    <p:extLst>
      <p:ext uri="{BB962C8B-B14F-4D97-AF65-F5344CB8AC3E}">
        <p14:creationId xmlns:p14="http://schemas.microsoft.com/office/powerpoint/2010/main" val="28923629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fr-FR"/>
              <a:t>Modifiez le style du titre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Date Placeholder 3"/>
          <p:cNvSpPr>
            <a:spLocks noGrp="1"/>
          </p:cNvSpPr>
          <p:nvPr>
            <p:ph type="dt" sz="half" idx="10"/>
          </p:nvPr>
        </p:nvSpPr>
        <p:spPr/>
        <p:txBody>
          <a:bodyPr/>
          <a:lstStyle/>
          <a:p>
            <a:fld id="{3C20D473-F987-4BD6-8327-6376F128EA52}" type="datetimeFigureOut">
              <a:rPr lang="fr-FR" smtClean="0"/>
              <a:t>18/03/2026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4F9EF090-26E7-48F7-A4F8-1DD6E1D97A0D}" type="slidenum">
              <a:rPr lang="fr-FR" smtClean="0"/>
              <a:t>‹N°›</a:t>
            </a:fld>
            <a:endParaRPr lang="fr-FR"/>
          </a:p>
        </p:txBody>
      </p:sp>
    </p:spTree>
    <p:extLst>
      <p:ext uri="{BB962C8B-B14F-4D97-AF65-F5344CB8AC3E}">
        <p14:creationId xmlns:p14="http://schemas.microsoft.com/office/powerpoint/2010/main" val="41483340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06501" y="1366306"/>
            <a:ext cx="12540343" cy="942771"/>
          </a:xfrm>
        </p:spPr>
        <p:txBody>
          <a:bodyPr/>
          <a:lstStyle/>
          <a:p>
            <a:r>
              <a:rPr lang="en-US"/>
              <a:t>Click to edit Master title style</a:t>
            </a:r>
          </a:p>
        </p:txBody>
      </p:sp>
      <p:sp>
        <p:nvSpPr>
          <p:cNvPr id="3" name="Subtitle 2"/>
          <p:cNvSpPr>
            <a:spLocks noGrp="1"/>
          </p:cNvSpPr>
          <p:nvPr>
            <p:ph type="subTitle" idx="1"/>
          </p:nvPr>
        </p:nvSpPr>
        <p:spPr>
          <a:xfrm>
            <a:off x="2213002" y="2492337"/>
            <a:ext cx="10327341" cy="1123995"/>
          </a:xfrm>
        </p:spPr>
        <p:txBody>
          <a:bodyPr/>
          <a:lstStyle>
            <a:lvl1pPr marL="0" indent="0" algn="ctr">
              <a:buNone/>
              <a:defRPr>
                <a:solidFill>
                  <a:schemeClr val="tx1">
                    <a:tint val="75000"/>
                  </a:schemeClr>
                </a:solidFill>
              </a:defRPr>
            </a:lvl1pPr>
            <a:lvl2pPr marL="293202" indent="0" algn="ctr">
              <a:buNone/>
              <a:defRPr>
                <a:solidFill>
                  <a:schemeClr val="tx1">
                    <a:tint val="75000"/>
                  </a:schemeClr>
                </a:solidFill>
              </a:defRPr>
            </a:lvl2pPr>
            <a:lvl3pPr marL="586405" indent="0" algn="ctr">
              <a:buNone/>
              <a:defRPr>
                <a:solidFill>
                  <a:schemeClr val="tx1">
                    <a:tint val="75000"/>
                  </a:schemeClr>
                </a:solidFill>
              </a:defRPr>
            </a:lvl3pPr>
            <a:lvl4pPr marL="879607" indent="0" algn="ctr">
              <a:buNone/>
              <a:defRPr>
                <a:solidFill>
                  <a:schemeClr val="tx1">
                    <a:tint val="75000"/>
                  </a:schemeClr>
                </a:solidFill>
              </a:defRPr>
            </a:lvl4pPr>
            <a:lvl5pPr marL="1172809" indent="0" algn="ctr">
              <a:buNone/>
              <a:defRPr>
                <a:solidFill>
                  <a:schemeClr val="tx1">
                    <a:tint val="75000"/>
                  </a:schemeClr>
                </a:solidFill>
              </a:defRPr>
            </a:lvl5pPr>
            <a:lvl6pPr marL="1466012" indent="0" algn="ctr">
              <a:buNone/>
              <a:defRPr>
                <a:solidFill>
                  <a:schemeClr val="tx1">
                    <a:tint val="75000"/>
                  </a:schemeClr>
                </a:solidFill>
              </a:defRPr>
            </a:lvl6pPr>
            <a:lvl7pPr marL="1759214" indent="0" algn="ctr">
              <a:buNone/>
              <a:defRPr>
                <a:solidFill>
                  <a:schemeClr val="tx1">
                    <a:tint val="75000"/>
                  </a:schemeClr>
                </a:solidFill>
              </a:defRPr>
            </a:lvl7pPr>
            <a:lvl8pPr marL="2052417" indent="0" algn="ctr">
              <a:buNone/>
              <a:defRPr>
                <a:solidFill>
                  <a:schemeClr val="tx1">
                    <a:tint val="75000"/>
                  </a:schemeClr>
                </a:solidFill>
              </a:defRPr>
            </a:lvl8pPr>
            <a:lvl9pPr marL="2345619"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extLst>
      <p:ext uri="{BB962C8B-B14F-4D97-AF65-F5344CB8AC3E}">
        <p14:creationId xmlns:p14="http://schemas.microsoft.com/office/powerpoint/2010/main" val="332659023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extLst>
      <p:ext uri="{BB962C8B-B14F-4D97-AF65-F5344CB8AC3E}">
        <p14:creationId xmlns:p14="http://schemas.microsoft.com/office/powerpoint/2010/main" val="275030602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65413" y="2826278"/>
            <a:ext cx="12540343" cy="873540"/>
          </a:xfrm>
        </p:spPr>
        <p:txBody>
          <a:bodyPr anchor="t"/>
          <a:lstStyle>
            <a:lvl1pPr algn="l">
              <a:defRPr sz="2565" b="1" cap="all"/>
            </a:lvl1pPr>
          </a:lstStyle>
          <a:p>
            <a:r>
              <a:rPr lang="en-US"/>
              <a:t>Click to edit Master title style</a:t>
            </a:r>
          </a:p>
        </p:txBody>
      </p:sp>
      <p:sp>
        <p:nvSpPr>
          <p:cNvPr id="3" name="Text Placeholder 2"/>
          <p:cNvSpPr>
            <a:spLocks noGrp="1"/>
          </p:cNvSpPr>
          <p:nvPr>
            <p:ph type="body" idx="1"/>
          </p:nvPr>
        </p:nvSpPr>
        <p:spPr>
          <a:xfrm>
            <a:off x="1165413" y="1864163"/>
            <a:ext cx="12540343" cy="962115"/>
          </a:xfrm>
        </p:spPr>
        <p:txBody>
          <a:bodyPr anchor="b"/>
          <a:lstStyle>
            <a:lvl1pPr marL="0" indent="0">
              <a:buNone/>
              <a:defRPr sz="1283">
                <a:solidFill>
                  <a:schemeClr val="tx1">
                    <a:tint val="75000"/>
                  </a:schemeClr>
                </a:solidFill>
              </a:defRPr>
            </a:lvl1pPr>
            <a:lvl2pPr marL="293202" indent="0">
              <a:buNone/>
              <a:defRPr sz="1154">
                <a:solidFill>
                  <a:schemeClr val="tx1">
                    <a:tint val="75000"/>
                  </a:schemeClr>
                </a:solidFill>
              </a:defRPr>
            </a:lvl2pPr>
            <a:lvl3pPr marL="586405" indent="0">
              <a:buNone/>
              <a:defRPr sz="1026">
                <a:solidFill>
                  <a:schemeClr val="tx1">
                    <a:tint val="75000"/>
                  </a:schemeClr>
                </a:solidFill>
              </a:defRPr>
            </a:lvl3pPr>
            <a:lvl4pPr marL="879607" indent="0">
              <a:buNone/>
              <a:defRPr sz="898">
                <a:solidFill>
                  <a:schemeClr val="tx1">
                    <a:tint val="75000"/>
                  </a:schemeClr>
                </a:solidFill>
              </a:defRPr>
            </a:lvl4pPr>
            <a:lvl5pPr marL="1172809" indent="0">
              <a:buNone/>
              <a:defRPr sz="898">
                <a:solidFill>
                  <a:schemeClr val="tx1">
                    <a:tint val="75000"/>
                  </a:schemeClr>
                </a:solidFill>
              </a:defRPr>
            </a:lvl5pPr>
            <a:lvl6pPr marL="1466012" indent="0">
              <a:buNone/>
              <a:defRPr sz="898">
                <a:solidFill>
                  <a:schemeClr val="tx1">
                    <a:tint val="75000"/>
                  </a:schemeClr>
                </a:solidFill>
              </a:defRPr>
            </a:lvl6pPr>
            <a:lvl7pPr marL="1759214" indent="0">
              <a:buNone/>
              <a:defRPr sz="898">
                <a:solidFill>
                  <a:schemeClr val="tx1">
                    <a:tint val="75000"/>
                  </a:schemeClr>
                </a:solidFill>
              </a:defRPr>
            </a:lvl7pPr>
            <a:lvl8pPr marL="2052417" indent="0">
              <a:buNone/>
              <a:defRPr sz="898">
                <a:solidFill>
                  <a:schemeClr val="tx1">
                    <a:tint val="75000"/>
                  </a:schemeClr>
                </a:solidFill>
              </a:defRPr>
            </a:lvl8pPr>
            <a:lvl9pPr marL="2345619" indent="0">
              <a:buNone/>
              <a:defRPr sz="898">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extLst>
      <p:ext uri="{BB962C8B-B14F-4D97-AF65-F5344CB8AC3E}">
        <p14:creationId xmlns:p14="http://schemas.microsoft.com/office/powerpoint/2010/main" val="158924938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737667" y="1026257"/>
            <a:ext cx="6516061" cy="2902637"/>
          </a:xfrm>
        </p:spPr>
        <p:txBody>
          <a:bodyPr/>
          <a:lstStyle>
            <a:lvl1pPr>
              <a:defRPr sz="1796"/>
            </a:lvl1pPr>
            <a:lvl2pPr>
              <a:defRPr sz="1539"/>
            </a:lvl2pPr>
            <a:lvl3pPr>
              <a:defRPr sz="1283"/>
            </a:lvl3pPr>
            <a:lvl4pPr>
              <a:defRPr sz="1154"/>
            </a:lvl4pPr>
            <a:lvl5pPr>
              <a:defRPr sz="1154"/>
            </a:lvl5pPr>
            <a:lvl6pPr>
              <a:defRPr sz="1154"/>
            </a:lvl6pPr>
            <a:lvl7pPr>
              <a:defRPr sz="1154"/>
            </a:lvl7pPr>
            <a:lvl8pPr>
              <a:defRPr sz="1154"/>
            </a:lvl8pPr>
            <a:lvl9pPr>
              <a:defRPr sz="1154"/>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7499617" y="1026257"/>
            <a:ext cx="6516061" cy="2902637"/>
          </a:xfrm>
        </p:spPr>
        <p:txBody>
          <a:bodyPr/>
          <a:lstStyle>
            <a:lvl1pPr>
              <a:defRPr sz="1796"/>
            </a:lvl1pPr>
            <a:lvl2pPr>
              <a:defRPr sz="1539"/>
            </a:lvl2pPr>
            <a:lvl3pPr>
              <a:defRPr sz="1283"/>
            </a:lvl3pPr>
            <a:lvl4pPr>
              <a:defRPr sz="1154"/>
            </a:lvl4pPr>
            <a:lvl5pPr>
              <a:defRPr sz="1154"/>
            </a:lvl5pPr>
            <a:lvl6pPr>
              <a:defRPr sz="1154"/>
            </a:lvl6pPr>
            <a:lvl7pPr>
              <a:defRPr sz="1154"/>
            </a:lvl7pPr>
            <a:lvl8pPr>
              <a:defRPr sz="1154"/>
            </a:lvl8pPr>
            <a:lvl9pPr>
              <a:defRPr sz="1154"/>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extLst>
      <p:ext uri="{BB962C8B-B14F-4D97-AF65-F5344CB8AC3E}">
        <p14:creationId xmlns:p14="http://schemas.microsoft.com/office/powerpoint/2010/main" val="127339042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737667" y="984514"/>
            <a:ext cx="6518623" cy="410299"/>
          </a:xfrm>
        </p:spPr>
        <p:txBody>
          <a:bodyPr anchor="b"/>
          <a:lstStyle>
            <a:lvl1pPr marL="0" indent="0">
              <a:buNone/>
              <a:defRPr sz="1539" b="1"/>
            </a:lvl1pPr>
            <a:lvl2pPr marL="293202" indent="0">
              <a:buNone/>
              <a:defRPr sz="1283" b="1"/>
            </a:lvl2pPr>
            <a:lvl3pPr marL="586405" indent="0">
              <a:buNone/>
              <a:defRPr sz="1154" b="1"/>
            </a:lvl3pPr>
            <a:lvl4pPr marL="879607" indent="0">
              <a:buNone/>
              <a:defRPr sz="1026" b="1"/>
            </a:lvl4pPr>
            <a:lvl5pPr marL="1172809" indent="0">
              <a:buNone/>
              <a:defRPr sz="1026" b="1"/>
            </a:lvl5pPr>
            <a:lvl6pPr marL="1466012" indent="0">
              <a:buNone/>
              <a:defRPr sz="1026" b="1"/>
            </a:lvl6pPr>
            <a:lvl7pPr marL="1759214" indent="0">
              <a:buNone/>
              <a:defRPr sz="1026" b="1"/>
            </a:lvl7pPr>
            <a:lvl8pPr marL="2052417" indent="0">
              <a:buNone/>
              <a:defRPr sz="1026" b="1"/>
            </a:lvl8pPr>
            <a:lvl9pPr marL="2345619" indent="0">
              <a:buNone/>
              <a:defRPr sz="1026" b="1"/>
            </a:lvl9pPr>
          </a:lstStyle>
          <a:p>
            <a:pPr lvl="0"/>
            <a:r>
              <a:rPr lang="en-US"/>
              <a:t>Click to edit Master text styles</a:t>
            </a:r>
          </a:p>
        </p:txBody>
      </p:sp>
      <p:sp>
        <p:nvSpPr>
          <p:cNvPr id="4" name="Content Placeholder 3"/>
          <p:cNvSpPr>
            <a:spLocks noGrp="1"/>
          </p:cNvSpPr>
          <p:nvPr>
            <p:ph sz="half" idx="2"/>
          </p:nvPr>
        </p:nvSpPr>
        <p:spPr>
          <a:xfrm>
            <a:off x="737667" y="1394813"/>
            <a:ext cx="6518623" cy="2534080"/>
          </a:xfrm>
        </p:spPr>
        <p:txBody>
          <a:bodyPr/>
          <a:lstStyle>
            <a:lvl1pPr>
              <a:defRPr sz="1539"/>
            </a:lvl1pPr>
            <a:lvl2pPr>
              <a:defRPr sz="1283"/>
            </a:lvl2pPr>
            <a:lvl3pPr>
              <a:defRPr sz="1154"/>
            </a:lvl3pPr>
            <a:lvl4pPr>
              <a:defRPr sz="1026"/>
            </a:lvl4pPr>
            <a:lvl5pPr>
              <a:defRPr sz="1026"/>
            </a:lvl5pPr>
            <a:lvl6pPr>
              <a:defRPr sz="1026"/>
            </a:lvl6pPr>
            <a:lvl7pPr>
              <a:defRPr sz="1026"/>
            </a:lvl7pPr>
            <a:lvl8pPr>
              <a:defRPr sz="1026"/>
            </a:lvl8pPr>
            <a:lvl9pPr>
              <a:defRPr sz="1026"/>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7494495" y="984514"/>
            <a:ext cx="6521183" cy="410299"/>
          </a:xfrm>
        </p:spPr>
        <p:txBody>
          <a:bodyPr anchor="b"/>
          <a:lstStyle>
            <a:lvl1pPr marL="0" indent="0">
              <a:buNone/>
              <a:defRPr sz="1539" b="1"/>
            </a:lvl1pPr>
            <a:lvl2pPr marL="293202" indent="0">
              <a:buNone/>
              <a:defRPr sz="1283" b="1"/>
            </a:lvl2pPr>
            <a:lvl3pPr marL="586405" indent="0">
              <a:buNone/>
              <a:defRPr sz="1154" b="1"/>
            </a:lvl3pPr>
            <a:lvl4pPr marL="879607" indent="0">
              <a:buNone/>
              <a:defRPr sz="1026" b="1"/>
            </a:lvl4pPr>
            <a:lvl5pPr marL="1172809" indent="0">
              <a:buNone/>
              <a:defRPr sz="1026" b="1"/>
            </a:lvl5pPr>
            <a:lvl6pPr marL="1466012" indent="0">
              <a:buNone/>
              <a:defRPr sz="1026" b="1"/>
            </a:lvl6pPr>
            <a:lvl7pPr marL="1759214" indent="0">
              <a:buNone/>
              <a:defRPr sz="1026" b="1"/>
            </a:lvl7pPr>
            <a:lvl8pPr marL="2052417" indent="0">
              <a:buNone/>
              <a:defRPr sz="1026" b="1"/>
            </a:lvl8pPr>
            <a:lvl9pPr marL="2345619" indent="0">
              <a:buNone/>
              <a:defRPr sz="1026" b="1"/>
            </a:lvl9pPr>
          </a:lstStyle>
          <a:p>
            <a:pPr lvl="0"/>
            <a:r>
              <a:rPr lang="en-US"/>
              <a:t>Click to edit Master text styles</a:t>
            </a:r>
          </a:p>
        </p:txBody>
      </p:sp>
      <p:sp>
        <p:nvSpPr>
          <p:cNvPr id="6" name="Content Placeholder 5"/>
          <p:cNvSpPr>
            <a:spLocks noGrp="1"/>
          </p:cNvSpPr>
          <p:nvPr>
            <p:ph sz="quarter" idx="4"/>
          </p:nvPr>
        </p:nvSpPr>
        <p:spPr>
          <a:xfrm>
            <a:off x="7494495" y="1394813"/>
            <a:ext cx="6521183" cy="2534080"/>
          </a:xfrm>
        </p:spPr>
        <p:txBody>
          <a:bodyPr/>
          <a:lstStyle>
            <a:lvl1pPr>
              <a:defRPr sz="1539"/>
            </a:lvl1pPr>
            <a:lvl2pPr>
              <a:defRPr sz="1283"/>
            </a:lvl2pPr>
            <a:lvl3pPr>
              <a:defRPr sz="1154"/>
            </a:lvl3pPr>
            <a:lvl4pPr>
              <a:defRPr sz="1026"/>
            </a:lvl4pPr>
            <a:lvl5pPr>
              <a:defRPr sz="1026"/>
            </a:lvl5pPr>
            <a:lvl6pPr>
              <a:defRPr sz="1026"/>
            </a:lvl6pPr>
            <a:lvl7pPr>
              <a:defRPr sz="1026"/>
            </a:lvl7pPr>
            <a:lvl8pPr>
              <a:defRPr sz="1026"/>
            </a:lvl8pPr>
            <a:lvl9pPr>
              <a:defRPr sz="1026"/>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a:t>
            </a:fld>
            <a:endParaRPr lang="en-US"/>
          </a:p>
        </p:txBody>
      </p:sp>
    </p:spTree>
    <p:extLst>
      <p:ext uri="{BB962C8B-B14F-4D97-AF65-F5344CB8AC3E}">
        <p14:creationId xmlns:p14="http://schemas.microsoft.com/office/powerpoint/2010/main" val="146567768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a:t>
            </a:fld>
            <a:endParaRPr lang="en-US"/>
          </a:p>
        </p:txBody>
      </p:sp>
    </p:spTree>
    <p:extLst>
      <p:ext uri="{BB962C8B-B14F-4D97-AF65-F5344CB8AC3E}">
        <p14:creationId xmlns:p14="http://schemas.microsoft.com/office/powerpoint/2010/main" val="198190757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a:t>
            </a:fld>
            <a:endParaRPr lang="en-US"/>
          </a:p>
        </p:txBody>
      </p:sp>
    </p:spTree>
    <p:extLst>
      <p:ext uri="{BB962C8B-B14F-4D97-AF65-F5344CB8AC3E}">
        <p14:creationId xmlns:p14="http://schemas.microsoft.com/office/powerpoint/2010/main" val="173948332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37668" y="175115"/>
            <a:ext cx="4853749" cy="745258"/>
          </a:xfrm>
        </p:spPr>
        <p:txBody>
          <a:bodyPr anchor="b"/>
          <a:lstStyle>
            <a:lvl1pPr algn="l">
              <a:defRPr sz="1283" b="1"/>
            </a:lvl1pPr>
          </a:lstStyle>
          <a:p>
            <a:r>
              <a:rPr lang="en-US"/>
              <a:t>Click to edit Master title style</a:t>
            </a:r>
          </a:p>
        </p:txBody>
      </p:sp>
      <p:sp>
        <p:nvSpPr>
          <p:cNvPr id="3" name="Content Placeholder 2"/>
          <p:cNvSpPr>
            <a:spLocks noGrp="1"/>
          </p:cNvSpPr>
          <p:nvPr>
            <p:ph idx="1"/>
          </p:nvPr>
        </p:nvSpPr>
        <p:spPr>
          <a:xfrm>
            <a:off x="5768148" y="175115"/>
            <a:ext cx="8247529" cy="3753778"/>
          </a:xfrm>
        </p:spPr>
        <p:txBody>
          <a:bodyPr/>
          <a:lstStyle>
            <a:lvl1pPr>
              <a:defRPr sz="2052"/>
            </a:lvl1pPr>
            <a:lvl2pPr>
              <a:defRPr sz="1796"/>
            </a:lvl2pPr>
            <a:lvl3pPr>
              <a:defRPr sz="1539"/>
            </a:lvl3pPr>
            <a:lvl4pPr>
              <a:defRPr sz="1283"/>
            </a:lvl4pPr>
            <a:lvl5pPr>
              <a:defRPr sz="1283"/>
            </a:lvl5pPr>
            <a:lvl6pPr>
              <a:defRPr sz="1283"/>
            </a:lvl6pPr>
            <a:lvl7pPr>
              <a:defRPr sz="1283"/>
            </a:lvl7pPr>
            <a:lvl8pPr>
              <a:defRPr sz="1283"/>
            </a:lvl8pPr>
            <a:lvl9pPr>
              <a:defRPr sz="128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737668" y="920373"/>
            <a:ext cx="4853749" cy="3008520"/>
          </a:xfrm>
        </p:spPr>
        <p:txBody>
          <a:bodyPr/>
          <a:lstStyle>
            <a:lvl1pPr marL="0" indent="0">
              <a:buNone/>
              <a:defRPr sz="898"/>
            </a:lvl1pPr>
            <a:lvl2pPr marL="293202" indent="0">
              <a:buNone/>
              <a:defRPr sz="770"/>
            </a:lvl2pPr>
            <a:lvl3pPr marL="586405" indent="0">
              <a:buNone/>
              <a:defRPr sz="641"/>
            </a:lvl3pPr>
            <a:lvl4pPr marL="879607" indent="0">
              <a:buNone/>
              <a:defRPr sz="577"/>
            </a:lvl4pPr>
            <a:lvl5pPr marL="1172809" indent="0">
              <a:buNone/>
              <a:defRPr sz="577"/>
            </a:lvl5pPr>
            <a:lvl6pPr marL="1466012" indent="0">
              <a:buNone/>
              <a:defRPr sz="577"/>
            </a:lvl6pPr>
            <a:lvl7pPr marL="1759214" indent="0">
              <a:buNone/>
              <a:defRPr sz="577"/>
            </a:lvl7pPr>
            <a:lvl8pPr marL="2052417" indent="0">
              <a:buNone/>
              <a:defRPr sz="577"/>
            </a:lvl8pPr>
            <a:lvl9pPr marL="2345619" indent="0">
              <a:buNone/>
              <a:defRPr sz="577"/>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extLst>
      <p:ext uri="{BB962C8B-B14F-4D97-AF65-F5344CB8AC3E}">
        <p14:creationId xmlns:p14="http://schemas.microsoft.com/office/powerpoint/2010/main" val="146461397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91759" y="3078770"/>
            <a:ext cx="8852007" cy="363466"/>
          </a:xfrm>
        </p:spPr>
        <p:txBody>
          <a:bodyPr anchor="b"/>
          <a:lstStyle>
            <a:lvl1pPr algn="l">
              <a:defRPr sz="1283" b="1"/>
            </a:lvl1pPr>
          </a:lstStyle>
          <a:p>
            <a:r>
              <a:rPr lang="en-US"/>
              <a:t>Click to edit Master title style</a:t>
            </a:r>
          </a:p>
        </p:txBody>
      </p:sp>
      <p:sp>
        <p:nvSpPr>
          <p:cNvPr id="3" name="Picture Placeholder 2"/>
          <p:cNvSpPr>
            <a:spLocks noGrp="1"/>
          </p:cNvSpPr>
          <p:nvPr>
            <p:ph type="pic" idx="1"/>
          </p:nvPr>
        </p:nvSpPr>
        <p:spPr>
          <a:xfrm>
            <a:off x="2891759" y="392991"/>
            <a:ext cx="8852007" cy="2638945"/>
          </a:xfrm>
        </p:spPr>
        <p:txBody>
          <a:bodyPr/>
          <a:lstStyle>
            <a:lvl1pPr marL="0" indent="0">
              <a:buNone/>
              <a:defRPr sz="2052"/>
            </a:lvl1pPr>
            <a:lvl2pPr marL="293202" indent="0">
              <a:buNone/>
              <a:defRPr sz="1796"/>
            </a:lvl2pPr>
            <a:lvl3pPr marL="586405" indent="0">
              <a:buNone/>
              <a:defRPr sz="1539"/>
            </a:lvl3pPr>
            <a:lvl4pPr marL="879607" indent="0">
              <a:buNone/>
              <a:defRPr sz="1283"/>
            </a:lvl4pPr>
            <a:lvl5pPr marL="1172809" indent="0">
              <a:buNone/>
              <a:defRPr sz="1283"/>
            </a:lvl5pPr>
            <a:lvl6pPr marL="1466012" indent="0">
              <a:buNone/>
              <a:defRPr sz="1283"/>
            </a:lvl6pPr>
            <a:lvl7pPr marL="1759214" indent="0">
              <a:buNone/>
              <a:defRPr sz="1283"/>
            </a:lvl7pPr>
            <a:lvl8pPr marL="2052417" indent="0">
              <a:buNone/>
              <a:defRPr sz="1283"/>
            </a:lvl8pPr>
            <a:lvl9pPr marL="2345619" indent="0">
              <a:buNone/>
              <a:defRPr sz="1283"/>
            </a:lvl9pPr>
          </a:lstStyle>
          <a:p>
            <a:endParaRPr lang="en-US"/>
          </a:p>
        </p:txBody>
      </p:sp>
      <p:sp>
        <p:nvSpPr>
          <p:cNvPr id="4" name="Text Placeholder 3"/>
          <p:cNvSpPr>
            <a:spLocks noGrp="1"/>
          </p:cNvSpPr>
          <p:nvPr>
            <p:ph type="body" sz="half" idx="2"/>
          </p:nvPr>
        </p:nvSpPr>
        <p:spPr>
          <a:xfrm>
            <a:off x="2891759" y="3442236"/>
            <a:ext cx="8852007" cy="516182"/>
          </a:xfrm>
        </p:spPr>
        <p:txBody>
          <a:bodyPr/>
          <a:lstStyle>
            <a:lvl1pPr marL="0" indent="0">
              <a:buNone/>
              <a:defRPr sz="898"/>
            </a:lvl1pPr>
            <a:lvl2pPr marL="293202" indent="0">
              <a:buNone/>
              <a:defRPr sz="770"/>
            </a:lvl2pPr>
            <a:lvl3pPr marL="586405" indent="0">
              <a:buNone/>
              <a:defRPr sz="641"/>
            </a:lvl3pPr>
            <a:lvl4pPr marL="879607" indent="0">
              <a:buNone/>
              <a:defRPr sz="577"/>
            </a:lvl4pPr>
            <a:lvl5pPr marL="1172809" indent="0">
              <a:buNone/>
              <a:defRPr sz="577"/>
            </a:lvl5pPr>
            <a:lvl6pPr marL="1466012" indent="0">
              <a:buNone/>
              <a:defRPr sz="577"/>
            </a:lvl6pPr>
            <a:lvl7pPr marL="1759214" indent="0">
              <a:buNone/>
              <a:defRPr sz="577"/>
            </a:lvl7pPr>
            <a:lvl8pPr marL="2052417" indent="0">
              <a:buNone/>
              <a:defRPr sz="577"/>
            </a:lvl8pPr>
            <a:lvl9pPr marL="2345619" indent="0">
              <a:buNone/>
              <a:defRPr sz="577"/>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extLst>
      <p:ext uri="{BB962C8B-B14F-4D97-AF65-F5344CB8AC3E}">
        <p14:creationId xmlns:p14="http://schemas.microsoft.com/office/powerpoint/2010/main" val="299939560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extLst>
      <p:ext uri="{BB962C8B-B14F-4D97-AF65-F5344CB8AC3E}">
        <p14:creationId xmlns:p14="http://schemas.microsoft.com/office/powerpoint/2010/main" val="198997102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696175" y="176134"/>
            <a:ext cx="3319503" cy="375276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37667" y="176134"/>
            <a:ext cx="9712618" cy="375276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extLst>
      <p:ext uri="{BB962C8B-B14F-4D97-AF65-F5344CB8AC3E}">
        <p14:creationId xmlns:p14="http://schemas.microsoft.com/office/powerpoint/2010/main" val="210271456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06501" y="1366306"/>
            <a:ext cx="12540343" cy="942771"/>
          </a:xfrm>
        </p:spPr>
        <p:txBody>
          <a:bodyPr/>
          <a:lstStyle/>
          <a:p>
            <a:r>
              <a:rPr lang="en-US"/>
              <a:t>Click to edit Master title style</a:t>
            </a:r>
          </a:p>
        </p:txBody>
      </p:sp>
      <p:sp>
        <p:nvSpPr>
          <p:cNvPr id="3" name="Subtitle 2"/>
          <p:cNvSpPr>
            <a:spLocks noGrp="1"/>
          </p:cNvSpPr>
          <p:nvPr>
            <p:ph type="subTitle" idx="1"/>
          </p:nvPr>
        </p:nvSpPr>
        <p:spPr>
          <a:xfrm>
            <a:off x="2213002" y="2492337"/>
            <a:ext cx="10327341" cy="1123995"/>
          </a:xfrm>
        </p:spPr>
        <p:txBody>
          <a:bodyPr/>
          <a:lstStyle>
            <a:lvl1pPr marL="0" indent="0" algn="ctr">
              <a:buNone/>
              <a:defRPr>
                <a:solidFill>
                  <a:schemeClr val="tx1">
                    <a:tint val="75000"/>
                  </a:schemeClr>
                </a:solidFill>
              </a:defRPr>
            </a:lvl1pPr>
            <a:lvl2pPr marL="293202" indent="0" algn="ctr">
              <a:buNone/>
              <a:defRPr>
                <a:solidFill>
                  <a:schemeClr val="tx1">
                    <a:tint val="75000"/>
                  </a:schemeClr>
                </a:solidFill>
              </a:defRPr>
            </a:lvl2pPr>
            <a:lvl3pPr marL="586405" indent="0" algn="ctr">
              <a:buNone/>
              <a:defRPr>
                <a:solidFill>
                  <a:schemeClr val="tx1">
                    <a:tint val="75000"/>
                  </a:schemeClr>
                </a:solidFill>
              </a:defRPr>
            </a:lvl3pPr>
            <a:lvl4pPr marL="879607" indent="0" algn="ctr">
              <a:buNone/>
              <a:defRPr>
                <a:solidFill>
                  <a:schemeClr val="tx1">
                    <a:tint val="75000"/>
                  </a:schemeClr>
                </a:solidFill>
              </a:defRPr>
            </a:lvl4pPr>
            <a:lvl5pPr marL="1172809" indent="0" algn="ctr">
              <a:buNone/>
              <a:defRPr>
                <a:solidFill>
                  <a:schemeClr val="tx1">
                    <a:tint val="75000"/>
                  </a:schemeClr>
                </a:solidFill>
              </a:defRPr>
            </a:lvl5pPr>
            <a:lvl6pPr marL="1466012" indent="0" algn="ctr">
              <a:buNone/>
              <a:defRPr>
                <a:solidFill>
                  <a:schemeClr val="tx1">
                    <a:tint val="75000"/>
                  </a:schemeClr>
                </a:solidFill>
              </a:defRPr>
            </a:lvl6pPr>
            <a:lvl7pPr marL="1759214" indent="0" algn="ctr">
              <a:buNone/>
              <a:defRPr>
                <a:solidFill>
                  <a:schemeClr val="tx1">
                    <a:tint val="75000"/>
                  </a:schemeClr>
                </a:solidFill>
              </a:defRPr>
            </a:lvl7pPr>
            <a:lvl8pPr marL="2052417" indent="0" algn="ctr">
              <a:buNone/>
              <a:defRPr>
                <a:solidFill>
                  <a:schemeClr val="tx1">
                    <a:tint val="75000"/>
                  </a:schemeClr>
                </a:solidFill>
              </a:defRPr>
            </a:lvl8pPr>
            <a:lvl9pPr marL="2345619"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extLst>
      <p:ext uri="{BB962C8B-B14F-4D97-AF65-F5344CB8AC3E}">
        <p14:creationId xmlns:p14="http://schemas.microsoft.com/office/powerpoint/2010/main" val="281731461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extLst>
      <p:ext uri="{BB962C8B-B14F-4D97-AF65-F5344CB8AC3E}">
        <p14:creationId xmlns:p14="http://schemas.microsoft.com/office/powerpoint/2010/main" val="293484290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65413" y="2826278"/>
            <a:ext cx="12540343" cy="873540"/>
          </a:xfrm>
        </p:spPr>
        <p:txBody>
          <a:bodyPr anchor="t"/>
          <a:lstStyle>
            <a:lvl1pPr algn="l">
              <a:defRPr sz="2565" b="1" cap="all"/>
            </a:lvl1pPr>
          </a:lstStyle>
          <a:p>
            <a:r>
              <a:rPr lang="en-US"/>
              <a:t>Click to edit Master title style</a:t>
            </a:r>
          </a:p>
        </p:txBody>
      </p:sp>
      <p:sp>
        <p:nvSpPr>
          <p:cNvPr id="3" name="Text Placeholder 2"/>
          <p:cNvSpPr>
            <a:spLocks noGrp="1"/>
          </p:cNvSpPr>
          <p:nvPr>
            <p:ph type="body" idx="1"/>
          </p:nvPr>
        </p:nvSpPr>
        <p:spPr>
          <a:xfrm>
            <a:off x="1165413" y="1864163"/>
            <a:ext cx="12540343" cy="962115"/>
          </a:xfrm>
        </p:spPr>
        <p:txBody>
          <a:bodyPr anchor="b"/>
          <a:lstStyle>
            <a:lvl1pPr marL="0" indent="0">
              <a:buNone/>
              <a:defRPr sz="1283">
                <a:solidFill>
                  <a:schemeClr val="tx1">
                    <a:tint val="75000"/>
                  </a:schemeClr>
                </a:solidFill>
              </a:defRPr>
            </a:lvl1pPr>
            <a:lvl2pPr marL="293202" indent="0">
              <a:buNone/>
              <a:defRPr sz="1154">
                <a:solidFill>
                  <a:schemeClr val="tx1">
                    <a:tint val="75000"/>
                  </a:schemeClr>
                </a:solidFill>
              </a:defRPr>
            </a:lvl2pPr>
            <a:lvl3pPr marL="586405" indent="0">
              <a:buNone/>
              <a:defRPr sz="1026">
                <a:solidFill>
                  <a:schemeClr val="tx1">
                    <a:tint val="75000"/>
                  </a:schemeClr>
                </a:solidFill>
              </a:defRPr>
            </a:lvl3pPr>
            <a:lvl4pPr marL="879607" indent="0">
              <a:buNone/>
              <a:defRPr sz="898">
                <a:solidFill>
                  <a:schemeClr val="tx1">
                    <a:tint val="75000"/>
                  </a:schemeClr>
                </a:solidFill>
              </a:defRPr>
            </a:lvl4pPr>
            <a:lvl5pPr marL="1172809" indent="0">
              <a:buNone/>
              <a:defRPr sz="898">
                <a:solidFill>
                  <a:schemeClr val="tx1">
                    <a:tint val="75000"/>
                  </a:schemeClr>
                </a:solidFill>
              </a:defRPr>
            </a:lvl5pPr>
            <a:lvl6pPr marL="1466012" indent="0">
              <a:buNone/>
              <a:defRPr sz="898">
                <a:solidFill>
                  <a:schemeClr val="tx1">
                    <a:tint val="75000"/>
                  </a:schemeClr>
                </a:solidFill>
              </a:defRPr>
            </a:lvl6pPr>
            <a:lvl7pPr marL="1759214" indent="0">
              <a:buNone/>
              <a:defRPr sz="898">
                <a:solidFill>
                  <a:schemeClr val="tx1">
                    <a:tint val="75000"/>
                  </a:schemeClr>
                </a:solidFill>
              </a:defRPr>
            </a:lvl7pPr>
            <a:lvl8pPr marL="2052417" indent="0">
              <a:buNone/>
              <a:defRPr sz="898">
                <a:solidFill>
                  <a:schemeClr val="tx1">
                    <a:tint val="75000"/>
                  </a:schemeClr>
                </a:solidFill>
              </a:defRPr>
            </a:lvl8pPr>
            <a:lvl9pPr marL="2345619" indent="0">
              <a:buNone/>
              <a:defRPr sz="898">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extLst>
      <p:ext uri="{BB962C8B-B14F-4D97-AF65-F5344CB8AC3E}">
        <p14:creationId xmlns:p14="http://schemas.microsoft.com/office/powerpoint/2010/main" val="210851300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737667" y="1026257"/>
            <a:ext cx="6516061" cy="2902637"/>
          </a:xfrm>
        </p:spPr>
        <p:txBody>
          <a:bodyPr/>
          <a:lstStyle>
            <a:lvl1pPr>
              <a:defRPr sz="1796"/>
            </a:lvl1pPr>
            <a:lvl2pPr>
              <a:defRPr sz="1539"/>
            </a:lvl2pPr>
            <a:lvl3pPr>
              <a:defRPr sz="1283"/>
            </a:lvl3pPr>
            <a:lvl4pPr>
              <a:defRPr sz="1154"/>
            </a:lvl4pPr>
            <a:lvl5pPr>
              <a:defRPr sz="1154"/>
            </a:lvl5pPr>
            <a:lvl6pPr>
              <a:defRPr sz="1154"/>
            </a:lvl6pPr>
            <a:lvl7pPr>
              <a:defRPr sz="1154"/>
            </a:lvl7pPr>
            <a:lvl8pPr>
              <a:defRPr sz="1154"/>
            </a:lvl8pPr>
            <a:lvl9pPr>
              <a:defRPr sz="1154"/>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7499617" y="1026257"/>
            <a:ext cx="6516061" cy="2902637"/>
          </a:xfrm>
        </p:spPr>
        <p:txBody>
          <a:bodyPr/>
          <a:lstStyle>
            <a:lvl1pPr>
              <a:defRPr sz="1796"/>
            </a:lvl1pPr>
            <a:lvl2pPr>
              <a:defRPr sz="1539"/>
            </a:lvl2pPr>
            <a:lvl3pPr>
              <a:defRPr sz="1283"/>
            </a:lvl3pPr>
            <a:lvl4pPr>
              <a:defRPr sz="1154"/>
            </a:lvl4pPr>
            <a:lvl5pPr>
              <a:defRPr sz="1154"/>
            </a:lvl5pPr>
            <a:lvl6pPr>
              <a:defRPr sz="1154"/>
            </a:lvl6pPr>
            <a:lvl7pPr>
              <a:defRPr sz="1154"/>
            </a:lvl7pPr>
            <a:lvl8pPr>
              <a:defRPr sz="1154"/>
            </a:lvl8pPr>
            <a:lvl9pPr>
              <a:defRPr sz="1154"/>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extLst>
      <p:ext uri="{BB962C8B-B14F-4D97-AF65-F5344CB8AC3E}">
        <p14:creationId xmlns:p14="http://schemas.microsoft.com/office/powerpoint/2010/main" val="111008774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737667" y="984514"/>
            <a:ext cx="6518623" cy="410299"/>
          </a:xfrm>
        </p:spPr>
        <p:txBody>
          <a:bodyPr anchor="b"/>
          <a:lstStyle>
            <a:lvl1pPr marL="0" indent="0">
              <a:buNone/>
              <a:defRPr sz="1539" b="1"/>
            </a:lvl1pPr>
            <a:lvl2pPr marL="293202" indent="0">
              <a:buNone/>
              <a:defRPr sz="1283" b="1"/>
            </a:lvl2pPr>
            <a:lvl3pPr marL="586405" indent="0">
              <a:buNone/>
              <a:defRPr sz="1154" b="1"/>
            </a:lvl3pPr>
            <a:lvl4pPr marL="879607" indent="0">
              <a:buNone/>
              <a:defRPr sz="1026" b="1"/>
            </a:lvl4pPr>
            <a:lvl5pPr marL="1172809" indent="0">
              <a:buNone/>
              <a:defRPr sz="1026" b="1"/>
            </a:lvl5pPr>
            <a:lvl6pPr marL="1466012" indent="0">
              <a:buNone/>
              <a:defRPr sz="1026" b="1"/>
            </a:lvl6pPr>
            <a:lvl7pPr marL="1759214" indent="0">
              <a:buNone/>
              <a:defRPr sz="1026" b="1"/>
            </a:lvl7pPr>
            <a:lvl8pPr marL="2052417" indent="0">
              <a:buNone/>
              <a:defRPr sz="1026" b="1"/>
            </a:lvl8pPr>
            <a:lvl9pPr marL="2345619" indent="0">
              <a:buNone/>
              <a:defRPr sz="1026" b="1"/>
            </a:lvl9pPr>
          </a:lstStyle>
          <a:p>
            <a:pPr lvl="0"/>
            <a:r>
              <a:rPr lang="en-US"/>
              <a:t>Click to edit Master text styles</a:t>
            </a:r>
          </a:p>
        </p:txBody>
      </p:sp>
      <p:sp>
        <p:nvSpPr>
          <p:cNvPr id="4" name="Content Placeholder 3"/>
          <p:cNvSpPr>
            <a:spLocks noGrp="1"/>
          </p:cNvSpPr>
          <p:nvPr>
            <p:ph sz="half" idx="2"/>
          </p:nvPr>
        </p:nvSpPr>
        <p:spPr>
          <a:xfrm>
            <a:off x="737667" y="1394813"/>
            <a:ext cx="6518623" cy="2534080"/>
          </a:xfrm>
        </p:spPr>
        <p:txBody>
          <a:bodyPr/>
          <a:lstStyle>
            <a:lvl1pPr>
              <a:defRPr sz="1539"/>
            </a:lvl1pPr>
            <a:lvl2pPr>
              <a:defRPr sz="1283"/>
            </a:lvl2pPr>
            <a:lvl3pPr>
              <a:defRPr sz="1154"/>
            </a:lvl3pPr>
            <a:lvl4pPr>
              <a:defRPr sz="1026"/>
            </a:lvl4pPr>
            <a:lvl5pPr>
              <a:defRPr sz="1026"/>
            </a:lvl5pPr>
            <a:lvl6pPr>
              <a:defRPr sz="1026"/>
            </a:lvl6pPr>
            <a:lvl7pPr>
              <a:defRPr sz="1026"/>
            </a:lvl7pPr>
            <a:lvl8pPr>
              <a:defRPr sz="1026"/>
            </a:lvl8pPr>
            <a:lvl9pPr>
              <a:defRPr sz="1026"/>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7494495" y="984514"/>
            <a:ext cx="6521183" cy="410299"/>
          </a:xfrm>
        </p:spPr>
        <p:txBody>
          <a:bodyPr anchor="b"/>
          <a:lstStyle>
            <a:lvl1pPr marL="0" indent="0">
              <a:buNone/>
              <a:defRPr sz="1539" b="1"/>
            </a:lvl1pPr>
            <a:lvl2pPr marL="293202" indent="0">
              <a:buNone/>
              <a:defRPr sz="1283" b="1"/>
            </a:lvl2pPr>
            <a:lvl3pPr marL="586405" indent="0">
              <a:buNone/>
              <a:defRPr sz="1154" b="1"/>
            </a:lvl3pPr>
            <a:lvl4pPr marL="879607" indent="0">
              <a:buNone/>
              <a:defRPr sz="1026" b="1"/>
            </a:lvl4pPr>
            <a:lvl5pPr marL="1172809" indent="0">
              <a:buNone/>
              <a:defRPr sz="1026" b="1"/>
            </a:lvl5pPr>
            <a:lvl6pPr marL="1466012" indent="0">
              <a:buNone/>
              <a:defRPr sz="1026" b="1"/>
            </a:lvl6pPr>
            <a:lvl7pPr marL="1759214" indent="0">
              <a:buNone/>
              <a:defRPr sz="1026" b="1"/>
            </a:lvl7pPr>
            <a:lvl8pPr marL="2052417" indent="0">
              <a:buNone/>
              <a:defRPr sz="1026" b="1"/>
            </a:lvl8pPr>
            <a:lvl9pPr marL="2345619" indent="0">
              <a:buNone/>
              <a:defRPr sz="1026" b="1"/>
            </a:lvl9pPr>
          </a:lstStyle>
          <a:p>
            <a:pPr lvl="0"/>
            <a:r>
              <a:rPr lang="en-US"/>
              <a:t>Click to edit Master text styles</a:t>
            </a:r>
          </a:p>
        </p:txBody>
      </p:sp>
      <p:sp>
        <p:nvSpPr>
          <p:cNvPr id="6" name="Content Placeholder 5"/>
          <p:cNvSpPr>
            <a:spLocks noGrp="1"/>
          </p:cNvSpPr>
          <p:nvPr>
            <p:ph sz="quarter" idx="4"/>
          </p:nvPr>
        </p:nvSpPr>
        <p:spPr>
          <a:xfrm>
            <a:off x="7494495" y="1394813"/>
            <a:ext cx="6521183" cy="2534080"/>
          </a:xfrm>
        </p:spPr>
        <p:txBody>
          <a:bodyPr/>
          <a:lstStyle>
            <a:lvl1pPr>
              <a:defRPr sz="1539"/>
            </a:lvl1pPr>
            <a:lvl2pPr>
              <a:defRPr sz="1283"/>
            </a:lvl2pPr>
            <a:lvl3pPr>
              <a:defRPr sz="1154"/>
            </a:lvl3pPr>
            <a:lvl4pPr>
              <a:defRPr sz="1026"/>
            </a:lvl4pPr>
            <a:lvl5pPr>
              <a:defRPr sz="1026"/>
            </a:lvl5pPr>
            <a:lvl6pPr>
              <a:defRPr sz="1026"/>
            </a:lvl6pPr>
            <a:lvl7pPr>
              <a:defRPr sz="1026"/>
            </a:lvl7pPr>
            <a:lvl8pPr>
              <a:defRPr sz="1026"/>
            </a:lvl8pPr>
            <a:lvl9pPr>
              <a:defRPr sz="1026"/>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a:t>
            </a:fld>
            <a:endParaRPr lang="en-US"/>
          </a:p>
        </p:txBody>
      </p:sp>
    </p:spTree>
    <p:extLst>
      <p:ext uri="{BB962C8B-B14F-4D97-AF65-F5344CB8AC3E}">
        <p14:creationId xmlns:p14="http://schemas.microsoft.com/office/powerpoint/2010/main" val="114131410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a:t>
            </a:fld>
            <a:endParaRPr lang="en-US"/>
          </a:p>
        </p:txBody>
      </p:sp>
    </p:spTree>
    <p:extLst>
      <p:ext uri="{BB962C8B-B14F-4D97-AF65-F5344CB8AC3E}">
        <p14:creationId xmlns:p14="http://schemas.microsoft.com/office/powerpoint/2010/main" val="225991210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a:t>
            </a:fld>
            <a:endParaRPr lang="en-US"/>
          </a:p>
        </p:txBody>
      </p:sp>
    </p:spTree>
    <p:extLst>
      <p:ext uri="{BB962C8B-B14F-4D97-AF65-F5344CB8AC3E}">
        <p14:creationId xmlns:p14="http://schemas.microsoft.com/office/powerpoint/2010/main" val="227630003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37668" y="175115"/>
            <a:ext cx="4853749" cy="745258"/>
          </a:xfrm>
        </p:spPr>
        <p:txBody>
          <a:bodyPr anchor="b"/>
          <a:lstStyle>
            <a:lvl1pPr algn="l">
              <a:defRPr sz="1283" b="1"/>
            </a:lvl1pPr>
          </a:lstStyle>
          <a:p>
            <a:r>
              <a:rPr lang="en-US"/>
              <a:t>Click to edit Master title style</a:t>
            </a:r>
          </a:p>
        </p:txBody>
      </p:sp>
      <p:sp>
        <p:nvSpPr>
          <p:cNvPr id="3" name="Content Placeholder 2"/>
          <p:cNvSpPr>
            <a:spLocks noGrp="1"/>
          </p:cNvSpPr>
          <p:nvPr>
            <p:ph idx="1"/>
          </p:nvPr>
        </p:nvSpPr>
        <p:spPr>
          <a:xfrm>
            <a:off x="5768148" y="175115"/>
            <a:ext cx="8247529" cy="3753778"/>
          </a:xfrm>
        </p:spPr>
        <p:txBody>
          <a:bodyPr/>
          <a:lstStyle>
            <a:lvl1pPr>
              <a:defRPr sz="2052"/>
            </a:lvl1pPr>
            <a:lvl2pPr>
              <a:defRPr sz="1796"/>
            </a:lvl2pPr>
            <a:lvl3pPr>
              <a:defRPr sz="1539"/>
            </a:lvl3pPr>
            <a:lvl4pPr>
              <a:defRPr sz="1283"/>
            </a:lvl4pPr>
            <a:lvl5pPr>
              <a:defRPr sz="1283"/>
            </a:lvl5pPr>
            <a:lvl6pPr>
              <a:defRPr sz="1283"/>
            </a:lvl6pPr>
            <a:lvl7pPr>
              <a:defRPr sz="1283"/>
            </a:lvl7pPr>
            <a:lvl8pPr>
              <a:defRPr sz="1283"/>
            </a:lvl8pPr>
            <a:lvl9pPr>
              <a:defRPr sz="128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737668" y="920373"/>
            <a:ext cx="4853749" cy="3008520"/>
          </a:xfrm>
        </p:spPr>
        <p:txBody>
          <a:bodyPr/>
          <a:lstStyle>
            <a:lvl1pPr marL="0" indent="0">
              <a:buNone/>
              <a:defRPr sz="898"/>
            </a:lvl1pPr>
            <a:lvl2pPr marL="293202" indent="0">
              <a:buNone/>
              <a:defRPr sz="770"/>
            </a:lvl2pPr>
            <a:lvl3pPr marL="586405" indent="0">
              <a:buNone/>
              <a:defRPr sz="641"/>
            </a:lvl3pPr>
            <a:lvl4pPr marL="879607" indent="0">
              <a:buNone/>
              <a:defRPr sz="577"/>
            </a:lvl4pPr>
            <a:lvl5pPr marL="1172809" indent="0">
              <a:buNone/>
              <a:defRPr sz="577"/>
            </a:lvl5pPr>
            <a:lvl6pPr marL="1466012" indent="0">
              <a:buNone/>
              <a:defRPr sz="577"/>
            </a:lvl6pPr>
            <a:lvl7pPr marL="1759214" indent="0">
              <a:buNone/>
              <a:defRPr sz="577"/>
            </a:lvl7pPr>
            <a:lvl8pPr marL="2052417" indent="0">
              <a:buNone/>
              <a:defRPr sz="577"/>
            </a:lvl8pPr>
            <a:lvl9pPr marL="2345619" indent="0">
              <a:buNone/>
              <a:defRPr sz="577"/>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extLst>
      <p:ext uri="{BB962C8B-B14F-4D97-AF65-F5344CB8AC3E}">
        <p14:creationId xmlns:p14="http://schemas.microsoft.com/office/powerpoint/2010/main" val="285390789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91759" y="3078770"/>
            <a:ext cx="8852007" cy="363466"/>
          </a:xfrm>
        </p:spPr>
        <p:txBody>
          <a:bodyPr anchor="b"/>
          <a:lstStyle>
            <a:lvl1pPr algn="l">
              <a:defRPr sz="1283" b="1"/>
            </a:lvl1pPr>
          </a:lstStyle>
          <a:p>
            <a:r>
              <a:rPr lang="en-US"/>
              <a:t>Click to edit Master title style</a:t>
            </a:r>
          </a:p>
        </p:txBody>
      </p:sp>
      <p:sp>
        <p:nvSpPr>
          <p:cNvPr id="3" name="Picture Placeholder 2"/>
          <p:cNvSpPr>
            <a:spLocks noGrp="1"/>
          </p:cNvSpPr>
          <p:nvPr>
            <p:ph type="pic" idx="1"/>
          </p:nvPr>
        </p:nvSpPr>
        <p:spPr>
          <a:xfrm>
            <a:off x="2891759" y="392991"/>
            <a:ext cx="8852007" cy="2638945"/>
          </a:xfrm>
        </p:spPr>
        <p:txBody>
          <a:bodyPr/>
          <a:lstStyle>
            <a:lvl1pPr marL="0" indent="0">
              <a:buNone/>
              <a:defRPr sz="2052"/>
            </a:lvl1pPr>
            <a:lvl2pPr marL="293202" indent="0">
              <a:buNone/>
              <a:defRPr sz="1796"/>
            </a:lvl2pPr>
            <a:lvl3pPr marL="586405" indent="0">
              <a:buNone/>
              <a:defRPr sz="1539"/>
            </a:lvl3pPr>
            <a:lvl4pPr marL="879607" indent="0">
              <a:buNone/>
              <a:defRPr sz="1283"/>
            </a:lvl4pPr>
            <a:lvl5pPr marL="1172809" indent="0">
              <a:buNone/>
              <a:defRPr sz="1283"/>
            </a:lvl5pPr>
            <a:lvl6pPr marL="1466012" indent="0">
              <a:buNone/>
              <a:defRPr sz="1283"/>
            </a:lvl6pPr>
            <a:lvl7pPr marL="1759214" indent="0">
              <a:buNone/>
              <a:defRPr sz="1283"/>
            </a:lvl7pPr>
            <a:lvl8pPr marL="2052417" indent="0">
              <a:buNone/>
              <a:defRPr sz="1283"/>
            </a:lvl8pPr>
            <a:lvl9pPr marL="2345619" indent="0">
              <a:buNone/>
              <a:defRPr sz="1283"/>
            </a:lvl9pPr>
          </a:lstStyle>
          <a:p>
            <a:endParaRPr lang="en-US"/>
          </a:p>
        </p:txBody>
      </p:sp>
      <p:sp>
        <p:nvSpPr>
          <p:cNvPr id="4" name="Text Placeholder 3"/>
          <p:cNvSpPr>
            <a:spLocks noGrp="1"/>
          </p:cNvSpPr>
          <p:nvPr>
            <p:ph type="body" sz="half" idx="2"/>
          </p:nvPr>
        </p:nvSpPr>
        <p:spPr>
          <a:xfrm>
            <a:off x="2891759" y="3442236"/>
            <a:ext cx="8852007" cy="516182"/>
          </a:xfrm>
        </p:spPr>
        <p:txBody>
          <a:bodyPr/>
          <a:lstStyle>
            <a:lvl1pPr marL="0" indent="0">
              <a:buNone/>
              <a:defRPr sz="898"/>
            </a:lvl1pPr>
            <a:lvl2pPr marL="293202" indent="0">
              <a:buNone/>
              <a:defRPr sz="770"/>
            </a:lvl2pPr>
            <a:lvl3pPr marL="586405" indent="0">
              <a:buNone/>
              <a:defRPr sz="641"/>
            </a:lvl3pPr>
            <a:lvl4pPr marL="879607" indent="0">
              <a:buNone/>
              <a:defRPr sz="577"/>
            </a:lvl4pPr>
            <a:lvl5pPr marL="1172809" indent="0">
              <a:buNone/>
              <a:defRPr sz="577"/>
            </a:lvl5pPr>
            <a:lvl6pPr marL="1466012" indent="0">
              <a:buNone/>
              <a:defRPr sz="577"/>
            </a:lvl6pPr>
            <a:lvl7pPr marL="1759214" indent="0">
              <a:buNone/>
              <a:defRPr sz="577"/>
            </a:lvl7pPr>
            <a:lvl8pPr marL="2052417" indent="0">
              <a:buNone/>
              <a:defRPr sz="577"/>
            </a:lvl8pPr>
            <a:lvl9pPr marL="2345619" indent="0">
              <a:buNone/>
              <a:defRPr sz="577"/>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extLst>
      <p:ext uri="{BB962C8B-B14F-4D97-AF65-F5344CB8AC3E}">
        <p14:creationId xmlns:p14="http://schemas.microsoft.com/office/powerpoint/2010/main" val="88452242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extLst>
      <p:ext uri="{BB962C8B-B14F-4D97-AF65-F5344CB8AC3E}">
        <p14:creationId xmlns:p14="http://schemas.microsoft.com/office/powerpoint/2010/main" val="327739457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696175" y="176134"/>
            <a:ext cx="3319503" cy="375276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37667" y="176134"/>
            <a:ext cx="9712618" cy="375276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extLst>
      <p:ext uri="{BB962C8B-B14F-4D97-AF65-F5344CB8AC3E}">
        <p14:creationId xmlns:p14="http://schemas.microsoft.com/office/powerpoint/2010/main" val="387851893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a:p>
        </p:txBody>
      </p:sp>
      <p:sp>
        <p:nvSpPr>
          <p:cNvPr id="4" name="Date Placeholder 3"/>
          <p:cNvSpPr>
            <a:spLocks noGrp="1"/>
          </p:cNvSpPr>
          <p:nvPr>
            <p:ph type="dt" sz="half" idx="10"/>
          </p:nvPr>
        </p:nvSpPr>
        <p:spPr/>
        <p:txBody>
          <a:bodyPr/>
          <a:lstStyle/>
          <a:p>
            <a:fld id="{21C99465-F32B-4D51-85C3-5D5CFABDAB84}" type="datetimeFigureOut">
              <a:rPr lang="fr-CI" smtClean="0"/>
              <a:t>18/03/2026</a:t>
            </a:fld>
            <a:endParaRPr lang="fr-CI"/>
          </a:p>
        </p:txBody>
      </p:sp>
      <p:sp>
        <p:nvSpPr>
          <p:cNvPr id="5" name="Footer Placeholder 4"/>
          <p:cNvSpPr>
            <a:spLocks noGrp="1"/>
          </p:cNvSpPr>
          <p:nvPr>
            <p:ph type="ftr" sz="quarter" idx="11"/>
          </p:nvPr>
        </p:nvSpPr>
        <p:spPr/>
        <p:txBody>
          <a:bodyPr/>
          <a:lstStyle/>
          <a:p>
            <a:endParaRPr lang="fr-CI"/>
          </a:p>
        </p:txBody>
      </p:sp>
      <p:sp>
        <p:nvSpPr>
          <p:cNvPr id="6" name="Slide Number Placeholder 5"/>
          <p:cNvSpPr>
            <a:spLocks noGrp="1"/>
          </p:cNvSpPr>
          <p:nvPr>
            <p:ph type="sldNum" sz="quarter" idx="12"/>
          </p:nvPr>
        </p:nvSpPr>
        <p:spPr/>
        <p:txBody>
          <a:bodyPr/>
          <a:lstStyle/>
          <a:p>
            <a:fld id="{D843DB3B-2DAE-45C8-8012-39AD7A5181D9}" type="slidenum">
              <a:rPr lang="fr-CI" smtClean="0"/>
              <a:t>‹N°›</a:t>
            </a:fld>
            <a:endParaRPr lang="fr-CI"/>
          </a:p>
        </p:txBody>
      </p:sp>
    </p:spTree>
    <p:extLst>
      <p:ext uri="{BB962C8B-B14F-4D97-AF65-F5344CB8AC3E}">
        <p14:creationId xmlns:p14="http://schemas.microsoft.com/office/powerpoint/2010/main" val="312187340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Date Placeholder 3"/>
          <p:cNvSpPr>
            <a:spLocks noGrp="1"/>
          </p:cNvSpPr>
          <p:nvPr>
            <p:ph type="dt" sz="half" idx="10"/>
          </p:nvPr>
        </p:nvSpPr>
        <p:spPr/>
        <p:txBody>
          <a:bodyPr/>
          <a:lstStyle/>
          <a:p>
            <a:fld id="{21C99465-F32B-4D51-85C3-5D5CFABDAB84}" type="datetimeFigureOut">
              <a:rPr lang="fr-CI" smtClean="0"/>
              <a:t>18/03/2026</a:t>
            </a:fld>
            <a:endParaRPr lang="fr-CI"/>
          </a:p>
        </p:txBody>
      </p:sp>
      <p:sp>
        <p:nvSpPr>
          <p:cNvPr id="5" name="Footer Placeholder 4"/>
          <p:cNvSpPr>
            <a:spLocks noGrp="1"/>
          </p:cNvSpPr>
          <p:nvPr>
            <p:ph type="ftr" sz="quarter" idx="11"/>
          </p:nvPr>
        </p:nvSpPr>
        <p:spPr/>
        <p:txBody>
          <a:bodyPr/>
          <a:lstStyle/>
          <a:p>
            <a:endParaRPr lang="fr-CI"/>
          </a:p>
        </p:txBody>
      </p:sp>
      <p:sp>
        <p:nvSpPr>
          <p:cNvPr id="6" name="Slide Number Placeholder 5"/>
          <p:cNvSpPr>
            <a:spLocks noGrp="1"/>
          </p:cNvSpPr>
          <p:nvPr>
            <p:ph type="sldNum" sz="quarter" idx="12"/>
          </p:nvPr>
        </p:nvSpPr>
        <p:spPr/>
        <p:txBody>
          <a:bodyPr/>
          <a:lstStyle/>
          <a:p>
            <a:fld id="{D843DB3B-2DAE-45C8-8012-39AD7A5181D9}" type="slidenum">
              <a:rPr lang="fr-CI" smtClean="0"/>
              <a:t>‹N°›</a:t>
            </a:fld>
            <a:endParaRPr lang="fr-CI"/>
          </a:p>
        </p:txBody>
      </p:sp>
    </p:spTree>
    <p:extLst>
      <p:ext uri="{BB962C8B-B14F-4D97-AF65-F5344CB8AC3E}">
        <p14:creationId xmlns:p14="http://schemas.microsoft.com/office/powerpoint/2010/main" val="92193241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fr-FR"/>
              <a:t>Modifiez le style du titre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21C99465-F32B-4D51-85C3-5D5CFABDAB84}" type="datetimeFigureOut">
              <a:rPr lang="fr-CI" smtClean="0"/>
              <a:t>18/03/2026</a:t>
            </a:fld>
            <a:endParaRPr lang="fr-CI"/>
          </a:p>
        </p:txBody>
      </p:sp>
      <p:sp>
        <p:nvSpPr>
          <p:cNvPr id="5" name="Footer Placeholder 4"/>
          <p:cNvSpPr>
            <a:spLocks noGrp="1"/>
          </p:cNvSpPr>
          <p:nvPr>
            <p:ph type="ftr" sz="quarter" idx="11"/>
          </p:nvPr>
        </p:nvSpPr>
        <p:spPr/>
        <p:txBody>
          <a:bodyPr/>
          <a:lstStyle/>
          <a:p>
            <a:endParaRPr lang="fr-CI"/>
          </a:p>
        </p:txBody>
      </p:sp>
      <p:sp>
        <p:nvSpPr>
          <p:cNvPr id="6" name="Slide Number Placeholder 5"/>
          <p:cNvSpPr>
            <a:spLocks noGrp="1"/>
          </p:cNvSpPr>
          <p:nvPr>
            <p:ph type="sldNum" sz="quarter" idx="12"/>
          </p:nvPr>
        </p:nvSpPr>
        <p:spPr/>
        <p:txBody>
          <a:bodyPr/>
          <a:lstStyle/>
          <a:p>
            <a:fld id="{D843DB3B-2DAE-45C8-8012-39AD7A5181D9}" type="slidenum">
              <a:rPr lang="fr-CI" smtClean="0"/>
              <a:t>‹N°›</a:t>
            </a:fld>
            <a:endParaRPr lang="fr-CI"/>
          </a:p>
        </p:txBody>
      </p:sp>
    </p:spTree>
    <p:extLst>
      <p:ext uri="{BB962C8B-B14F-4D97-AF65-F5344CB8AC3E}">
        <p14:creationId xmlns:p14="http://schemas.microsoft.com/office/powerpoint/2010/main" val="362402618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5" name="Date Placeholder 4"/>
          <p:cNvSpPr>
            <a:spLocks noGrp="1"/>
          </p:cNvSpPr>
          <p:nvPr>
            <p:ph type="dt" sz="half" idx="10"/>
          </p:nvPr>
        </p:nvSpPr>
        <p:spPr/>
        <p:txBody>
          <a:bodyPr/>
          <a:lstStyle/>
          <a:p>
            <a:fld id="{21C99465-F32B-4D51-85C3-5D5CFABDAB84}" type="datetimeFigureOut">
              <a:rPr lang="fr-CI" smtClean="0"/>
              <a:t>18/03/2026</a:t>
            </a:fld>
            <a:endParaRPr lang="fr-CI"/>
          </a:p>
        </p:txBody>
      </p:sp>
      <p:sp>
        <p:nvSpPr>
          <p:cNvPr id="6" name="Footer Placeholder 5"/>
          <p:cNvSpPr>
            <a:spLocks noGrp="1"/>
          </p:cNvSpPr>
          <p:nvPr>
            <p:ph type="ftr" sz="quarter" idx="11"/>
          </p:nvPr>
        </p:nvSpPr>
        <p:spPr/>
        <p:txBody>
          <a:bodyPr/>
          <a:lstStyle/>
          <a:p>
            <a:endParaRPr lang="fr-CI"/>
          </a:p>
        </p:txBody>
      </p:sp>
      <p:sp>
        <p:nvSpPr>
          <p:cNvPr id="7" name="Slide Number Placeholder 6"/>
          <p:cNvSpPr>
            <a:spLocks noGrp="1"/>
          </p:cNvSpPr>
          <p:nvPr>
            <p:ph type="sldNum" sz="quarter" idx="12"/>
          </p:nvPr>
        </p:nvSpPr>
        <p:spPr/>
        <p:txBody>
          <a:bodyPr/>
          <a:lstStyle/>
          <a:p>
            <a:fld id="{D843DB3B-2DAE-45C8-8012-39AD7A5181D9}" type="slidenum">
              <a:rPr lang="fr-CI" smtClean="0"/>
              <a:t>‹N°›</a:t>
            </a:fld>
            <a:endParaRPr lang="fr-CI"/>
          </a:p>
        </p:txBody>
      </p:sp>
    </p:spTree>
    <p:extLst>
      <p:ext uri="{BB962C8B-B14F-4D97-AF65-F5344CB8AC3E}">
        <p14:creationId xmlns:p14="http://schemas.microsoft.com/office/powerpoint/2010/main" val="314235936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fr-FR"/>
              <a:t>Modifiez le style du titre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7" name="Date Placeholder 6"/>
          <p:cNvSpPr>
            <a:spLocks noGrp="1"/>
          </p:cNvSpPr>
          <p:nvPr>
            <p:ph type="dt" sz="half" idx="10"/>
          </p:nvPr>
        </p:nvSpPr>
        <p:spPr/>
        <p:txBody>
          <a:bodyPr/>
          <a:lstStyle/>
          <a:p>
            <a:fld id="{21C99465-F32B-4D51-85C3-5D5CFABDAB84}" type="datetimeFigureOut">
              <a:rPr lang="fr-CI" smtClean="0"/>
              <a:t>18/03/2026</a:t>
            </a:fld>
            <a:endParaRPr lang="fr-CI"/>
          </a:p>
        </p:txBody>
      </p:sp>
      <p:sp>
        <p:nvSpPr>
          <p:cNvPr id="8" name="Footer Placeholder 7"/>
          <p:cNvSpPr>
            <a:spLocks noGrp="1"/>
          </p:cNvSpPr>
          <p:nvPr>
            <p:ph type="ftr" sz="quarter" idx="11"/>
          </p:nvPr>
        </p:nvSpPr>
        <p:spPr/>
        <p:txBody>
          <a:bodyPr/>
          <a:lstStyle/>
          <a:p>
            <a:endParaRPr lang="fr-CI"/>
          </a:p>
        </p:txBody>
      </p:sp>
      <p:sp>
        <p:nvSpPr>
          <p:cNvPr id="9" name="Slide Number Placeholder 8"/>
          <p:cNvSpPr>
            <a:spLocks noGrp="1"/>
          </p:cNvSpPr>
          <p:nvPr>
            <p:ph type="sldNum" sz="quarter" idx="12"/>
          </p:nvPr>
        </p:nvSpPr>
        <p:spPr/>
        <p:txBody>
          <a:bodyPr/>
          <a:lstStyle/>
          <a:p>
            <a:fld id="{D843DB3B-2DAE-45C8-8012-39AD7A5181D9}" type="slidenum">
              <a:rPr lang="fr-CI" smtClean="0"/>
              <a:t>‹N°›</a:t>
            </a:fld>
            <a:endParaRPr lang="fr-CI"/>
          </a:p>
        </p:txBody>
      </p:sp>
    </p:spTree>
    <p:extLst>
      <p:ext uri="{BB962C8B-B14F-4D97-AF65-F5344CB8AC3E}">
        <p14:creationId xmlns:p14="http://schemas.microsoft.com/office/powerpoint/2010/main" val="70317351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a:p>
        </p:txBody>
      </p:sp>
      <p:sp>
        <p:nvSpPr>
          <p:cNvPr id="3" name="Date Placeholder 2"/>
          <p:cNvSpPr>
            <a:spLocks noGrp="1"/>
          </p:cNvSpPr>
          <p:nvPr>
            <p:ph type="dt" sz="half" idx="10"/>
          </p:nvPr>
        </p:nvSpPr>
        <p:spPr/>
        <p:txBody>
          <a:bodyPr/>
          <a:lstStyle/>
          <a:p>
            <a:fld id="{21C99465-F32B-4D51-85C3-5D5CFABDAB84}" type="datetimeFigureOut">
              <a:rPr lang="fr-CI" smtClean="0"/>
              <a:t>18/03/2026</a:t>
            </a:fld>
            <a:endParaRPr lang="fr-CI"/>
          </a:p>
        </p:txBody>
      </p:sp>
      <p:sp>
        <p:nvSpPr>
          <p:cNvPr id="4" name="Footer Placeholder 3"/>
          <p:cNvSpPr>
            <a:spLocks noGrp="1"/>
          </p:cNvSpPr>
          <p:nvPr>
            <p:ph type="ftr" sz="quarter" idx="11"/>
          </p:nvPr>
        </p:nvSpPr>
        <p:spPr/>
        <p:txBody>
          <a:bodyPr/>
          <a:lstStyle/>
          <a:p>
            <a:endParaRPr lang="fr-CI"/>
          </a:p>
        </p:txBody>
      </p:sp>
      <p:sp>
        <p:nvSpPr>
          <p:cNvPr id="5" name="Slide Number Placeholder 4"/>
          <p:cNvSpPr>
            <a:spLocks noGrp="1"/>
          </p:cNvSpPr>
          <p:nvPr>
            <p:ph type="sldNum" sz="quarter" idx="12"/>
          </p:nvPr>
        </p:nvSpPr>
        <p:spPr/>
        <p:txBody>
          <a:bodyPr/>
          <a:lstStyle/>
          <a:p>
            <a:fld id="{D843DB3B-2DAE-45C8-8012-39AD7A5181D9}" type="slidenum">
              <a:rPr lang="fr-CI" smtClean="0"/>
              <a:t>‹N°›</a:t>
            </a:fld>
            <a:endParaRPr lang="fr-CI"/>
          </a:p>
        </p:txBody>
      </p:sp>
    </p:spTree>
    <p:extLst>
      <p:ext uri="{BB962C8B-B14F-4D97-AF65-F5344CB8AC3E}">
        <p14:creationId xmlns:p14="http://schemas.microsoft.com/office/powerpoint/2010/main" val="388429092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1C99465-F32B-4D51-85C3-5D5CFABDAB84}" type="datetimeFigureOut">
              <a:rPr lang="fr-CI" smtClean="0"/>
              <a:t>18/03/2026</a:t>
            </a:fld>
            <a:endParaRPr lang="fr-CI"/>
          </a:p>
        </p:txBody>
      </p:sp>
      <p:sp>
        <p:nvSpPr>
          <p:cNvPr id="3" name="Footer Placeholder 2"/>
          <p:cNvSpPr>
            <a:spLocks noGrp="1"/>
          </p:cNvSpPr>
          <p:nvPr>
            <p:ph type="ftr" sz="quarter" idx="11"/>
          </p:nvPr>
        </p:nvSpPr>
        <p:spPr/>
        <p:txBody>
          <a:bodyPr/>
          <a:lstStyle/>
          <a:p>
            <a:endParaRPr lang="fr-CI"/>
          </a:p>
        </p:txBody>
      </p:sp>
      <p:sp>
        <p:nvSpPr>
          <p:cNvPr id="4" name="Slide Number Placeholder 3"/>
          <p:cNvSpPr>
            <a:spLocks noGrp="1"/>
          </p:cNvSpPr>
          <p:nvPr>
            <p:ph type="sldNum" sz="quarter" idx="12"/>
          </p:nvPr>
        </p:nvSpPr>
        <p:spPr/>
        <p:txBody>
          <a:bodyPr/>
          <a:lstStyle/>
          <a:p>
            <a:fld id="{D843DB3B-2DAE-45C8-8012-39AD7A5181D9}" type="slidenum">
              <a:rPr lang="fr-CI" smtClean="0"/>
              <a:t>‹N°›</a:t>
            </a:fld>
            <a:endParaRPr lang="fr-CI"/>
          </a:p>
        </p:txBody>
      </p:sp>
    </p:spTree>
    <p:extLst>
      <p:ext uri="{BB962C8B-B14F-4D97-AF65-F5344CB8AC3E}">
        <p14:creationId xmlns:p14="http://schemas.microsoft.com/office/powerpoint/2010/main" val="143139797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21C99465-F32B-4D51-85C3-5D5CFABDAB84}" type="datetimeFigureOut">
              <a:rPr lang="fr-CI" smtClean="0"/>
              <a:t>18/03/2026</a:t>
            </a:fld>
            <a:endParaRPr lang="fr-CI"/>
          </a:p>
        </p:txBody>
      </p:sp>
      <p:sp>
        <p:nvSpPr>
          <p:cNvPr id="6" name="Footer Placeholder 5"/>
          <p:cNvSpPr>
            <a:spLocks noGrp="1"/>
          </p:cNvSpPr>
          <p:nvPr>
            <p:ph type="ftr" sz="quarter" idx="11"/>
          </p:nvPr>
        </p:nvSpPr>
        <p:spPr/>
        <p:txBody>
          <a:bodyPr/>
          <a:lstStyle/>
          <a:p>
            <a:endParaRPr lang="fr-CI"/>
          </a:p>
        </p:txBody>
      </p:sp>
      <p:sp>
        <p:nvSpPr>
          <p:cNvPr id="7" name="Slide Number Placeholder 6"/>
          <p:cNvSpPr>
            <a:spLocks noGrp="1"/>
          </p:cNvSpPr>
          <p:nvPr>
            <p:ph type="sldNum" sz="quarter" idx="12"/>
          </p:nvPr>
        </p:nvSpPr>
        <p:spPr/>
        <p:txBody>
          <a:bodyPr/>
          <a:lstStyle/>
          <a:p>
            <a:fld id="{D843DB3B-2DAE-45C8-8012-39AD7A5181D9}" type="slidenum">
              <a:rPr lang="fr-CI" smtClean="0"/>
              <a:t>‹N°›</a:t>
            </a:fld>
            <a:endParaRPr lang="fr-CI"/>
          </a:p>
        </p:txBody>
      </p:sp>
    </p:spTree>
    <p:extLst>
      <p:ext uri="{BB962C8B-B14F-4D97-AF65-F5344CB8AC3E}">
        <p14:creationId xmlns:p14="http://schemas.microsoft.com/office/powerpoint/2010/main" val="296899120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21C99465-F32B-4D51-85C3-5D5CFABDAB84}" type="datetimeFigureOut">
              <a:rPr lang="fr-CI" smtClean="0"/>
              <a:t>18/03/2026</a:t>
            </a:fld>
            <a:endParaRPr lang="fr-CI"/>
          </a:p>
        </p:txBody>
      </p:sp>
      <p:sp>
        <p:nvSpPr>
          <p:cNvPr id="6" name="Footer Placeholder 5"/>
          <p:cNvSpPr>
            <a:spLocks noGrp="1"/>
          </p:cNvSpPr>
          <p:nvPr>
            <p:ph type="ftr" sz="quarter" idx="11"/>
          </p:nvPr>
        </p:nvSpPr>
        <p:spPr/>
        <p:txBody>
          <a:bodyPr/>
          <a:lstStyle/>
          <a:p>
            <a:endParaRPr lang="fr-CI"/>
          </a:p>
        </p:txBody>
      </p:sp>
      <p:sp>
        <p:nvSpPr>
          <p:cNvPr id="7" name="Slide Number Placeholder 6"/>
          <p:cNvSpPr>
            <a:spLocks noGrp="1"/>
          </p:cNvSpPr>
          <p:nvPr>
            <p:ph type="sldNum" sz="quarter" idx="12"/>
          </p:nvPr>
        </p:nvSpPr>
        <p:spPr/>
        <p:txBody>
          <a:bodyPr/>
          <a:lstStyle/>
          <a:p>
            <a:fld id="{D843DB3B-2DAE-45C8-8012-39AD7A5181D9}" type="slidenum">
              <a:rPr lang="fr-CI" smtClean="0"/>
              <a:t>‹N°›</a:t>
            </a:fld>
            <a:endParaRPr lang="fr-CI"/>
          </a:p>
        </p:txBody>
      </p:sp>
    </p:spTree>
    <p:extLst>
      <p:ext uri="{BB962C8B-B14F-4D97-AF65-F5344CB8AC3E}">
        <p14:creationId xmlns:p14="http://schemas.microsoft.com/office/powerpoint/2010/main" val="48574510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a:p>
        </p:txBody>
      </p:sp>
      <p:sp>
        <p:nvSpPr>
          <p:cNvPr id="3" name="Vertical Text Placeholder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Date Placeholder 3"/>
          <p:cNvSpPr>
            <a:spLocks noGrp="1"/>
          </p:cNvSpPr>
          <p:nvPr>
            <p:ph type="dt" sz="half" idx="10"/>
          </p:nvPr>
        </p:nvSpPr>
        <p:spPr/>
        <p:txBody>
          <a:bodyPr/>
          <a:lstStyle/>
          <a:p>
            <a:fld id="{21C99465-F32B-4D51-85C3-5D5CFABDAB84}" type="datetimeFigureOut">
              <a:rPr lang="fr-CI" smtClean="0"/>
              <a:t>18/03/2026</a:t>
            </a:fld>
            <a:endParaRPr lang="fr-CI"/>
          </a:p>
        </p:txBody>
      </p:sp>
      <p:sp>
        <p:nvSpPr>
          <p:cNvPr id="5" name="Footer Placeholder 4"/>
          <p:cNvSpPr>
            <a:spLocks noGrp="1"/>
          </p:cNvSpPr>
          <p:nvPr>
            <p:ph type="ftr" sz="quarter" idx="11"/>
          </p:nvPr>
        </p:nvSpPr>
        <p:spPr/>
        <p:txBody>
          <a:bodyPr/>
          <a:lstStyle/>
          <a:p>
            <a:endParaRPr lang="fr-CI"/>
          </a:p>
        </p:txBody>
      </p:sp>
      <p:sp>
        <p:nvSpPr>
          <p:cNvPr id="6" name="Slide Number Placeholder 5"/>
          <p:cNvSpPr>
            <a:spLocks noGrp="1"/>
          </p:cNvSpPr>
          <p:nvPr>
            <p:ph type="sldNum" sz="quarter" idx="12"/>
          </p:nvPr>
        </p:nvSpPr>
        <p:spPr/>
        <p:txBody>
          <a:bodyPr/>
          <a:lstStyle/>
          <a:p>
            <a:fld id="{D843DB3B-2DAE-45C8-8012-39AD7A5181D9}" type="slidenum">
              <a:rPr lang="fr-CI" smtClean="0"/>
              <a:t>‹N°›</a:t>
            </a:fld>
            <a:endParaRPr lang="fr-CI"/>
          </a:p>
        </p:txBody>
      </p:sp>
    </p:spTree>
    <p:extLst>
      <p:ext uri="{BB962C8B-B14F-4D97-AF65-F5344CB8AC3E}">
        <p14:creationId xmlns:p14="http://schemas.microsoft.com/office/powerpoint/2010/main" val="299687961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fr-FR"/>
              <a:t>Modifiez le style du titre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Date Placeholder 3"/>
          <p:cNvSpPr>
            <a:spLocks noGrp="1"/>
          </p:cNvSpPr>
          <p:nvPr>
            <p:ph type="dt" sz="half" idx="10"/>
          </p:nvPr>
        </p:nvSpPr>
        <p:spPr/>
        <p:txBody>
          <a:bodyPr/>
          <a:lstStyle/>
          <a:p>
            <a:fld id="{21C99465-F32B-4D51-85C3-5D5CFABDAB84}" type="datetimeFigureOut">
              <a:rPr lang="fr-CI" smtClean="0"/>
              <a:t>18/03/2026</a:t>
            </a:fld>
            <a:endParaRPr lang="fr-CI"/>
          </a:p>
        </p:txBody>
      </p:sp>
      <p:sp>
        <p:nvSpPr>
          <p:cNvPr id="5" name="Footer Placeholder 4"/>
          <p:cNvSpPr>
            <a:spLocks noGrp="1"/>
          </p:cNvSpPr>
          <p:nvPr>
            <p:ph type="ftr" sz="quarter" idx="11"/>
          </p:nvPr>
        </p:nvSpPr>
        <p:spPr/>
        <p:txBody>
          <a:bodyPr/>
          <a:lstStyle/>
          <a:p>
            <a:endParaRPr lang="fr-CI"/>
          </a:p>
        </p:txBody>
      </p:sp>
      <p:sp>
        <p:nvSpPr>
          <p:cNvPr id="6" name="Slide Number Placeholder 5"/>
          <p:cNvSpPr>
            <a:spLocks noGrp="1"/>
          </p:cNvSpPr>
          <p:nvPr>
            <p:ph type="sldNum" sz="quarter" idx="12"/>
          </p:nvPr>
        </p:nvSpPr>
        <p:spPr/>
        <p:txBody>
          <a:bodyPr/>
          <a:lstStyle/>
          <a:p>
            <a:fld id="{D843DB3B-2DAE-45C8-8012-39AD7A5181D9}" type="slidenum">
              <a:rPr lang="fr-CI" smtClean="0"/>
              <a:t>‹N°›</a:t>
            </a:fld>
            <a:endParaRPr lang="fr-CI"/>
          </a:p>
        </p:txBody>
      </p:sp>
    </p:spTree>
    <p:extLst>
      <p:ext uri="{BB962C8B-B14F-4D97-AF65-F5344CB8AC3E}">
        <p14:creationId xmlns:p14="http://schemas.microsoft.com/office/powerpoint/2010/main" val="289429959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cSld name="Solution">
    <p:spTree>
      <p:nvGrpSpPr>
        <p:cNvPr id="1" name=""/>
        <p:cNvGrpSpPr/>
        <p:nvPr/>
      </p:nvGrpSpPr>
      <p:grpSpPr>
        <a:xfrm>
          <a:off x="0" y="0"/>
          <a:ext cx="0" cy="0"/>
          <a:chOff x="0" y="0"/>
          <a:chExt cx="0" cy="0"/>
        </a:xfrm>
      </p:grpSpPr>
      <p:sp>
        <p:nvSpPr>
          <p:cNvPr id="2" name="Google Shape;501;p50">
            <a:extLst>
              <a:ext uri="{FF2B5EF4-FFF2-40B4-BE49-F238E27FC236}">
                <a16:creationId xmlns:a16="http://schemas.microsoft.com/office/drawing/2014/main" id="{DC588582-0E5D-A959-C379-B23B2F68104A}"/>
              </a:ext>
            </a:extLst>
          </p:cNvPr>
          <p:cNvSpPr txBox="1">
            <a:spLocks noGrp="1"/>
          </p:cNvSpPr>
          <p:nvPr>
            <p:ph type="title"/>
          </p:nvPr>
        </p:nvSpPr>
        <p:spPr>
          <a:xfrm>
            <a:off x="6858000" y="365129"/>
            <a:ext cx="4602303" cy="1325697"/>
          </a:xfrm>
        </p:spPr>
        <p:txBody>
          <a:bodyPr/>
          <a:lstStyle>
            <a:lvl1pPr>
              <a:defRPr>
                <a:solidFill>
                  <a:srgbClr val="7F7F7F"/>
                </a:solidFill>
              </a:defRPr>
            </a:lvl1pPr>
          </a:lstStyle>
          <a:p>
            <a:pPr lvl="0"/>
            <a:endParaRPr lang="fr-FR"/>
          </a:p>
        </p:txBody>
      </p:sp>
      <p:sp>
        <p:nvSpPr>
          <p:cNvPr id="3" name="Google Shape;503;p50">
            <a:extLst>
              <a:ext uri="{FF2B5EF4-FFF2-40B4-BE49-F238E27FC236}">
                <a16:creationId xmlns:a16="http://schemas.microsoft.com/office/drawing/2014/main" id="{EEAF7AE9-FAF2-5DF6-FE35-A8BE45DB3BD4}"/>
              </a:ext>
            </a:extLst>
          </p:cNvPr>
          <p:cNvSpPr txBox="1">
            <a:spLocks noGrp="1"/>
          </p:cNvSpPr>
          <p:nvPr>
            <p:ph type="body" idx="4294967295"/>
          </p:nvPr>
        </p:nvSpPr>
        <p:spPr>
          <a:xfrm>
            <a:off x="6858000" y="1691640"/>
            <a:ext cx="3931801" cy="338401"/>
          </a:xfrm>
        </p:spPr>
        <p:txBody>
          <a:bodyPr anchor="b">
            <a:noAutofit/>
          </a:bodyPr>
          <a:lstStyle>
            <a:lvl1pPr marL="414771" indent="-207385">
              <a:spcBef>
                <a:spcPts val="905"/>
              </a:spcBef>
              <a:buNone/>
              <a:defRPr sz="1814">
                <a:solidFill>
                  <a:srgbClr val="FFC000"/>
                </a:solidFill>
              </a:defRPr>
            </a:lvl1pPr>
          </a:lstStyle>
          <a:p>
            <a:pPr lvl="0"/>
            <a:endParaRPr lang="fr-FR"/>
          </a:p>
        </p:txBody>
      </p:sp>
      <p:sp>
        <p:nvSpPr>
          <p:cNvPr id="4" name="Google Shape;504;p50">
            <a:extLst>
              <a:ext uri="{FF2B5EF4-FFF2-40B4-BE49-F238E27FC236}">
                <a16:creationId xmlns:a16="http://schemas.microsoft.com/office/drawing/2014/main" id="{8DCFCD00-4AFE-3579-E11D-BD7AF9AECF8B}"/>
              </a:ext>
            </a:extLst>
          </p:cNvPr>
          <p:cNvSpPr txBox="1">
            <a:spLocks noGrp="1"/>
          </p:cNvSpPr>
          <p:nvPr>
            <p:ph type="body" idx="4294967295"/>
          </p:nvPr>
        </p:nvSpPr>
        <p:spPr>
          <a:xfrm>
            <a:off x="6858000" y="2093976"/>
            <a:ext cx="4572000" cy="530397"/>
          </a:xfrm>
        </p:spPr>
        <p:txBody>
          <a:bodyPr>
            <a:noAutofit/>
          </a:bodyPr>
          <a:lstStyle>
            <a:lvl1pPr marL="414771" indent="-207385">
              <a:lnSpc>
                <a:spcPct val="142857"/>
              </a:lnSpc>
              <a:spcBef>
                <a:spcPts val="905"/>
              </a:spcBef>
              <a:buNone/>
              <a:defRPr sz="1270"/>
            </a:lvl1pPr>
          </a:lstStyle>
          <a:p>
            <a:pPr lvl="0"/>
            <a:endParaRPr lang="fr-FR"/>
          </a:p>
        </p:txBody>
      </p:sp>
      <p:sp>
        <p:nvSpPr>
          <p:cNvPr id="5" name="Google Shape;505;p50">
            <a:extLst>
              <a:ext uri="{FF2B5EF4-FFF2-40B4-BE49-F238E27FC236}">
                <a16:creationId xmlns:a16="http://schemas.microsoft.com/office/drawing/2014/main" id="{E5F245E5-E044-3240-D111-C763A8852640}"/>
              </a:ext>
            </a:extLst>
          </p:cNvPr>
          <p:cNvSpPr txBox="1">
            <a:spLocks noGrp="1"/>
          </p:cNvSpPr>
          <p:nvPr>
            <p:ph type="body" idx="4294967295"/>
          </p:nvPr>
        </p:nvSpPr>
        <p:spPr>
          <a:xfrm>
            <a:off x="6858000" y="2962656"/>
            <a:ext cx="3931801" cy="338401"/>
          </a:xfrm>
        </p:spPr>
        <p:txBody>
          <a:bodyPr anchor="b">
            <a:noAutofit/>
          </a:bodyPr>
          <a:lstStyle>
            <a:lvl1pPr marL="414771" indent="-207385">
              <a:spcBef>
                <a:spcPts val="905"/>
              </a:spcBef>
              <a:buNone/>
              <a:defRPr sz="1814">
                <a:solidFill>
                  <a:srgbClr val="FFC000"/>
                </a:solidFill>
              </a:defRPr>
            </a:lvl1pPr>
          </a:lstStyle>
          <a:p>
            <a:pPr lvl="0"/>
            <a:endParaRPr lang="fr-FR"/>
          </a:p>
        </p:txBody>
      </p:sp>
      <p:sp>
        <p:nvSpPr>
          <p:cNvPr id="6" name="Google Shape;506;p50">
            <a:extLst>
              <a:ext uri="{FF2B5EF4-FFF2-40B4-BE49-F238E27FC236}">
                <a16:creationId xmlns:a16="http://schemas.microsoft.com/office/drawing/2014/main" id="{79BF5089-E789-AF78-8CEE-52662C5EE271}"/>
              </a:ext>
            </a:extLst>
          </p:cNvPr>
          <p:cNvSpPr txBox="1">
            <a:spLocks noGrp="1"/>
          </p:cNvSpPr>
          <p:nvPr>
            <p:ph type="body" idx="4294967295"/>
          </p:nvPr>
        </p:nvSpPr>
        <p:spPr>
          <a:xfrm>
            <a:off x="6858000" y="3310128"/>
            <a:ext cx="4572000" cy="530397"/>
          </a:xfrm>
        </p:spPr>
        <p:txBody>
          <a:bodyPr>
            <a:noAutofit/>
          </a:bodyPr>
          <a:lstStyle>
            <a:lvl1pPr marL="414771" indent="-207385">
              <a:lnSpc>
                <a:spcPct val="142857"/>
              </a:lnSpc>
              <a:spcBef>
                <a:spcPts val="905"/>
              </a:spcBef>
              <a:buNone/>
              <a:defRPr sz="1270"/>
            </a:lvl1pPr>
          </a:lstStyle>
          <a:p>
            <a:pPr lvl="0"/>
            <a:endParaRPr lang="fr-FR"/>
          </a:p>
        </p:txBody>
      </p:sp>
      <p:sp>
        <p:nvSpPr>
          <p:cNvPr id="7" name="Google Shape;507;p50">
            <a:extLst>
              <a:ext uri="{FF2B5EF4-FFF2-40B4-BE49-F238E27FC236}">
                <a16:creationId xmlns:a16="http://schemas.microsoft.com/office/drawing/2014/main" id="{5F0B94A9-56D9-34D0-C285-26BFDCE7CA18}"/>
              </a:ext>
            </a:extLst>
          </p:cNvPr>
          <p:cNvSpPr txBox="1">
            <a:spLocks noGrp="1"/>
          </p:cNvSpPr>
          <p:nvPr>
            <p:ph type="body" idx="4294967295"/>
          </p:nvPr>
        </p:nvSpPr>
        <p:spPr>
          <a:xfrm>
            <a:off x="6870353" y="3931920"/>
            <a:ext cx="3931801" cy="338401"/>
          </a:xfrm>
        </p:spPr>
        <p:txBody>
          <a:bodyPr anchor="b">
            <a:noAutofit/>
          </a:bodyPr>
          <a:lstStyle>
            <a:lvl1pPr marL="414771" indent="-207385">
              <a:spcBef>
                <a:spcPts val="905"/>
              </a:spcBef>
              <a:buNone/>
              <a:defRPr sz="1814">
                <a:solidFill>
                  <a:srgbClr val="FFC000"/>
                </a:solidFill>
              </a:defRPr>
            </a:lvl1pPr>
          </a:lstStyle>
          <a:p>
            <a:pPr lvl="0"/>
            <a:endParaRPr lang="fr-FR"/>
          </a:p>
        </p:txBody>
      </p:sp>
      <p:sp>
        <p:nvSpPr>
          <p:cNvPr id="8" name="Google Shape;508;p50">
            <a:extLst>
              <a:ext uri="{FF2B5EF4-FFF2-40B4-BE49-F238E27FC236}">
                <a16:creationId xmlns:a16="http://schemas.microsoft.com/office/drawing/2014/main" id="{7DF440B2-2611-9029-4F77-5B5B6405F06A}"/>
              </a:ext>
            </a:extLst>
          </p:cNvPr>
          <p:cNvSpPr txBox="1">
            <a:spLocks noGrp="1"/>
          </p:cNvSpPr>
          <p:nvPr>
            <p:ph type="body" idx="4294967295"/>
          </p:nvPr>
        </p:nvSpPr>
        <p:spPr>
          <a:xfrm>
            <a:off x="6870353" y="4270248"/>
            <a:ext cx="4572000" cy="530397"/>
          </a:xfrm>
        </p:spPr>
        <p:txBody>
          <a:bodyPr>
            <a:noAutofit/>
          </a:bodyPr>
          <a:lstStyle>
            <a:lvl1pPr marL="414771" indent="-207385">
              <a:lnSpc>
                <a:spcPct val="142857"/>
              </a:lnSpc>
              <a:spcBef>
                <a:spcPts val="905"/>
              </a:spcBef>
              <a:buNone/>
              <a:defRPr sz="1270"/>
            </a:lvl1pPr>
          </a:lstStyle>
          <a:p>
            <a:pPr lvl="0"/>
            <a:endParaRPr lang="fr-FR"/>
          </a:p>
        </p:txBody>
      </p:sp>
      <p:sp>
        <p:nvSpPr>
          <p:cNvPr id="9" name="Google Shape;509;p50">
            <a:extLst>
              <a:ext uri="{FF2B5EF4-FFF2-40B4-BE49-F238E27FC236}">
                <a16:creationId xmlns:a16="http://schemas.microsoft.com/office/drawing/2014/main" id="{E7771E92-0386-69DA-B75D-62FBA6A68B8B}"/>
              </a:ext>
            </a:extLst>
          </p:cNvPr>
          <p:cNvSpPr txBox="1">
            <a:spLocks noGrp="1"/>
          </p:cNvSpPr>
          <p:nvPr>
            <p:ph type="body" idx="4294967295"/>
          </p:nvPr>
        </p:nvSpPr>
        <p:spPr>
          <a:xfrm>
            <a:off x="6870353" y="4855464"/>
            <a:ext cx="3931801" cy="338401"/>
          </a:xfrm>
        </p:spPr>
        <p:txBody>
          <a:bodyPr anchor="b">
            <a:noAutofit/>
          </a:bodyPr>
          <a:lstStyle>
            <a:lvl1pPr marL="414771" indent="-207385">
              <a:spcBef>
                <a:spcPts val="905"/>
              </a:spcBef>
              <a:buNone/>
              <a:defRPr sz="1814">
                <a:solidFill>
                  <a:srgbClr val="FFC000"/>
                </a:solidFill>
              </a:defRPr>
            </a:lvl1pPr>
          </a:lstStyle>
          <a:p>
            <a:pPr lvl="0"/>
            <a:endParaRPr lang="fr-FR"/>
          </a:p>
        </p:txBody>
      </p:sp>
      <p:sp>
        <p:nvSpPr>
          <p:cNvPr id="10" name="Google Shape;510;p50">
            <a:extLst>
              <a:ext uri="{FF2B5EF4-FFF2-40B4-BE49-F238E27FC236}">
                <a16:creationId xmlns:a16="http://schemas.microsoft.com/office/drawing/2014/main" id="{EA783B57-5D37-D98B-4636-3D5815C43CDB}"/>
              </a:ext>
            </a:extLst>
          </p:cNvPr>
          <p:cNvSpPr txBox="1">
            <a:spLocks noGrp="1"/>
          </p:cNvSpPr>
          <p:nvPr>
            <p:ph type="body" idx="4294967295"/>
          </p:nvPr>
        </p:nvSpPr>
        <p:spPr>
          <a:xfrm>
            <a:off x="6870353" y="5193792"/>
            <a:ext cx="4572000" cy="530397"/>
          </a:xfrm>
        </p:spPr>
        <p:txBody>
          <a:bodyPr>
            <a:noAutofit/>
          </a:bodyPr>
          <a:lstStyle>
            <a:lvl1pPr marL="414771" indent="-207385">
              <a:lnSpc>
                <a:spcPct val="142857"/>
              </a:lnSpc>
              <a:spcBef>
                <a:spcPts val="905"/>
              </a:spcBef>
              <a:buNone/>
              <a:defRPr sz="1270"/>
            </a:lvl1pPr>
          </a:lstStyle>
          <a:p>
            <a:pPr lvl="0"/>
            <a:endParaRPr lang="fr-FR"/>
          </a:p>
        </p:txBody>
      </p:sp>
      <p:sp>
        <p:nvSpPr>
          <p:cNvPr id="11" name="Google Shape;511;p50">
            <a:extLst>
              <a:ext uri="{FF2B5EF4-FFF2-40B4-BE49-F238E27FC236}">
                <a16:creationId xmlns:a16="http://schemas.microsoft.com/office/drawing/2014/main" id="{844BD38C-5423-2132-C9B4-6242FC51FFA9}"/>
              </a:ext>
            </a:extLst>
          </p:cNvPr>
          <p:cNvSpPr txBox="1">
            <a:spLocks noGrp="1"/>
          </p:cNvSpPr>
          <p:nvPr>
            <p:ph type="dt" sz="half" idx="7"/>
          </p:nvPr>
        </p:nvSpPr>
        <p:spPr/>
        <p:txBody>
          <a:bodyPr/>
          <a:lstStyle>
            <a:lvl1pPr>
              <a:defRPr/>
            </a:lvl1pPr>
          </a:lstStyle>
          <a:p>
            <a:pPr lvl="0"/>
            <a:endParaRPr lang="fr-FR"/>
          </a:p>
        </p:txBody>
      </p:sp>
      <p:sp>
        <p:nvSpPr>
          <p:cNvPr id="12" name="Google Shape;512;p50">
            <a:extLst>
              <a:ext uri="{FF2B5EF4-FFF2-40B4-BE49-F238E27FC236}">
                <a16:creationId xmlns:a16="http://schemas.microsoft.com/office/drawing/2014/main" id="{8E0F7675-26B5-08C6-2194-514CFB3C83A1}"/>
              </a:ext>
            </a:extLst>
          </p:cNvPr>
          <p:cNvSpPr txBox="1">
            <a:spLocks noGrp="1"/>
          </p:cNvSpPr>
          <p:nvPr>
            <p:ph type="ftr" sz="quarter" idx="9"/>
          </p:nvPr>
        </p:nvSpPr>
        <p:spPr>
          <a:xfrm>
            <a:off x="6858000" y="6356351"/>
            <a:ext cx="3447900" cy="365101"/>
          </a:xfrm>
        </p:spPr>
        <p:txBody>
          <a:bodyPr anchorCtr="0"/>
          <a:lstStyle>
            <a:lvl1pPr algn="l">
              <a:defRPr/>
            </a:lvl1pPr>
          </a:lstStyle>
          <a:p>
            <a:pPr lvl="0"/>
            <a:endParaRPr lang="fr-FR"/>
          </a:p>
        </p:txBody>
      </p:sp>
      <p:sp>
        <p:nvSpPr>
          <p:cNvPr id="13" name="Google Shape;513;p50">
            <a:extLst>
              <a:ext uri="{FF2B5EF4-FFF2-40B4-BE49-F238E27FC236}">
                <a16:creationId xmlns:a16="http://schemas.microsoft.com/office/drawing/2014/main" id="{E0AED445-1B1F-6505-09A7-9E465814F332}"/>
              </a:ext>
            </a:extLst>
          </p:cNvPr>
          <p:cNvSpPr txBox="1">
            <a:spLocks noGrp="1"/>
          </p:cNvSpPr>
          <p:nvPr>
            <p:ph type="sldNum" sz="quarter" idx="8"/>
          </p:nvPr>
        </p:nvSpPr>
        <p:spPr>
          <a:xfrm>
            <a:off x="10423401" y="6356351"/>
            <a:ext cx="914400" cy="365101"/>
          </a:xfrm>
        </p:spPr>
        <p:txBody>
          <a:bodyPr/>
          <a:lstStyle>
            <a:lvl1pPr>
              <a:defRPr/>
            </a:lvl1pPr>
          </a:lstStyle>
          <a:p>
            <a:pPr lvl="0"/>
            <a:fld id="{29A02B85-6B00-4739-99E7-5C02B5A84EB3}" type="slidenum">
              <a:t>‹N°›</a:t>
            </a:fld>
            <a:endParaRPr lang="fr-FR"/>
          </a:p>
        </p:txBody>
      </p:sp>
    </p:spTree>
    <p:extLst>
      <p:ext uri="{BB962C8B-B14F-4D97-AF65-F5344CB8AC3E}">
        <p14:creationId xmlns:p14="http://schemas.microsoft.com/office/powerpoint/2010/main" val="1169451899"/>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13" Type="http://schemas.openxmlformats.org/officeDocument/2006/relationships/theme" Target="../theme/theme4.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slideLayout" Target="../slideLayouts/slideLayout45.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C20D473-F987-4BD6-8327-6376F128EA52}" type="datetimeFigureOut">
              <a:rPr lang="fr-FR" smtClean="0"/>
              <a:t>18/03/2026</a:t>
            </a:fld>
            <a:endParaRPr lang="fr-F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F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F9EF090-26E7-48F7-A4F8-1DD6E1D97A0D}" type="slidenum">
              <a:rPr lang="fr-FR" smtClean="0"/>
              <a:t>‹N°›</a:t>
            </a:fld>
            <a:endParaRPr lang="fr-FR"/>
          </a:p>
        </p:txBody>
      </p:sp>
    </p:spTree>
    <p:extLst>
      <p:ext uri="{BB962C8B-B14F-4D97-AF65-F5344CB8AC3E}">
        <p14:creationId xmlns:p14="http://schemas.microsoft.com/office/powerpoint/2010/main" val="4135997955"/>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16" r:id="rId7"/>
    <p:sldLayoutId id="2147483717" r:id="rId8"/>
    <p:sldLayoutId id="2147483718" r:id="rId9"/>
    <p:sldLayoutId id="2147483719" r:id="rId10"/>
    <p:sldLayoutId id="2147483720"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37667" y="176134"/>
            <a:ext cx="13278010" cy="73304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737667" y="1026257"/>
            <a:ext cx="13278010" cy="290263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37667" y="4076519"/>
            <a:ext cx="3442447" cy="234166"/>
          </a:xfrm>
          <a:prstGeom prst="rect">
            <a:avLst/>
          </a:prstGeom>
        </p:spPr>
        <p:txBody>
          <a:bodyPr vert="horz" lIns="91440" tIns="45720" rIns="91440" bIns="45720" rtlCol="0" anchor="ctr"/>
          <a:lstStyle>
            <a:lvl1pPr algn="l">
              <a:defRPr sz="770">
                <a:solidFill>
                  <a:schemeClr val="tx1">
                    <a:tint val="75000"/>
                  </a:schemeClr>
                </a:solidFill>
              </a:defRPr>
            </a:lvl1pPr>
          </a:lstStyle>
          <a:p>
            <a:fld id="{1D8BD707-D9CF-40AE-B4C6-C98DA3205C09}" type="datetimeFigureOut">
              <a:rPr lang="en-US" smtClean="0"/>
              <a:pPr/>
              <a:t>3/18/2026</a:t>
            </a:fld>
            <a:endParaRPr lang="en-US"/>
          </a:p>
        </p:txBody>
      </p:sp>
      <p:sp>
        <p:nvSpPr>
          <p:cNvPr id="5" name="Footer Placeholder 4"/>
          <p:cNvSpPr>
            <a:spLocks noGrp="1"/>
          </p:cNvSpPr>
          <p:nvPr>
            <p:ph type="ftr" sz="quarter" idx="3"/>
          </p:nvPr>
        </p:nvSpPr>
        <p:spPr>
          <a:xfrm>
            <a:off x="5040726" y="4076519"/>
            <a:ext cx="4671892" cy="234166"/>
          </a:xfrm>
          <a:prstGeom prst="rect">
            <a:avLst/>
          </a:prstGeom>
        </p:spPr>
        <p:txBody>
          <a:bodyPr vert="horz" lIns="91440" tIns="45720" rIns="91440" bIns="45720" rtlCol="0" anchor="ctr"/>
          <a:lstStyle>
            <a:lvl1pPr algn="ctr">
              <a:defRPr sz="77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573230" y="4076519"/>
            <a:ext cx="3442447" cy="234166"/>
          </a:xfrm>
          <a:prstGeom prst="rect">
            <a:avLst/>
          </a:prstGeom>
        </p:spPr>
        <p:txBody>
          <a:bodyPr vert="horz" lIns="91440" tIns="45720" rIns="91440" bIns="45720" rtlCol="0" anchor="ctr"/>
          <a:lstStyle>
            <a:lvl1pPr algn="r">
              <a:defRPr sz="770">
                <a:solidFill>
                  <a:schemeClr val="tx1">
                    <a:tint val="75000"/>
                  </a:schemeClr>
                </a:solidFill>
              </a:defRPr>
            </a:lvl1pPr>
          </a:lstStyle>
          <a:p>
            <a:fld id="{B6F15528-21DE-4FAA-801E-634DDDAF4B2B}" type="slidenum">
              <a:rPr lang="en-US" smtClean="0"/>
              <a:pPr/>
              <a:t>‹N°›</a:t>
            </a:fld>
            <a:endParaRPr lang="en-US"/>
          </a:p>
        </p:txBody>
      </p:sp>
    </p:spTree>
    <p:extLst>
      <p:ext uri="{BB962C8B-B14F-4D97-AF65-F5344CB8AC3E}">
        <p14:creationId xmlns:p14="http://schemas.microsoft.com/office/powerpoint/2010/main" val="3624472744"/>
      </p:ext>
    </p:extLst>
  </p:cSld>
  <p:clrMap bg1="lt1" tx1="dk1" bg2="lt2" tx2="dk2" accent1="accent1" accent2="accent2" accent3="accent3" accent4="accent4" accent5="accent5" accent6="accent6" hlink="hlink" folHlink="folHlink"/>
  <p:sldLayoutIdLst>
    <p:sldLayoutId id="2147483722" r:id="rId1"/>
    <p:sldLayoutId id="2147483723" r:id="rId2"/>
    <p:sldLayoutId id="2147483724" r:id="rId3"/>
    <p:sldLayoutId id="2147483725" r:id="rId4"/>
    <p:sldLayoutId id="2147483726" r:id="rId5"/>
    <p:sldLayoutId id="2147483727" r:id="rId6"/>
    <p:sldLayoutId id="2147483728" r:id="rId7"/>
    <p:sldLayoutId id="2147483729" r:id="rId8"/>
    <p:sldLayoutId id="2147483730" r:id="rId9"/>
    <p:sldLayoutId id="2147483731" r:id="rId10"/>
    <p:sldLayoutId id="2147483732" r:id="rId11"/>
  </p:sldLayoutIdLst>
  <p:txStyles>
    <p:titleStyle>
      <a:lvl1pPr algn="ctr" defTabSz="586405" rtl="0" eaLnBrk="1" latinLnBrk="0" hangingPunct="1">
        <a:spcBef>
          <a:spcPct val="0"/>
        </a:spcBef>
        <a:buNone/>
        <a:defRPr sz="2822" kern="1200">
          <a:solidFill>
            <a:schemeClr val="tx1"/>
          </a:solidFill>
          <a:latin typeface="+mj-lt"/>
          <a:ea typeface="+mj-ea"/>
          <a:cs typeface="+mj-cs"/>
        </a:defRPr>
      </a:lvl1pPr>
    </p:titleStyle>
    <p:bodyStyle>
      <a:lvl1pPr marL="219902" indent="-219902" algn="l" defTabSz="586405" rtl="0" eaLnBrk="1" latinLnBrk="0" hangingPunct="1">
        <a:spcBef>
          <a:spcPct val="20000"/>
        </a:spcBef>
        <a:buFont typeface="Arial" pitchFamily="34" charset="0"/>
        <a:buChar char="•"/>
        <a:defRPr sz="2052" kern="1200">
          <a:solidFill>
            <a:schemeClr val="tx1"/>
          </a:solidFill>
          <a:latin typeface="+mn-lt"/>
          <a:ea typeface="+mn-ea"/>
          <a:cs typeface="+mn-cs"/>
        </a:defRPr>
      </a:lvl1pPr>
      <a:lvl2pPr marL="476454" indent="-183251" algn="l" defTabSz="586405" rtl="0" eaLnBrk="1" latinLnBrk="0" hangingPunct="1">
        <a:spcBef>
          <a:spcPct val="20000"/>
        </a:spcBef>
        <a:buFont typeface="Arial" pitchFamily="34" charset="0"/>
        <a:buChar char="–"/>
        <a:defRPr sz="1796" kern="1200">
          <a:solidFill>
            <a:schemeClr val="tx1"/>
          </a:solidFill>
          <a:latin typeface="+mn-lt"/>
          <a:ea typeface="+mn-ea"/>
          <a:cs typeface="+mn-cs"/>
        </a:defRPr>
      </a:lvl2pPr>
      <a:lvl3pPr marL="733006" indent="-146601" algn="l" defTabSz="586405" rtl="0" eaLnBrk="1" latinLnBrk="0" hangingPunct="1">
        <a:spcBef>
          <a:spcPct val="20000"/>
        </a:spcBef>
        <a:buFont typeface="Arial" pitchFamily="34" charset="0"/>
        <a:buChar char="•"/>
        <a:defRPr sz="1539" kern="1200">
          <a:solidFill>
            <a:schemeClr val="tx1"/>
          </a:solidFill>
          <a:latin typeface="+mn-lt"/>
          <a:ea typeface="+mn-ea"/>
          <a:cs typeface="+mn-cs"/>
        </a:defRPr>
      </a:lvl3pPr>
      <a:lvl4pPr marL="1026208" indent="-146601" algn="l" defTabSz="586405" rtl="0" eaLnBrk="1" latinLnBrk="0" hangingPunct="1">
        <a:spcBef>
          <a:spcPct val="20000"/>
        </a:spcBef>
        <a:buFont typeface="Arial" pitchFamily="34" charset="0"/>
        <a:buChar char="–"/>
        <a:defRPr sz="1283" kern="1200">
          <a:solidFill>
            <a:schemeClr val="tx1"/>
          </a:solidFill>
          <a:latin typeface="+mn-lt"/>
          <a:ea typeface="+mn-ea"/>
          <a:cs typeface="+mn-cs"/>
        </a:defRPr>
      </a:lvl4pPr>
      <a:lvl5pPr marL="1319411" indent="-146601" algn="l" defTabSz="586405" rtl="0" eaLnBrk="1" latinLnBrk="0" hangingPunct="1">
        <a:spcBef>
          <a:spcPct val="20000"/>
        </a:spcBef>
        <a:buFont typeface="Arial" pitchFamily="34" charset="0"/>
        <a:buChar char="»"/>
        <a:defRPr sz="1283" kern="1200">
          <a:solidFill>
            <a:schemeClr val="tx1"/>
          </a:solidFill>
          <a:latin typeface="+mn-lt"/>
          <a:ea typeface="+mn-ea"/>
          <a:cs typeface="+mn-cs"/>
        </a:defRPr>
      </a:lvl5pPr>
      <a:lvl6pPr marL="1612613" indent="-146601" algn="l" defTabSz="586405" rtl="0" eaLnBrk="1" latinLnBrk="0" hangingPunct="1">
        <a:spcBef>
          <a:spcPct val="20000"/>
        </a:spcBef>
        <a:buFont typeface="Arial" pitchFamily="34" charset="0"/>
        <a:buChar char="•"/>
        <a:defRPr sz="1283" kern="1200">
          <a:solidFill>
            <a:schemeClr val="tx1"/>
          </a:solidFill>
          <a:latin typeface="+mn-lt"/>
          <a:ea typeface="+mn-ea"/>
          <a:cs typeface="+mn-cs"/>
        </a:defRPr>
      </a:lvl6pPr>
      <a:lvl7pPr marL="1905815" indent="-146601" algn="l" defTabSz="586405" rtl="0" eaLnBrk="1" latinLnBrk="0" hangingPunct="1">
        <a:spcBef>
          <a:spcPct val="20000"/>
        </a:spcBef>
        <a:buFont typeface="Arial" pitchFamily="34" charset="0"/>
        <a:buChar char="•"/>
        <a:defRPr sz="1283" kern="1200">
          <a:solidFill>
            <a:schemeClr val="tx1"/>
          </a:solidFill>
          <a:latin typeface="+mn-lt"/>
          <a:ea typeface="+mn-ea"/>
          <a:cs typeface="+mn-cs"/>
        </a:defRPr>
      </a:lvl7pPr>
      <a:lvl8pPr marL="2199018" indent="-146601" algn="l" defTabSz="586405" rtl="0" eaLnBrk="1" latinLnBrk="0" hangingPunct="1">
        <a:spcBef>
          <a:spcPct val="20000"/>
        </a:spcBef>
        <a:buFont typeface="Arial" pitchFamily="34" charset="0"/>
        <a:buChar char="•"/>
        <a:defRPr sz="1283" kern="1200">
          <a:solidFill>
            <a:schemeClr val="tx1"/>
          </a:solidFill>
          <a:latin typeface="+mn-lt"/>
          <a:ea typeface="+mn-ea"/>
          <a:cs typeface="+mn-cs"/>
        </a:defRPr>
      </a:lvl8pPr>
      <a:lvl9pPr marL="2492220" indent="-146601" algn="l" defTabSz="586405" rtl="0" eaLnBrk="1" latinLnBrk="0" hangingPunct="1">
        <a:spcBef>
          <a:spcPct val="20000"/>
        </a:spcBef>
        <a:buFont typeface="Arial" pitchFamily="34" charset="0"/>
        <a:buChar char="•"/>
        <a:defRPr sz="1283" kern="1200">
          <a:solidFill>
            <a:schemeClr val="tx1"/>
          </a:solidFill>
          <a:latin typeface="+mn-lt"/>
          <a:ea typeface="+mn-ea"/>
          <a:cs typeface="+mn-cs"/>
        </a:defRPr>
      </a:lvl9pPr>
    </p:bodyStyle>
    <p:otherStyle>
      <a:defPPr>
        <a:defRPr lang="en-US"/>
      </a:defPPr>
      <a:lvl1pPr marL="0" algn="l" defTabSz="586405" rtl="0" eaLnBrk="1" latinLnBrk="0" hangingPunct="1">
        <a:defRPr sz="1154" kern="1200">
          <a:solidFill>
            <a:schemeClr val="tx1"/>
          </a:solidFill>
          <a:latin typeface="+mn-lt"/>
          <a:ea typeface="+mn-ea"/>
          <a:cs typeface="+mn-cs"/>
        </a:defRPr>
      </a:lvl1pPr>
      <a:lvl2pPr marL="293202" algn="l" defTabSz="586405" rtl="0" eaLnBrk="1" latinLnBrk="0" hangingPunct="1">
        <a:defRPr sz="1154" kern="1200">
          <a:solidFill>
            <a:schemeClr val="tx1"/>
          </a:solidFill>
          <a:latin typeface="+mn-lt"/>
          <a:ea typeface="+mn-ea"/>
          <a:cs typeface="+mn-cs"/>
        </a:defRPr>
      </a:lvl2pPr>
      <a:lvl3pPr marL="586405" algn="l" defTabSz="586405" rtl="0" eaLnBrk="1" latinLnBrk="0" hangingPunct="1">
        <a:defRPr sz="1154" kern="1200">
          <a:solidFill>
            <a:schemeClr val="tx1"/>
          </a:solidFill>
          <a:latin typeface="+mn-lt"/>
          <a:ea typeface="+mn-ea"/>
          <a:cs typeface="+mn-cs"/>
        </a:defRPr>
      </a:lvl3pPr>
      <a:lvl4pPr marL="879607" algn="l" defTabSz="586405" rtl="0" eaLnBrk="1" latinLnBrk="0" hangingPunct="1">
        <a:defRPr sz="1154" kern="1200">
          <a:solidFill>
            <a:schemeClr val="tx1"/>
          </a:solidFill>
          <a:latin typeface="+mn-lt"/>
          <a:ea typeface="+mn-ea"/>
          <a:cs typeface="+mn-cs"/>
        </a:defRPr>
      </a:lvl4pPr>
      <a:lvl5pPr marL="1172809" algn="l" defTabSz="586405" rtl="0" eaLnBrk="1" latinLnBrk="0" hangingPunct="1">
        <a:defRPr sz="1154" kern="1200">
          <a:solidFill>
            <a:schemeClr val="tx1"/>
          </a:solidFill>
          <a:latin typeface="+mn-lt"/>
          <a:ea typeface="+mn-ea"/>
          <a:cs typeface="+mn-cs"/>
        </a:defRPr>
      </a:lvl5pPr>
      <a:lvl6pPr marL="1466012" algn="l" defTabSz="586405" rtl="0" eaLnBrk="1" latinLnBrk="0" hangingPunct="1">
        <a:defRPr sz="1154" kern="1200">
          <a:solidFill>
            <a:schemeClr val="tx1"/>
          </a:solidFill>
          <a:latin typeface="+mn-lt"/>
          <a:ea typeface="+mn-ea"/>
          <a:cs typeface="+mn-cs"/>
        </a:defRPr>
      </a:lvl6pPr>
      <a:lvl7pPr marL="1759214" algn="l" defTabSz="586405" rtl="0" eaLnBrk="1" latinLnBrk="0" hangingPunct="1">
        <a:defRPr sz="1154" kern="1200">
          <a:solidFill>
            <a:schemeClr val="tx1"/>
          </a:solidFill>
          <a:latin typeface="+mn-lt"/>
          <a:ea typeface="+mn-ea"/>
          <a:cs typeface="+mn-cs"/>
        </a:defRPr>
      </a:lvl7pPr>
      <a:lvl8pPr marL="2052417" algn="l" defTabSz="586405" rtl="0" eaLnBrk="1" latinLnBrk="0" hangingPunct="1">
        <a:defRPr sz="1154" kern="1200">
          <a:solidFill>
            <a:schemeClr val="tx1"/>
          </a:solidFill>
          <a:latin typeface="+mn-lt"/>
          <a:ea typeface="+mn-ea"/>
          <a:cs typeface="+mn-cs"/>
        </a:defRPr>
      </a:lvl8pPr>
      <a:lvl9pPr marL="2345619" algn="l" defTabSz="586405" rtl="0" eaLnBrk="1" latinLnBrk="0" hangingPunct="1">
        <a:defRPr sz="1154"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37667" y="176134"/>
            <a:ext cx="13278010" cy="73304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737667" y="1026257"/>
            <a:ext cx="13278010" cy="290263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37667" y="4076519"/>
            <a:ext cx="3442447" cy="234166"/>
          </a:xfrm>
          <a:prstGeom prst="rect">
            <a:avLst/>
          </a:prstGeom>
        </p:spPr>
        <p:txBody>
          <a:bodyPr vert="horz" lIns="91440" tIns="45720" rIns="91440" bIns="45720" rtlCol="0" anchor="ctr"/>
          <a:lstStyle>
            <a:lvl1pPr algn="l">
              <a:defRPr sz="770">
                <a:solidFill>
                  <a:schemeClr val="tx1">
                    <a:tint val="75000"/>
                  </a:schemeClr>
                </a:solidFill>
              </a:defRPr>
            </a:lvl1pPr>
          </a:lstStyle>
          <a:p>
            <a:fld id="{1D8BD707-D9CF-40AE-B4C6-C98DA3205C09}" type="datetimeFigureOut">
              <a:rPr lang="en-US" smtClean="0"/>
              <a:pPr/>
              <a:t>3/18/2026</a:t>
            </a:fld>
            <a:endParaRPr lang="en-US"/>
          </a:p>
        </p:txBody>
      </p:sp>
      <p:sp>
        <p:nvSpPr>
          <p:cNvPr id="5" name="Footer Placeholder 4"/>
          <p:cNvSpPr>
            <a:spLocks noGrp="1"/>
          </p:cNvSpPr>
          <p:nvPr>
            <p:ph type="ftr" sz="quarter" idx="3"/>
          </p:nvPr>
        </p:nvSpPr>
        <p:spPr>
          <a:xfrm>
            <a:off x="5040726" y="4076519"/>
            <a:ext cx="4671892" cy="234166"/>
          </a:xfrm>
          <a:prstGeom prst="rect">
            <a:avLst/>
          </a:prstGeom>
        </p:spPr>
        <p:txBody>
          <a:bodyPr vert="horz" lIns="91440" tIns="45720" rIns="91440" bIns="45720" rtlCol="0" anchor="ctr"/>
          <a:lstStyle>
            <a:lvl1pPr algn="ctr">
              <a:defRPr sz="77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573230" y="4076519"/>
            <a:ext cx="3442447" cy="234166"/>
          </a:xfrm>
          <a:prstGeom prst="rect">
            <a:avLst/>
          </a:prstGeom>
        </p:spPr>
        <p:txBody>
          <a:bodyPr vert="horz" lIns="91440" tIns="45720" rIns="91440" bIns="45720" rtlCol="0" anchor="ctr"/>
          <a:lstStyle>
            <a:lvl1pPr algn="r">
              <a:defRPr sz="770">
                <a:solidFill>
                  <a:schemeClr val="tx1">
                    <a:tint val="75000"/>
                  </a:schemeClr>
                </a:solidFill>
              </a:defRPr>
            </a:lvl1pPr>
          </a:lstStyle>
          <a:p>
            <a:fld id="{B6F15528-21DE-4FAA-801E-634DDDAF4B2B}" type="slidenum">
              <a:rPr lang="en-US" smtClean="0"/>
              <a:pPr/>
              <a:t>‹N°›</a:t>
            </a:fld>
            <a:endParaRPr lang="en-US"/>
          </a:p>
        </p:txBody>
      </p:sp>
    </p:spTree>
    <p:extLst>
      <p:ext uri="{BB962C8B-B14F-4D97-AF65-F5344CB8AC3E}">
        <p14:creationId xmlns:p14="http://schemas.microsoft.com/office/powerpoint/2010/main" val="2925214740"/>
      </p:ext>
    </p:extLst>
  </p:cSld>
  <p:clrMap bg1="lt1" tx1="dk1" bg2="lt2" tx2="dk2" accent1="accent1" accent2="accent2" accent3="accent3" accent4="accent4" accent5="accent5" accent6="accent6" hlink="hlink" folHlink="folHlink"/>
  <p:sldLayoutIdLst>
    <p:sldLayoutId id="2147483734" r:id="rId1"/>
    <p:sldLayoutId id="2147483735" r:id="rId2"/>
    <p:sldLayoutId id="2147483736" r:id="rId3"/>
    <p:sldLayoutId id="2147483737" r:id="rId4"/>
    <p:sldLayoutId id="2147483738" r:id="rId5"/>
    <p:sldLayoutId id="2147483739" r:id="rId6"/>
    <p:sldLayoutId id="2147483740" r:id="rId7"/>
    <p:sldLayoutId id="2147483741" r:id="rId8"/>
    <p:sldLayoutId id="2147483742" r:id="rId9"/>
    <p:sldLayoutId id="2147483743" r:id="rId10"/>
    <p:sldLayoutId id="2147483744" r:id="rId11"/>
  </p:sldLayoutIdLst>
  <p:txStyles>
    <p:titleStyle>
      <a:lvl1pPr algn="ctr" defTabSz="586405" rtl="0" eaLnBrk="1" latinLnBrk="0" hangingPunct="1">
        <a:spcBef>
          <a:spcPct val="0"/>
        </a:spcBef>
        <a:buNone/>
        <a:defRPr sz="2822" kern="1200">
          <a:solidFill>
            <a:schemeClr val="tx1"/>
          </a:solidFill>
          <a:latin typeface="+mj-lt"/>
          <a:ea typeface="+mj-ea"/>
          <a:cs typeface="+mj-cs"/>
        </a:defRPr>
      </a:lvl1pPr>
    </p:titleStyle>
    <p:bodyStyle>
      <a:lvl1pPr marL="219902" indent="-219902" algn="l" defTabSz="586405" rtl="0" eaLnBrk="1" latinLnBrk="0" hangingPunct="1">
        <a:spcBef>
          <a:spcPct val="20000"/>
        </a:spcBef>
        <a:buFont typeface="Arial" pitchFamily="34" charset="0"/>
        <a:buChar char="•"/>
        <a:defRPr sz="2052" kern="1200">
          <a:solidFill>
            <a:schemeClr val="tx1"/>
          </a:solidFill>
          <a:latin typeface="+mn-lt"/>
          <a:ea typeface="+mn-ea"/>
          <a:cs typeface="+mn-cs"/>
        </a:defRPr>
      </a:lvl1pPr>
      <a:lvl2pPr marL="476454" indent="-183251" algn="l" defTabSz="586405" rtl="0" eaLnBrk="1" latinLnBrk="0" hangingPunct="1">
        <a:spcBef>
          <a:spcPct val="20000"/>
        </a:spcBef>
        <a:buFont typeface="Arial" pitchFamily="34" charset="0"/>
        <a:buChar char="–"/>
        <a:defRPr sz="1796" kern="1200">
          <a:solidFill>
            <a:schemeClr val="tx1"/>
          </a:solidFill>
          <a:latin typeface="+mn-lt"/>
          <a:ea typeface="+mn-ea"/>
          <a:cs typeface="+mn-cs"/>
        </a:defRPr>
      </a:lvl2pPr>
      <a:lvl3pPr marL="733006" indent="-146601" algn="l" defTabSz="586405" rtl="0" eaLnBrk="1" latinLnBrk="0" hangingPunct="1">
        <a:spcBef>
          <a:spcPct val="20000"/>
        </a:spcBef>
        <a:buFont typeface="Arial" pitchFamily="34" charset="0"/>
        <a:buChar char="•"/>
        <a:defRPr sz="1539" kern="1200">
          <a:solidFill>
            <a:schemeClr val="tx1"/>
          </a:solidFill>
          <a:latin typeface="+mn-lt"/>
          <a:ea typeface="+mn-ea"/>
          <a:cs typeface="+mn-cs"/>
        </a:defRPr>
      </a:lvl3pPr>
      <a:lvl4pPr marL="1026208" indent="-146601" algn="l" defTabSz="586405" rtl="0" eaLnBrk="1" latinLnBrk="0" hangingPunct="1">
        <a:spcBef>
          <a:spcPct val="20000"/>
        </a:spcBef>
        <a:buFont typeface="Arial" pitchFamily="34" charset="0"/>
        <a:buChar char="–"/>
        <a:defRPr sz="1283" kern="1200">
          <a:solidFill>
            <a:schemeClr val="tx1"/>
          </a:solidFill>
          <a:latin typeface="+mn-lt"/>
          <a:ea typeface="+mn-ea"/>
          <a:cs typeface="+mn-cs"/>
        </a:defRPr>
      </a:lvl4pPr>
      <a:lvl5pPr marL="1319411" indent="-146601" algn="l" defTabSz="586405" rtl="0" eaLnBrk="1" latinLnBrk="0" hangingPunct="1">
        <a:spcBef>
          <a:spcPct val="20000"/>
        </a:spcBef>
        <a:buFont typeface="Arial" pitchFamily="34" charset="0"/>
        <a:buChar char="»"/>
        <a:defRPr sz="1283" kern="1200">
          <a:solidFill>
            <a:schemeClr val="tx1"/>
          </a:solidFill>
          <a:latin typeface="+mn-lt"/>
          <a:ea typeface="+mn-ea"/>
          <a:cs typeface="+mn-cs"/>
        </a:defRPr>
      </a:lvl5pPr>
      <a:lvl6pPr marL="1612613" indent="-146601" algn="l" defTabSz="586405" rtl="0" eaLnBrk="1" latinLnBrk="0" hangingPunct="1">
        <a:spcBef>
          <a:spcPct val="20000"/>
        </a:spcBef>
        <a:buFont typeface="Arial" pitchFamily="34" charset="0"/>
        <a:buChar char="•"/>
        <a:defRPr sz="1283" kern="1200">
          <a:solidFill>
            <a:schemeClr val="tx1"/>
          </a:solidFill>
          <a:latin typeface="+mn-lt"/>
          <a:ea typeface="+mn-ea"/>
          <a:cs typeface="+mn-cs"/>
        </a:defRPr>
      </a:lvl6pPr>
      <a:lvl7pPr marL="1905815" indent="-146601" algn="l" defTabSz="586405" rtl="0" eaLnBrk="1" latinLnBrk="0" hangingPunct="1">
        <a:spcBef>
          <a:spcPct val="20000"/>
        </a:spcBef>
        <a:buFont typeface="Arial" pitchFamily="34" charset="0"/>
        <a:buChar char="•"/>
        <a:defRPr sz="1283" kern="1200">
          <a:solidFill>
            <a:schemeClr val="tx1"/>
          </a:solidFill>
          <a:latin typeface="+mn-lt"/>
          <a:ea typeface="+mn-ea"/>
          <a:cs typeface="+mn-cs"/>
        </a:defRPr>
      </a:lvl7pPr>
      <a:lvl8pPr marL="2199018" indent="-146601" algn="l" defTabSz="586405" rtl="0" eaLnBrk="1" latinLnBrk="0" hangingPunct="1">
        <a:spcBef>
          <a:spcPct val="20000"/>
        </a:spcBef>
        <a:buFont typeface="Arial" pitchFamily="34" charset="0"/>
        <a:buChar char="•"/>
        <a:defRPr sz="1283" kern="1200">
          <a:solidFill>
            <a:schemeClr val="tx1"/>
          </a:solidFill>
          <a:latin typeface="+mn-lt"/>
          <a:ea typeface="+mn-ea"/>
          <a:cs typeface="+mn-cs"/>
        </a:defRPr>
      </a:lvl8pPr>
      <a:lvl9pPr marL="2492220" indent="-146601" algn="l" defTabSz="586405" rtl="0" eaLnBrk="1" latinLnBrk="0" hangingPunct="1">
        <a:spcBef>
          <a:spcPct val="20000"/>
        </a:spcBef>
        <a:buFont typeface="Arial" pitchFamily="34" charset="0"/>
        <a:buChar char="•"/>
        <a:defRPr sz="1283" kern="1200">
          <a:solidFill>
            <a:schemeClr val="tx1"/>
          </a:solidFill>
          <a:latin typeface="+mn-lt"/>
          <a:ea typeface="+mn-ea"/>
          <a:cs typeface="+mn-cs"/>
        </a:defRPr>
      </a:lvl9pPr>
    </p:bodyStyle>
    <p:otherStyle>
      <a:defPPr>
        <a:defRPr lang="en-US"/>
      </a:defPPr>
      <a:lvl1pPr marL="0" algn="l" defTabSz="586405" rtl="0" eaLnBrk="1" latinLnBrk="0" hangingPunct="1">
        <a:defRPr sz="1154" kern="1200">
          <a:solidFill>
            <a:schemeClr val="tx1"/>
          </a:solidFill>
          <a:latin typeface="+mn-lt"/>
          <a:ea typeface="+mn-ea"/>
          <a:cs typeface="+mn-cs"/>
        </a:defRPr>
      </a:lvl1pPr>
      <a:lvl2pPr marL="293202" algn="l" defTabSz="586405" rtl="0" eaLnBrk="1" latinLnBrk="0" hangingPunct="1">
        <a:defRPr sz="1154" kern="1200">
          <a:solidFill>
            <a:schemeClr val="tx1"/>
          </a:solidFill>
          <a:latin typeface="+mn-lt"/>
          <a:ea typeface="+mn-ea"/>
          <a:cs typeface="+mn-cs"/>
        </a:defRPr>
      </a:lvl2pPr>
      <a:lvl3pPr marL="586405" algn="l" defTabSz="586405" rtl="0" eaLnBrk="1" latinLnBrk="0" hangingPunct="1">
        <a:defRPr sz="1154" kern="1200">
          <a:solidFill>
            <a:schemeClr val="tx1"/>
          </a:solidFill>
          <a:latin typeface="+mn-lt"/>
          <a:ea typeface="+mn-ea"/>
          <a:cs typeface="+mn-cs"/>
        </a:defRPr>
      </a:lvl3pPr>
      <a:lvl4pPr marL="879607" algn="l" defTabSz="586405" rtl="0" eaLnBrk="1" latinLnBrk="0" hangingPunct="1">
        <a:defRPr sz="1154" kern="1200">
          <a:solidFill>
            <a:schemeClr val="tx1"/>
          </a:solidFill>
          <a:latin typeface="+mn-lt"/>
          <a:ea typeface="+mn-ea"/>
          <a:cs typeface="+mn-cs"/>
        </a:defRPr>
      </a:lvl4pPr>
      <a:lvl5pPr marL="1172809" algn="l" defTabSz="586405" rtl="0" eaLnBrk="1" latinLnBrk="0" hangingPunct="1">
        <a:defRPr sz="1154" kern="1200">
          <a:solidFill>
            <a:schemeClr val="tx1"/>
          </a:solidFill>
          <a:latin typeface="+mn-lt"/>
          <a:ea typeface="+mn-ea"/>
          <a:cs typeface="+mn-cs"/>
        </a:defRPr>
      </a:lvl5pPr>
      <a:lvl6pPr marL="1466012" algn="l" defTabSz="586405" rtl="0" eaLnBrk="1" latinLnBrk="0" hangingPunct="1">
        <a:defRPr sz="1154" kern="1200">
          <a:solidFill>
            <a:schemeClr val="tx1"/>
          </a:solidFill>
          <a:latin typeface="+mn-lt"/>
          <a:ea typeface="+mn-ea"/>
          <a:cs typeface="+mn-cs"/>
        </a:defRPr>
      </a:lvl6pPr>
      <a:lvl7pPr marL="1759214" algn="l" defTabSz="586405" rtl="0" eaLnBrk="1" latinLnBrk="0" hangingPunct="1">
        <a:defRPr sz="1154" kern="1200">
          <a:solidFill>
            <a:schemeClr val="tx1"/>
          </a:solidFill>
          <a:latin typeface="+mn-lt"/>
          <a:ea typeface="+mn-ea"/>
          <a:cs typeface="+mn-cs"/>
        </a:defRPr>
      </a:lvl7pPr>
      <a:lvl8pPr marL="2052417" algn="l" defTabSz="586405" rtl="0" eaLnBrk="1" latinLnBrk="0" hangingPunct="1">
        <a:defRPr sz="1154" kern="1200">
          <a:solidFill>
            <a:schemeClr val="tx1"/>
          </a:solidFill>
          <a:latin typeface="+mn-lt"/>
          <a:ea typeface="+mn-ea"/>
          <a:cs typeface="+mn-cs"/>
        </a:defRPr>
      </a:lvl8pPr>
      <a:lvl9pPr marL="2345619" algn="l" defTabSz="586405" rtl="0" eaLnBrk="1" latinLnBrk="0" hangingPunct="1">
        <a:defRPr sz="1154"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1C99465-F32B-4D51-85C3-5D5CFABDAB84}" type="datetimeFigureOut">
              <a:rPr lang="fr-CI" smtClean="0"/>
              <a:t>18/03/2026</a:t>
            </a:fld>
            <a:endParaRPr lang="fr-CI"/>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CI"/>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843DB3B-2DAE-45C8-8012-39AD7A5181D9}" type="slidenum">
              <a:rPr lang="fr-CI" smtClean="0"/>
              <a:t>‹N°›</a:t>
            </a:fld>
            <a:endParaRPr lang="fr-CI"/>
          </a:p>
        </p:txBody>
      </p:sp>
    </p:spTree>
    <p:extLst>
      <p:ext uri="{BB962C8B-B14F-4D97-AF65-F5344CB8AC3E}">
        <p14:creationId xmlns:p14="http://schemas.microsoft.com/office/powerpoint/2010/main" val="3483309449"/>
      </p:ext>
    </p:extLst>
  </p:cSld>
  <p:clrMap bg1="lt1" tx1="dk1" bg2="lt2" tx2="dk2" accent1="accent1" accent2="accent2" accent3="accent3" accent4="accent4" accent5="accent5" accent6="accent6" hlink="hlink" folHlink="folHlink"/>
  <p:sldLayoutIdLst>
    <p:sldLayoutId id="2147483746" r:id="rId1"/>
    <p:sldLayoutId id="2147483747" r:id="rId2"/>
    <p:sldLayoutId id="2147483748" r:id="rId3"/>
    <p:sldLayoutId id="2147483749" r:id="rId4"/>
    <p:sldLayoutId id="2147483750" r:id="rId5"/>
    <p:sldLayoutId id="2147483751" r:id="rId6"/>
    <p:sldLayoutId id="2147483752" r:id="rId7"/>
    <p:sldLayoutId id="2147483753" r:id="rId8"/>
    <p:sldLayoutId id="2147483754" r:id="rId9"/>
    <p:sldLayoutId id="2147483755" r:id="rId10"/>
    <p:sldLayoutId id="2147483756" r:id="rId11"/>
    <p:sldLayoutId id="2147483757"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18.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34.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34.xml"/><Relationship Id="rId6" Type="http://schemas.openxmlformats.org/officeDocument/2006/relationships/image" Target="../media/image10.png"/><Relationship Id="rId5" Type="http://schemas.microsoft.com/office/2007/relationships/hdphoto" Target="../media/hdphoto1.wdp"/><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34.xml"/><Relationship Id="rId5" Type="http://schemas.openxmlformats.org/officeDocument/2006/relationships/image" Target="../media/image10.png"/><Relationship Id="rId4" Type="http://schemas.microsoft.com/office/2007/relationships/hdphoto" Target="../media/hdphoto1.wdp"/></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4.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34.xml"/><Relationship Id="rId5" Type="http://schemas.openxmlformats.org/officeDocument/2006/relationships/image" Target="../media/image10.png"/><Relationship Id="rId4" Type="http://schemas.microsoft.com/office/2007/relationships/hdphoto" Target="../media/hdphoto1.wdp"/></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7.png"/><Relationship Id="rId1" Type="http://schemas.openxmlformats.org/officeDocument/2006/relationships/slideLayout" Target="../slideLayouts/slideLayout34.xml"/><Relationship Id="rId5" Type="http://schemas.openxmlformats.org/officeDocument/2006/relationships/image" Target="../media/image17.png"/><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8.jpg"/><Relationship Id="rId7" Type="http://schemas.openxmlformats.org/officeDocument/2006/relationships/image" Target="../media/image22.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21.jpg"/><Relationship Id="rId5" Type="http://schemas.openxmlformats.org/officeDocument/2006/relationships/image" Target="../media/image20.jpg"/><Relationship Id="rId10" Type="http://schemas.openxmlformats.org/officeDocument/2006/relationships/image" Target="../media/image25.png"/><Relationship Id="rId4" Type="http://schemas.openxmlformats.org/officeDocument/2006/relationships/image" Target="../media/image19.jpeg"/><Relationship Id="rId9" Type="http://schemas.openxmlformats.org/officeDocument/2006/relationships/image" Target="../media/image24.png"/></Relationships>
</file>

<file path=ppt/slides/_rels/slide11.xml.rels><?xml version="1.0" encoding="UTF-8" standalone="yes"?>
<Relationships xmlns="http://schemas.openxmlformats.org/package/2006/relationships"><Relationship Id="rId8" Type="http://schemas.openxmlformats.org/officeDocument/2006/relationships/image" Target="../media/image29.jpeg"/><Relationship Id="rId13" Type="http://schemas.openxmlformats.org/officeDocument/2006/relationships/image" Target="../media/image21.jpg"/><Relationship Id="rId3" Type="http://schemas.openxmlformats.org/officeDocument/2006/relationships/slideLayout" Target="../slideLayouts/slideLayout34.xml"/><Relationship Id="rId7" Type="http://schemas.openxmlformats.org/officeDocument/2006/relationships/image" Target="../media/image28.png"/><Relationship Id="rId12" Type="http://schemas.openxmlformats.org/officeDocument/2006/relationships/image" Target="../media/image33.png"/><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image" Target="../media/image27.png"/><Relationship Id="rId11" Type="http://schemas.openxmlformats.org/officeDocument/2006/relationships/image" Target="../media/image32.jpeg"/><Relationship Id="rId5" Type="http://schemas.openxmlformats.org/officeDocument/2006/relationships/image" Target="../media/image26.png"/><Relationship Id="rId10" Type="http://schemas.openxmlformats.org/officeDocument/2006/relationships/image" Target="../media/image31.jpeg"/><Relationship Id="rId4" Type="http://schemas.openxmlformats.org/officeDocument/2006/relationships/image" Target="../media/image7.png"/><Relationship Id="rId9" Type="http://schemas.openxmlformats.org/officeDocument/2006/relationships/image" Target="../media/image30.png"/><Relationship Id="rId14" Type="http://schemas.openxmlformats.org/officeDocument/2006/relationships/image" Target="../media/image20.jp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34.xml"/><Relationship Id="rId5" Type="http://schemas.openxmlformats.org/officeDocument/2006/relationships/image" Target="../media/image10.png"/><Relationship Id="rId4" Type="http://schemas.microsoft.com/office/2007/relationships/hdphoto" Target="../media/hdphoto1.wdp"/></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4.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4.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4.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4.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4.xml"/></Relationships>
</file>

<file path=ppt/slides/_rels/slide18.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openxmlformats.org/officeDocument/2006/relationships/image" Target="../media/image18.jpg"/><Relationship Id="rId4" Type="http://schemas.openxmlformats.org/officeDocument/2006/relationships/image" Target="../media/image21.jpg"/></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34.xml"/><Relationship Id="rId5" Type="http://schemas.openxmlformats.org/officeDocument/2006/relationships/image" Target="../media/image10.png"/><Relationship Id="rId4" Type="http://schemas.microsoft.com/office/2007/relationships/hdphoto" Target="../media/hdphoto1.wdp"/></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4.xml"/></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29.xml"/><Relationship Id="rId5" Type="http://schemas.openxmlformats.org/officeDocument/2006/relationships/image" Target="../media/image4.png"/><Relationship Id="rId4" Type="http://schemas.openxmlformats.org/officeDocument/2006/relationships/image" Target="../media/image6.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43D5D"/>
        </a:solidFill>
        <a:effectLst/>
      </p:bgPr>
    </p:bg>
    <p:spTree>
      <p:nvGrpSpPr>
        <p:cNvPr id="1" name=""/>
        <p:cNvGrpSpPr/>
        <p:nvPr/>
      </p:nvGrpSpPr>
      <p:grpSpPr>
        <a:xfrm>
          <a:off x="0" y="0"/>
          <a:ext cx="0" cy="0"/>
          <a:chOff x="0" y="0"/>
          <a:chExt cx="0" cy="0"/>
        </a:xfrm>
      </p:grpSpPr>
      <p:sp>
        <p:nvSpPr>
          <p:cNvPr id="2" name="Freeform 2"/>
          <p:cNvSpPr/>
          <p:nvPr/>
        </p:nvSpPr>
        <p:spPr>
          <a:xfrm>
            <a:off x="3211477" y="0"/>
            <a:ext cx="4848456" cy="6857102"/>
          </a:xfrm>
          <a:custGeom>
            <a:avLst/>
            <a:gdLst/>
            <a:ahLst/>
            <a:cxnLst/>
            <a:rect l="l" t="t" r="r" b="b"/>
            <a:pathLst>
              <a:path w="7560000" h="10692000">
                <a:moveTo>
                  <a:pt x="0" y="0"/>
                </a:moveTo>
                <a:lnTo>
                  <a:pt x="7560000" y="0"/>
                </a:lnTo>
                <a:lnTo>
                  <a:pt x="7560000" y="10692000"/>
                </a:lnTo>
                <a:lnTo>
                  <a:pt x="0" y="10692000"/>
                </a:lnTo>
                <a:lnTo>
                  <a:pt x="0" y="0"/>
                </a:lnTo>
                <a:close/>
              </a:path>
            </a:pathLst>
          </a:custGeom>
          <a:blipFill>
            <a:blip r:embed="rId2"/>
            <a:stretch>
              <a:fillRect l="-118534" r="-118534"/>
            </a:stretch>
          </a:blipFill>
        </p:spPr>
        <p:txBody>
          <a:bodyPr/>
          <a:lstStyle/>
          <a:p>
            <a:pPr marL="0" marR="0" lvl="0" indent="0" algn="l" defTabSz="586405" rtl="0" eaLnBrk="1" fontAlgn="auto" latinLnBrk="0" hangingPunct="1">
              <a:lnSpc>
                <a:spcPct val="100000"/>
              </a:lnSpc>
              <a:spcBef>
                <a:spcPts val="0"/>
              </a:spcBef>
              <a:spcAft>
                <a:spcPts val="0"/>
              </a:spcAft>
              <a:buClrTx/>
              <a:buSzTx/>
              <a:buFontTx/>
              <a:buNone/>
              <a:tabLst/>
              <a:defRPr/>
            </a:pPr>
            <a:endParaRPr kumimoji="0" lang="fr-FR" sz="1154" b="0" i="0" u="none" strike="noStrike" kern="1200" cap="none" spc="0" normalizeH="0" baseline="0" noProof="0" dirty="0">
              <a:ln>
                <a:noFill/>
              </a:ln>
              <a:solidFill>
                <a:prstClr val="black"/>
              </a:solidFill>
              <a:effectLst/>
              <a:uLnTx/>
              <a:uFillTx/>
              <a:latin typeface="Calibri"/>
              <a:ea typeface="+mn-ea"/>
              <a:cs typeface="+mn-cs"/>
            </a:endParaRPr>
          </a:p>
        </p:txBody>
      </p:sp>
      <p:grpSp>
        <p:nvGrpSpPr>
          <p:cNvPr id="3" name="Group 3"/>
          <p:cNvGrpSpPr/>
          <p:nvPr/>
        </p:nvGrpSpPr>
        <p:grpSpPr>
          <a:xfrm>
            <a:off x="1513291" y="1507493"/>
            <a:ext cx="581175" cy="581175"/>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FC241"/>
            </a:solidFill>
          </p:spPr>
          <p:txBody>
            <a:bodyPr/>
            <a:lstStyle/>
            <a:p>
              <a:pPr marL="0" marR="0" lvl="0" indent="0" algn="l" defTabSz="586405" rtl="0" eaLnBrk="1" fontAlgn="auto" latinLnBrk="0" hangingPunct="1">
                <a:lnSpc>
                  <a:spcPct val="100000"/>
                </a:lnSpc>
                <a:spcBef>
                  <a:spcPts val="0"/>
                </a:spcBef>
                <a:spcAft>
                  <a:spcPts val="0"/>
                </a:spcAft>
                <a:buClrTx/>
                <a:buSzTx/>
                <a:buFontTx/>
                <a:buNone/>
                <a:tabLst/>
                <a:defRPr/>
              </a:pPr>
              <a:endParaRPr kumimoji="0" lang="fr-FR" sz="1154" b="0" i="0" u="none" strike="noStrike" kern="1200" cap="none" spc="0" normalizeH="0" baseline="0" noProof="0">
                <a:ln>
                  <a:noFill/>
                </a:ln>
                <a:solidFill>
                  <a:prstClr val="black"/>
                </a:solidFill>
                <a:effectLst/>
                <a:uLnTx/>
                <a:uFillTx/>
                <a:latin typeface="Calibri"/>
                <a:ea typeface="+mn-ea"/>
                <a:cs typeface="+mn-cs"/>
              </a:endParaRPr>
            </a:p>
          </p:txBody>
        </p:sp>
        <p:sp>
          <p:nvSpPr>
            <p:cNvPr id="5" name="TextBox 5"/>
            <p:cNvSpPr txBox="1"/>
            <p:nvPr/>
          </p:nvSpPr>
          <p:spPr>
            <a:xfrm>
              <a:off x="76200" y="66675"/>
              <a:ext cx="660400" cy="669925"/>
            </a:xfrm>
            <a:prstGeom prst="rect">
              <a:avLst/>
            </a:prstGeom>
          </p:spPr>
          <p:txBody>
            <a:bodyPr lIns="13468" tIns="13468" rIns="13468" bIns="13468" rtlCol="0" anchor="ctr"/>
            <a:lstStyle/>
            <a:p>
              <a:pPr marL="0" marR="0" lvl="0" indent="0" algn="ctr" defTabSz="586405" rtl="0" eaLnBrk="1" fontAlgn="auto" latinLnBrk="0" hangingPunct="1">
                <a:lnSpc>
                  <a:spcPts val="705"/>
                </a:lnSpc>
                <a:spcBef>
                  <a:spcPct val="0"/>
                </a:spcBef>
                <a:spcAft>
                  <a:spcPts val="0"/>
                </a:spcAft>
                <a:buClrTx/>
                <a:buSzTx/>
                <a:buFontTx/>
                <a:buNone/>
                <a:tabLst/>
                <a:defRPr/>
              </a:pPr>
              <a:endParaRPr kumimoji="0" sz="1154" b="0" i="0" u="none" strike="noStrike" kern="1200" cap="none" spc="0" normalizeH="0" baseline="0" noProof="0">
                <a:ln>
                  <a:noFill/>
                </a:ln>
                <a:solidFill>
                  <a:prstClr val="black"/>
                </a:solidFill>
                <a:effectLst/>
                <a:uLnTx/>
                <a:uFillTx/>
                <a:latin typeface="Calibri"/>
                <a:ea typeface="+mn-ea"/>
                <a:cs typeface="+mn-cs"/>
              </a:endParaRPr>
            </a:p>
          </p:txBody>
        </p:sp>
      </p:grpSp>
      <p:sp>
        <p:nvSpPr>
          <p:cNvPr id="7" name="Freeform 7"/>
          <p:cNvSpPr/>
          <p:nvPr/>
        </p:nvSpPr>
        <p:spPr>
          <a:xfrm rot="-1335311">
            <a:off x="-7017" y="270537"/>
            <a:ext cx="4078521" cy="2864278"/>
          </a:xfrm>
          <a:custGeom>
            <a:avLst/>
            <a:gdLst/>
            <a:ahLst/>
            <a:cxnLst/>
            <a:rect l="l" t="t" r="r" b="b"/>
            <a:pathLst>
              <a:path w="6495377" h="4735720">
                <a:moveTo>
                  <a:pt x="0" y="0"/>
                </a:moveTo>
                <a:lnTo>
                  <a:pt x="6495377" y="0"/>
                </a:lnTo>
                <a:lnTo>
                  <a:pt x="6495377" y="4735720"/>
                </a:lnTo>
                <a:lnTo>
                  <a:pt x="0" y="473572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pPr marL="0" marR="0" lvl="0" indent="0" algn="l" defTabSz="586405" rtl="0" eaLnBrk="1" fontAlgn="auto" latinLnBrk="0" hangingPunct="1">
              <a:lnSpc>
                <a:spcPct val="100000"/>
              </a:lnSpc>
              <a:spcBef>
                <a:spcPts val="0"/>
              </a:spcBef>
              <a:spcAft>
                <a:spcPts val="0"/>
              </a:spcAft>
              <a:buClrTx/>
              <a:buSzTx/>
              <a:buFontTx/>
              <a:buNone/>
              <a:tabLst/>
              <a:defRPr/>
            </a:pPr>
            <a:endParaRPr kumimoji="0" lang="fr-FR" sz="1154" b="0" i="0" u="none" strike="noStrike" kern="1200" cap="none" spc="0" normalizeH="0" baseline="0" noProof="0">
              <a:ln>
                <a:noFill/>
              </a:ln>
              <a:solidFill>
                <a:prstClr val="black"/>
              </a:solidFill>
              <a:effectLst/>
              <a:uLnTx/>
              <a:uFillTx/>
              <a:latin typeface="Calibri"/>
              <a:ea typeface="+mn-ea"/>
              <a:cs typeface="+mn-cs"/>
            </a:endParaRPr>
          </a:p>
        </p:txBody>
      </p:sp>
      <p:sp>
        <p:nvSpPr>
          <p:cNvPr id="8" name="Freeform 8"/>
          <p:cNvSpPr/>
          <p:nvPr/>
        </p:nvSpPr>
        <p:spPr>
          <a:xfrm>
            <a:off x="9431312" y="4759533"/>
            <a:ext cx="1732141" cy="1509364"/>
          </a:xfrm>
          <a:custGeom>
            <a:avLst/>
            <a:gdLst/>
            <a:ahLst/>
            <a:cxnLst/>
            <a:rect l="l" t="t" r="r" b="b"/>
            <a:pathLst>
              <a:path w="2016935" h="1670549">
                <a:moveTo>
                  <a:pt x="0" y="0"/>
                </a:moveTo>
                <a:lnTo>
                  <a:pt x="2016936" y="0"/>
                </a:lnTo>
                <a:lnTo>
                  <a:pt x="2016936" y="1670548"/>
                </a:lnTo>
                <a:lnTo>
                  <a:pt x="0" y="1670548"/>
                </a:lnTo>
                <a:lnTo>
                  <a:pt x="0" y="0"/>
                </a:lnTo>
                <a:close/>
              </a:path>
            </a:pathLst>
          </a:custGeom>
          <a:blipFill>
            <a:blip r:embed="rId5"/>
            <a:stretch>
              <a:fillRect/>
            </a:stretch>
          </a:blipFill>
        </p:spPr>
        <p:txBody>
          <a:bodyPr/>
          <a:lstStyle/>
          <a:p>
            <a:pPr marL="0" marR="0" lvl="0" indent="0" algn="l" defTabSz="586405" rtl="0" eaLnBrk="1" fontAlgn="auto" latinLnBrk="0" hangingPunct="1">
              <a:lnSpc>
                <a:spcPct val="100000"/>
              </a:lnSpc>
              <a:spcBef>
                <a:spcPts val="0"/>
              </a:spcBef>
              <a:spcAft>
                <a:spcPts val="0"/>
              </a:spcAft>
              <a:buClrTx/>
              <a:buSzTx/>
              <a:buFontTx/>
              <a:buNone/>
              <a:tabLst/>
              <a:defRPr/>
            </a:pPr>
            <a:endParaRPr kumimoji="0" lang="fr-FR" sz="1154" b="0" i="0" u="none" strike="noStrike" kern="1200" cap="none" spc="0" normalizeH="0" baseline="0" noProof="0">
              <a:ln>
                <a:noFill/>
              </a:ln>
              <a:solidFill>
                <a:prstClr val="black"/>
              </a:solidFill>
              <a:effectLst/>
              <a:uLnTx/>
              <a:uFillTx/>
              <a:latin typeface="Calibri"/>
              <a:ea typeface="+mn-ea"/>
              <a:cs typeface="+mn-cs"/>
            </a:endParaRPr>
          </a:p>
        </p:txBody>
      </p:sp>
      <p:sp>
        <p:nvSpPr>
          <p:cNvPr id="9" name="TextBox 9"/>
          <p:cNvSpPr txBox="1"/>
          <p:nvPr/>
        </p:nvSpPr>
        <p:spPr>
          <a:xfrm>
            <a:off x="1275794" y="3190428"/>
            <a:ext cx="10768520" cy="406522"/>
          </a:xfrm>
          <a:prstGeom prst="rect">
            <a:avLst/>
          </a:prstGeom>
        </p:spPr>
        <p:txBody>
          <a:bodyPr wrap="square" lIns="0" tIns="0" rIns="0" bIns="0" rtlCol="0" anchor="t">
            <a:spAutoFit/>
          </a:bodyPr>
          <a:lstStyle/>
          <a:p>
            <a:pPr marL="0" marR="0" lvl="0" indent="0" algn="l" defTabSz="586405" rtl="0" eaLnBrk="1" fontAlgn="auto" latinLnBrk="0" hangingPunct="1">
              <a:lnSpc>
                <a:spcPts val="3083"/>
              </a:lnSpc>
              <a:spcBef>
                <a:spcPts val="0"/>
              </a:spcBef>
              <a:spcAft>
                <a:spcPts val="0"/>
              </a:spcAft>
              <a:buClrTx/>
              <a:buSzTx/>
              <a:buFontTx/>
              <a:buNone/>
              <a:tabLst/>
              <a:defRPr/>
            </a:pPr>
            <a:r>
              <a:rPr kumimoji="0" lang="en-US" sz="3400" b="1" i="0" u="none" strike="noStrike" kern="1200" cap="none" spc="0" normalizeH="0" baseline="0" noProof="0" dirty="0">
                <a:ln>
                  <a:noFill/>
                </a:ln>
                <a:solidFill>
                  <a:prstClr val="white">
                    <a:lumMod val="85000"/>
                  </a:prstClr>
                </a:solidFill>
                <a:effectLst/>
                <a:uLnTx/>
                <a:uFillTx/>
                <a:latin typeface="Work Sans "/>
                <a:ea typeface="Hussar Bold"/>
                <a:cs typeface="Hussar Bold"/>
                <a:sym typeface="Hussar Bold"/>
              </a:rPr>
              <a:t>Y3 AUDIT &amp; CONSEILS, UN HUB DE POSSIBILITÉS</a:t>
            </a:r>
          </a:p>
        </p:txBody>
      </p:sp>
      <p:sp>
        <p:nvSpPr>
          <p:cNvPr id="10" name="TextBox 10"/>
          <p:cNvSpPr txBox="1"/>
          <p:nvPr/>
        </p:nvSpPr>
        <p:spPr>
          <a:xfrm>
            <a:off x="4019213" y="6540757"/>
            <a:ext cx="4582096" cy="139718"/>
          </a:xfrm>
          <a:prstGeom prst="rect">
            <a:avLst/>
          </a:prstGeom>
        </p:spPr>
        <p:txBody>
          <a:bodyPr lIns="0" tIns="0" rIns="0" bIns="0" rtlCol="0" anchor="t">
            <a:spAutoFit/>
          </a:bodyPr>
          <a:lstStyle/>
          <a:p>
            <a:pPr marL="0" marR="0" lvl="0" indent="0" algn="l" defTabSz="586405" rtl="0" eaLnBrk="1" fontAlgn="auto" latinLnBrk="0" hangingPunct="1">
              <a:lnSpc>
                <a:spcPts val="1167"/>
              </a:lnSpc>
              <a:spcBef>
                <a:spcPts val="0"/>
              </a:spcBef>
              <a:spcAft>
                <a:spcPts val="0"/>
              </a:spcAft>
              <a:buClrTx/>
              <a:buSzTx/>
              <a:buFontTx/>
              <a:buNone/>
              <a:tabLst/>
              <a:defRPr/>
            </a:pPr>
            <a:r>
              <a:rPr kumimoji="0" lang="en-US" sz="834" b="1" i="0" u="none" strike="noStrike" kern="1200" cap="none" spc="0" normalizeH="0" baseline="0" noProof="0">
                <a:ln>
                  <a:noFill/>
                </a:ln>
                <a:solidFill>
                  <a:srgbClr val="FFFFFF"/>
                </a:solidFill>
                <a:effectLst/>
                <a:uLnTx/>
                <a:uFillTx/>
                <a:latin typeface="Open Sans 1 Bold"/>
                <a:ea typeface="Open Sans 1 Bold"/>
                <a:cs typeface="Open Sans 1 Bold"/>
                <a:sym typeface="Open Sans 1 Bold"/>
              </a:rPr>
              <a:t>ycubeac.com | (225) 27 22 23 05 26 | (225) 05 56 61 58 36 | (225) 05 46 00 63 93 | CI</a:t>
            </a:r>
          </a:p>
        </p:txBody>
      </p:sp>
      <p:sp>
        <p:nvSpPr>
          <p:cNvPr id="12" name="Titre 1">
            <a:extLst>
              <a:ext uri="{FF2B5EF4-FFF2-40B4-BE49-F238E27FC236}">
                <a16:creationId xmlns:a16="http://schemas.microsoft.com/office/drawing/2014/main" id="{07D1CBE8-DC4D-8F9B-C469-CDEDD34723CD}"/>
              </a:ext>
            </a:extLst>
          </p:cNvPr>
          <p:cNvSpPr txBox="1">
            <a:spLocks/>
          </p:cNvSpPr>
          <p:nvPr/>
        </p:nvSpPr>
        <p:spPr>
          <a:xfrm>
            <a:off x="719329" y="3596950"/>
            <a:ext cx="11226798" cy="895244"/>
          </a:xfrm>
          <a:prstGeom prst="rect">
            <a:avLst/>
          </a:prstGeom>
          <a:ln>
            <a:noFill/>
          </a:ln>
        </p:spPr>
        <p:txBody>
          <a:bodyPr rtlCol="0">
            <a:noAutofit/>
          </a:bodyPr>
          <a:lstStyle>
            <a:lvl1pPr algn="ctr" defTabSz="586405" rtl="0" eaLnBrk="1" latinLnBrk="0" hangingPunct="1">
              <a:spcBef>
                <a:spcPct val="0"/>
              </a:spcBef>
              <a:buNone/>
              <a:defRPr sz="2822" kern="1200">
                <a:solidFill>
                  <a:schemeClr val="tx1"/>
                </a:solidFill>
                <a:latin typeface="+mj-lt"/>
                <a:ea typeface="+mj-ea"/>
                <a:cs typeface="+mj-cs"/>
              </a:defRPr>
            </a:lvl1pPr>
          </a:lstStyle>
          <a:p>
            <a:r>
              <a:rPr lang="fr-FR" sz="2200" b="1" dirty="0">
                <a:solidFill>
                  <a:schemeClr val="accent1">
                    <a:lumMod val="20000"/>
                    <a:lumOff val="80000"/>
                  </a:schemeClr>
                </a:solidFill>
                <a:latin typeface="Work Sans" pitchFamily="2" charset="0"/>
              </a:rPr>
              <a:t>Proposition de service pour un séminaire de renforcement des capacités de la commission permanente d’audit et du contentieux ​du FPM</a:t>
            </a:r>
          </a:p>
        </p:txBody>
      </p:sp>
      <p:sp>
        <p:nvSpPr>
          <p:cNvPr id="6" name="Freeform 6"/>
          <p:cNvSpPr/>
          <p:nvPr/>
        </p:nvSpPr>
        <p:spPr>
          <a:xfrm>
            <a:off x="8173156" y="3983287"/>
            <a:ext cx="3772971" cy="2804091"/>
          </a:xfrm>
          <a:custGeom>
            <a:avLst/>
            <a:gdLst/>
            <a:ahLst/>
            <a:cxnLst/>
            <a:rect l="l" t="t" r="r" b="b"/>
            <a:pathLst>
              <a:path w="5795516" h="4710174">
                <a:moveTo>
                  <a:pt x="0" y="0"/>
                </a:moveTo>
                <a:lnTo>
                  <a:pt x="5795516" y="0"/>
                </a:lnTo>
                <a:lnTo>
                  <a:pt x="5795516" y="4710174"/>
                </a:lnTo>
                <a:lnTo>
                  <a:pt x="0" y="471017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pPr marL="0" marR="0" lvl="0" indent="0" algn="l" defTabSz="586405" rtl="0" eaLnBrk="1" fontAlgn="auto" latinLnBrk="0" hangingPunct="1">
              <a:lnSpc>
                <a:spcPct val="100000"/>
              </a:lnSpc>
              <a:spcBef>
                <a:spcPts val="0"/>
              </a:spcBef>
              <a:spcAft>
                <a:spcPts val="0"/>
              </a:spcAft>
              <a:buClrTx/>
              <a:buSzTx/>
              <a:buFontTx/>
              <a:buNone/>
              <a:tabLst/>
              <a:defRPr/>
            </a:pPr>
            <a:endParaRPr kumimoji="0" lang="fr-FR" sz="1154" b="0" i="0" u="none" strike="noStrike" kern="1200" cap="none" spc="0" normalizeH="0" baseline="0" noProof="0">
              <a:ln>
                <a:noFill/>
              </a:ln>
              <a:solidFill>
                <a:prstClr val="black"/>
              </a:solidFill>
              <a:effectLst/>
              <a:uLnTx/>
              <a:uFillTx/>
              <a:latin typeface="Calibri"/>
              <a:ea typeface="+mn-ea"/>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r="-18000"/>
          </a:stretch>
        </a:blip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FC4CFE9-FB65-B676-9B59-8A2EBB6A3E00}"/>
              </a:ext>
            </a:extLst>
          </p:cNvPr>
          <p:cNvSpPr/>
          <p:nvPr/>
        </p:nvSpPr>
        <p:spPr>
          <a:xfrm>
            <a:off x="1828800" y="0"/>
            <a:ext cx="10363199" cy="6232634"/>
          </a:xfrm>
          <a:prstGeom prst="rect">
            <a:avLst/>
          </a:prstGeom>
          <a:solidFill>
            <a:schemeClr val="bg1">
              <a:lumMod val="95000"/>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Work Sans" pitchFamily="2" charset="0"/>
              <a:ea typeface="+mn-ea"/>
              <a:cs typeface="+mn-cs"/>
            </a:endParaRPr>
          </a:p>
        </p:txBody>
      </p:sp>
      <p:sp>
        <p:nvSpPr>
          <p:cNvPr id="2" name="ZoneTexte 1">
            <a:extLst>
              <a:ext uri="{FF2B5EF4-FFF2-40B4-BE49-F238E27FC236}">
                <a16:creationId xmlns:a16="http://schemas.microsoft.com/office/drawing/2014/main" id="{6081AC73-AC45-1570-CA8D-87049E3052E9}"/>
              </a:ext>
            </a:extLst>
          </p:cNvPr>
          <p:cNvSpPr txBox="1"/>
          <p:nvPr/>
        </p:nvSpPr>
        <p:spPr>
          <a:xfrm>
            <a:off x="1016000" y="6326909"/>
            <a:ext cx="988291" cy="369332"/>
          </a:xfrm>
          <a:prstGeom prst="rect">
            <a:avLst/>
          </a:prstGeom>
          <a:solidFill>
            <a:srgbClr val="043D5D"/>
          </a:solid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Work Sans" pitchFamily="2" charset="0"/>
              <a:ea typeface="+mn-ea"/>
              <a:cs typeface="+mn-cs"/>
            </a:endParaRPr>
          </a:p>
        </p:txBody>
      </p:sp>
      <p:pic>
        <p:nvPicPr>
          <p:cNvPr id="8" name="Image 4">
            <a:extLst>
              <a:ext uri="{FF2B5EF4-FFF2-40B4-BE49-F238E27FC236}">
                <a16:creationId xmlns:a16="http://schemas.microsoft.com/office/drawing/2014/main" id="{70E60957-5ABE-1B02-ECCA-01894D0884A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38936" y="637198"/>
            <a:ext cx="802519" cy="679734"/>
          </a:xfrm>
          <a:prstGeom prst="rect">
            <a:avLst/>
          </a:prstGeom>
        </p:spPr>
      </p:pic>
      <p:sp>
        <p:nvSpPr>
          <p:cNvPr id="9" name="Text Placeholder 5">
            <a:extLst>
              <a:ext uri="{FF2B5EF4-FFF2-40B4-BE49-F238E27FC236}">
                <a16:creationId xmlns:a16="http://schemas.microsoft.com/office/drawing/2014/main" id="{63BC7771-06AA-97C1-6E85-11F0997F15BA}"/>
              </a:ext>
            </a:extLst>
          </p:cNvPr>
          <p:cNvSpPr txBox="1">
            <a:spLocks/>
          </p:cNvSpPr>
          <p:nvPr/>
        </p:nvSpPr>
        <p:spPr>
          <a:xfrm>
            <a:off x="310911" y="1545512"/>
            <a:ext cx="1279535" cy="942876"/>
          </a:xfrm>
          <a:prstGeom prst="rect">
            <a:avLst/>
          </a:prstGeom>
        </p:spPr>
        <p:txBody>
          <a:bodyPr vert="horz" lIns="0" tIns="0" rIns="0" bIns="0" rtlCol="0">
            <a:noAutofit/>
          </a:bodyPr>
          <a:lstStyle>
            <a:lvl1pPr marL="0" indent="0" algn="l" defTabSz="990587" rtl="0" eaLnBrk="1" latinLnBrk="0" hangingPunct="1">
              <a:spcBef>
                <a:spcPts val="200"/>
              </a:spcBef>
              <a:spcAft>
                <a:spcPts val="1083"/>
              </a:spcAft>
              <a:buSzPct val="100000"/>
              <a:buFont typeface="Arial" panose="020B0604020202020204" pitchFamily="34" charset="0"/>
              <a:buNone/>
              <a:defRPr sz="1000" b="0" kern="1200">
                <a:solidFill>
                  <a:schemeClr val="tx1"/>
                </a:solidFill>
                <a:latin typeface="+mn-lt"/>
                <a:ea typeface="+mn-ea"/>
                <a:cs typeface="+mn-cs"/>
              </a:defRPr>
            </a:lvl1pPr>
            <a:lvl2pPr marL="0" indent="0" algn="l" defTabSz="990587" rtl="0" eaLnBrk="1" latinLnBrk="0" hangingPunct="1">
              <a:spcBef>
                <a:spcPts val="0"/>
              </a:spcBef>
              <a:spcAft>
                <a:spcPts val="1083"/>
              </a:spcAft>
              <a:buClrTx/>
              <a:buSzPct val="100000"/>
              <a:buFont typeface="Arial"/>
              <a:buNone/>
              <a:defRPr lang="en-US" sz="1050" b="1" kern="1200">
                <a:solidFill>
                  <a:schemeClr val="tx2"/>
                </a:solidFill>
                <a:latin typeface="+mn-lt"/>
                <a:ea typeface="+mn-ea"/>
                <a:cs typeface="+mn-cs"/>
              </a:defRPr>
            </a:lvl2pPr>
            <a:lvl3pPr marL="191097" indent="-191097" algn="l" defTabSz="990587" rtl="0" eaLnBrk="1" latinLnBrk="0" hangingPunct="1">
              <a:spcBef>
                <a:spcPts val="0"/>
              </a:spcBef>
              <a:spcAft>
                <a:spcPts val="1083"/>
              </a:spcAft>
              <a:buClrTx/>
              <a:buSzPct val="100000"/>
              <a:buFont typeface="Arial" panose="020B0604020202020204" pitchFamily="34" charset="0"/>
              <a:buChar char="•"/>
              <a:defRPr lang="en-US" sz="1050" kern="1200">
                <a:solidFill>
                  <a:schemeClr val="tx2"/>
                </a:solidFill>
                <a:latin typeface="+mn-lt"/>
                <a:ea typeface="+mn-ea"/>
                <a:cs typeface="+mn-cs"/>
              </a:defRPr>
            </a:lvl3pPr>
            <a:lvl4pPr marL="386095" indent="-191097" algn="l" defTabSz="990587" rtl="0" eaLnBrk="1" latinLnBrk="0" hangingPunct="1">
              <a:spcBef>
                <a:spcPts val="0"/>
              </a:spcBef>
              <a:spcAft>
                <a:spcPts val="1083"/>
              </a:spcAft>
              <a:buClrTx/>
              <a:buSzPct val="100000"/>
              <a:buFont typeface="Verdana" panose="020B0604030504040204" pitchFamily="34" charset="0"/>
              <a:buChar char="−"/>
              <a:defRPr lang="en-US" sz="1000" kern="1200" baseline="0">
                <a:solidFill>
                  <a:schemeClr val="tx2"/>
                </a:solidFill>
                <a:latin typeface="+mn-lt"/>
                <a:ea typeface="+mn-ea"/>
                <a:cs typeface="+mn-cs"/>
              </a:defRPr>
            </a:lvl4pPr>
            <a:lvl5pPr marL="577191" indent="-191097" algn="l" defTabSz="865044" rtl="0" eaLnBrk="1" latinLnBrk="0" hangingPunct="1">
              <a:spcBef>
                <a:spcPts val="0"/>
              </a:spcBef>
              <a:spcAft>
                <a:spcPts val="1083"/>
              </a:spcAft>
              <a:buClrTx/>
              <a:buSzPct val="100000"/>
              <a:buFont typeface="Verdana" panose="020B0604030504040204" pitchFamily="34" charset="0"/>
              <a:buChar char="−"/>
              <a:tabLst/>
              <a:defRPr lang="en-US" sz="1000" kern="1200" baseline="0">
                <a:solidFill>
                  <a:schemeClr val="tx2"/>
                </a:solidFill>
                <a:latin typeface="+mn-lt"/>
                <a:ea typeface="+mn-ea"/>
                <a:cs typeface="+mn-cs"/>
              </a:defRPr>
            </a:lvl5pPr>
            <a:lvl6pPr marL="577191" indent="-191097" algn="l" defTabSz="990587" rtl="0" eaLnBrk="1" latinLnBrk="0" hangingPunct="1">
              <a:spcBef>
                <a:spcPts val="0"/>
              </a:spcBef>
              <a:spcAft>
                <a:spcPts val="1083"/>
              </a:spcAft>
              <a:buFont typeface="Verdana" panose="020B0604030504040204" pitchFamily="34" charset="0"/>
              <a:buChar char="−"/>
              <a:defRPr sz="1301" kern="1200" baseline="0">
                <a:solidFill>
                  <a:schemeClr val="tx1"/>
                </a:solidFill>
                <a:latin typeface="+mn-lt"/>
                <a:ea typeface="+mn-ea"/>
                <a:cs typeface="+mn-cs"/>
              </a:defRPr>
            </a:lvl6pPr>
            <a:lvl7pPr marL="577191" indent="-191097" algn="l" defTabSz="990587" rtl="0" eaLnBrk="1" latinLnBrk="0" hangingPunct="1">
              <a:spcBef>
                <a:spcPts val="0"/>
              </a:spcBef>
              <a:spcAft>
                <a:spcPts val="1083"/>
              </a:spcAft>
              <a:buFont typeface="Verdana" panose="020B0604030504040204" pitchFamily="34" charset="0"/>
              <a:buChar char="−"/>
              <a:defRPr sz="1301" kern="1200">
                <a:solidFill>
                  <a:schemeClr val="tx1"/>
                </a:solidFill>
                <a:latin typeface="+mn-lt"/>
                <a:ea typeface="+mn-ea"/>
                <a:cs typeface="+mn-cs"/>
              </a:defRPr>
            </a:lvl7pPr>
            <a:lvl8pPr marL="577191" indent="-191097" algn="l" defTabSz="990587" rtl="0" eaLnBrk="1" latinLnBrk="0" hangingPunct="1">
              <a:spcBef>
                <a:spcPts val="0"/>
              </a:spcBef>
              <a:spcAft>
                <a:spcPts val="1083"/>
              </a:spcAft>
              <a:buFont typeface="Verdana" panose="020B0604030504040204" pitchFamily="34" charset="0"/>
              <a:buChar char="−"/>
              <a:defRPr sz="1301" kern="1200" baseline="0">
                <a:solidFill>
                  <a:schemeClr val="tx1"/>
                </a:solidFill>
                <a:latin typeface="+mn-lt"/>
                <a:ea typeface="+mn-ea"/>
                <a:cs typeface="+mn-cs"/>
              </a:defRPr>
            </a:lvl8pPr>
            <a:lvl9pPr marL="577191" indent="-191097" algn="l" defTabSz="990587" rtl="0" eaLnBrk="1" latinLnBrk="0" hangingPunct="1">
              <a:spcBef>
                <a:spcPts val="0"/>
              </a:spcBef>
              <a:spcAft>
                <a:spcPts val="1083"/>
              </a:spcAft>
              <a:buFont typeface="Verdana" panose="020B0604030504040204" pitchFamily="34" charset="0"/>
              <a:buChar char="−"/>
              <a:defRPr sz="1301" kern="1200" baseline="0">
                <a:solidFill>
                  <a:schemeClr val="tx1"/>
                </a:solidFill>
                <a:latin typeface="+mn-lt"/>
                <a:ea typeface="+mn-ea"/>
                <a:cs typeface="+mn-cs"/>
              </a:defRPr>
            </a:lvl9pPr>
          </a:lstStyle>
          <a:p>
            <a:pPr marL="0" marR="0" lvl="0" indent="0" algn="ctr" defTabSz="990587" rtl="0" eaLnBrk="1" fontAlgn="base" latinLnBrk="0" hangingPunct="1">
              <a:lnSpc>
                <a:spcPct val="100000"/>
              </a:lnSpc>
              <a:spcBef>
                <a:spcPct val="0"/>
              </a:spcBef>
              <a:spcAft>
                <a:spcPct val="0"/>
              </a:spcAft>
              <a:buClrTx/>
              <a:buSzPct val="100000"/>
              <a:buFont typeface="Arial" panose="020B0604020202020204" pitchFamily="34" charset="0"/>
              <a:buNone/>
              <a:tabLst/>
              <a:defRPr/>
            </a:pPr>
            <a:r>
              <a:rPr kumimoji="0" lang="en-GB" sz="1000" b="1" i="0" u="none" strike="noStrike" kern="1200" cap="none" spc="0" normalizeH="0" baseline="0" noProof="0" dirty="0">
                <a:ln>
                  <a:noFill/>
                </a:ln>
                <a:solidFill>
                  <a:prstClr val="black"/>
                </a:solidFill>
                <a:effectLst/>
                <a:uLnTx/>
                <a:uFillTx/>
                <a:latin typeface="Work Sans" pitchFamily="2" charset="0"/>
                <a:ea typeface="Verdana" panose="020B0604030504040204" pitchFamily="34" charset="0"/>
                <a:cs typeface="Arial" panose="020B0604020202020204" pitchFamily="34" charset="0"/>
              </a:rPr>
              <a:t>Ycubeac.com</a:t>
            </a:r>
          </a:p>
          <a:p>
            <a:pPr marL="0" marR="0" lvl="0" indent="0" algn="ctr" defTabSz="990587" rtl="0" eaLnBrk="1" fontAlgn="base" latinLnBrk="0" hangingPunct="1">
              <a:lnSpc>
                <a:spcPct val="100000"/>
              </a:lnSpc>
              <a:spcBef>
                <a:spcPct val="0"/>
              </a:spcBef>
              <a:spcAft>
                <a:spcPct val="0"/>
              </a:spcAft>
              <a:buClrTx/>
              <a:buSzPct val="100000"/>
              <a:buFont typeface="Arial" panose="020B0604020202020204" pitchFamily="34" charset="0"/>
              <a:buNone/>
              <a:tabLst/>
              <a:defRPr/>
            </a:pPr>
            <a:endParaRPr kumimoji="0" lang="fr-FR" sz="800" b="0" i="0" u="none" strike="noStrike" kern="1200" cap="none" spc="0" normalizeH="0" baseline="0" noProof="0" dirty="0">
              <a:ln>
                <a:noFill/>
              </a:ln>
              <a:solidFill>
                <a:prstClr val="black"/>
              </a:solidFill>
              <a:effectLst/>
              <a:uLnTx/>
              <a:uFillTx/>
              <a:latin typeface="Work Sans" panose="00000500000000000000" pitchFamily="2" charset="0"/>
              <a:ea typeface="Verdana" panose="020B0604030504040204" pitchFamily="34" charset="0"/>
              <a:cs typeface="Arial" panose="020B0604020202020204" pitchFamily="34" charset="0"/>
            </a:endParaRPr>
          </a:p>
          <a:p>
            <a:pPr marL="0" marR="0" lvl="0" indent="0" algn="ctr" defTabSz="990587" rtl="0" eaLnBrk="1" fontAlgn="base" latinLnBrk="0" hangingPunct="1">
              <a:lnSpc>
                <a:spcPct val="100000"/>
              </a:lnSpc>
              <a:spcBef>
                <a:spcPct val="0"/>
              </a:spcBef>
              <a:spcAft>
                <a:spcPct val="0"/>
              </a:spcAft>
              <a:buClrTx/>
              <a:buSzPct val="100000"/>
              <a:buFont typeface="Arial" panose="020B0604020202020204" pitchFamily="34" charset="0"/>
              <a:buNone/>
              <a:tabLst/>
              <a:defRPr/>
            </a:pPr>
            <a:r>
              <a:rPr kumimoji="0" lang="fr-FR" sz="800" b="0" i="0" u="none" strike="noStrike" kern="1200" cap="none" spc="0" normalizeH="0" baseline="0" noProof="0" dirty="0">
                <a:ln>
                  <a:noFill/>
                </a:ln>
                <a:solidFill>
                  <a:prstClr val="black"/>
                </a:solidFill>
                <a:effectLst/>
                <a:uLnTx/>
                <a:uFillTx/>
                <a:latin typeface="Work Sans" panose="00000500000000000000" pitchFamily="2" charset="0"/>
                <a:ea typeface="Verdana" panose="020B0604030504040204" pitchFamily="34" charset="0"/>
                <a:cs typeface="Arial" panose="020B0604020202020204" pitchFamily="34" charset="0"/>
              </a:rPr>
              <a:t>Cocody Riviera Golf </a:t>
            </a:r>
            <a:r>
              <a:rPr kumimoji="0" lang="fr-FR" sz="800" b="0" i="0" u="none" strike="noStrike" kern="1200" cap="none" spc="0" normalizeH="0" baseline="0" noProof="0" dirty="0" err="1">
                <a:ln>
                  <a:noFill/>
                </a:ln>
                <a:solidFill>
                  <a:prstClr val="black"/>
                </a:solidFill>
                <a:effectLst/>
                <a:uLnTx/>
                <a:uFillTx/>
                <a:latin typeface="Work Sans" pitchFamily="2" charset="0"/>
                <a:ea typeface="Verdana" panose="020B0604030504040204" pitchFamily="34" charset="0"/>
                <a:cs typeface="Arial" panose="020B0604020202020204" pitchFamily="34" charset="0"/>
              </a:rPr>
              <a:t>Mafit</a:t>
            </a:r>
            <a:r>
              <a:rPr kumimoji="0" lang="fr-FR" sz="800" b="0" i="0" u="none" strike="noStrike" kern="1200" cap="none" spc="0" normalizeH="0" baseline="0" noProof="0" dirty="0">
                <a:ln>
                  <a:noFill/>
                </a:ln>
                <a:solidFill>
                  <a:prstClr val="black"/>
                </a:solidFill>
                <a:effectLst/>
                <a:uLnTx/>
                <a:uFillTx/>
                <a:latin typeface="Work Sans" panose="00000500000000000000" pitchFamily="2" charset="0"/>
                <a:ea typeface="Verdana" panose="020B0604030504040204" pitchFamily="34" charset="0"/>
                <a:cs typeface="Arial" panose="020B0604020202020204" pitchFamily="34" charset="0"/>
              </a:rPr>
              <a:t> </a:t>
            </a:r>
          </a:p>
          <a:p>
            <a:pPr marL="0" marR="0" lvl="0" indent="0" algn="ctr" defTabSz="990587" rtl="0" eaLnBrk="1" fontAlgn="base" latinLnBrk="0" hangingPunct="1">
              <a:lnSpc>
                <a:spcPct val="100000"/>
              </a:lnSpc>
              <a:spcBef>
                <a:spcPct val="0"/>
              </a:spcBef>
              <a:spcAft>
                <a:spcPct val="0"/>
              </a:spcAft>
              <a:buClrTx/>
              <a:buSzPct val="100000"/>
              <a:buFont typeface="Arial" panose="020B0604020202020204" pitchFamily="34" charset="0"/>
              <a:buNone/>
              <a:tabLst/>
              <a:defRPr/>
            </a:pPr>
            <a:r>
              <a:rPr kumimoji="0" lang="fr-FR" sz="800" b="0" i="0" u="none" strike="noStrike" kern="1200" cap="none" spc="0" normalizeH="0" baseline="0" noProof="0" dirty="0">
                <a:ln>
                  <a:noFill/>
                </a:ln>
                <a:solidFill>
                  <a:prstClr val="black"/>
                </a:solidFill>
                <a:effectLst/>
                <a:uLnTx/>
                <a:uFillTx/>
                <a:latin typeface="Work Sans" panose="00000500000000000000" pitchFamily="2" charset="0"/>
                <a:ea typeface="Verdana" panose="020B0604030504040204" pitchFamily="34" charset="0"/>
                <a:cs typeface="Arial" panose="020B0604020202020204" pitchFamily="34" charset="0"/>
              </a:rPr>
              <a:t>Immeuble TIGA 3eme étage Appart 103</a:t>
            </a:r>
          </a:p>
          <a:p>
            <a:pPr marL="0" marR="0" lvl="0" indent="0" algn="ctr" defTabSz="990587" rtl="0" eaLnBrk="1" fontAlgn="base" latinLnBrk="0" hangingPunct="1">
              <a:lnSpc>
                <a:spcPct val="100000"/>
              </a:lnSpc>
              <a:spcBef>
                <a:spcPct val="0"/>
              </a:spcBef>
              <a:spcAft>
                <a:spcPct val="0"/>
              </a:spcAft>
              <a:buClrTx/>
              <a:buSzPct val="100000"/>
              <a:buFont typeface="Arial" panose="020B0604020202020204" pitchFamily="34" charset="0"/>
              <a:buNone/>
              <a:tabLst/>
              <a:defRPr/>
            </a:pPr>
            <a:r>
              <a:rPr kumimoji="0" lang="en-GB" sz="800" b="0" i="0" u="none" strike="noStrike" kern="1200" cap="none" spc="0" normalizeH="0" baseline="0" noProof="0" dirty="0" err="1">
                <a:ln>
                  <a:noFill/>
                </a:ln>
                <a:solidFill>
                  <a:prstClr val="black"/>
                </a:solidFill>
                <a:effectLst/>
                <a:uLnTx/>
                <a:uFillTx/>
                <a:latin typeface="Work Sans" pitchFamily="2" charset="0"/>
                <a:ea typeface="Verdana" panose="020B0604030504040204" pitchFamily="34" charset="0"/>
                <a:cs typeface="Arial" panose="020B0604020202020204" pitchFamily="34" charset="0"/>
              </a:rPr>
              <a:t>Tél</a:t>
            </a:r>
            <a:r>
              <a:rPr kumimoji="0" lang="en-GB" sz="800" b="0" i="0" u="none" strike="noStrike" kern="1200" cap="none" spc="0" normalizeH="0" baseline="0" noProof="0" dirty="0">
                <a:ln>
                  <a:noFill/>
                </a:ln>
                <a:solidFill>
                  <a:prstClr val="black"/>
                </a:solidFill>
                <a:effectLst/>
                <a:uLnTx/>
                <a:uFillTx/>
                <a:latin typeface="Work Sans" pitchFamily="2" charset="0"/>
                <a:ea typeface="Verdana" panose="020B0604030504040204" pitchFamily="34" charset="0"/>
                <a:cs typeface="Arial" panose="020B0604020202020204" pitchFamily="34" charset="0"/>
              </a:rPr>
              <a:t>.: (225) </a:t>
            </a:r>
            <a:r>
              <a:rPr kumimoji="0" lang="fr-FR" sz="800" b="0" i="0" u="none" strike="noStrike" kern="1200" cap="none" spc="0" normalizeH="0" baseline="0" noProof="0" dirty="0">
                <a:ln>
                  <a:noFill/>
                </a:ln>
                <a:solidFill>
                  <a:prstClr val="black"/>
                </a:solidFill>
                <a:effectLst/>
                <a:uLnTx/>
                <a:uFillTx/>
                <a:latin typeface="Work Sans" pitchFamily="2" charset="0"/>
                <a:ea typeface="Verdana" panose="020B0604030504040204" pitchFamily="34" charset="0"/>
                <a:cs typeface="Arial" panose="020B0604020202020204" pitchFamily="34" charset="0"/>
              </a:rPr>
              <a:t>05 56 61 58 36</a:t>
            </a:r>
            <a:r>
              <a:rPr kumimoji="0" lang="en-GB" sz="800" b="0" i="0" u="none" strike="noStrike" kern="1200" cap="none" spc="0" normalizeH="0" baseline="0" noProof="0" dirty="0">
                <a:ln>
                  <a:noFill/>
                </a:ln>
                <a:solidFill>
                  <a:prstClr val="black"/>
                </a:solidFill>
                <a:effectLst/>
                <a:uLnTx/>
                <a:uFillTx/>
                <a:latin typeface="Work Sans" pitchFamily="2" charset="0"/>
                <a:ea typeface="Verdana" panose="020B0604030504040204" pitchFamily="34" charset="0"/>
                <a:cs typeface="Arial" panose="020B0604020202020204" pitchFamily="34" charset="0"/>
              </a:rPr>
              <a:t> </a:t>
            </a:r>
            <a:endParaRPr kumimoji="0" lang="fr-FR" sz="800" b="0" i="0" u="none" strike="noStrike" kern="1200" cap="none" spc="0" normalizeH="0" baseline="0" noProof="0" dirty="0">
              <a:ln>
                <a:noFill/>
              </a:ln>
              <a:solidFill>
                <a:prstClr val="black"/>
              </a:solidFill>
              <a:effectLst/>
              <a:uLnTx/>
              <a:uFillTx/>
              <a:latin typeface="Work Sans" pitchFamily="2" charset="0"/>
              <a:ea typeface="Verdana" panose="020B0604030504040204" pitchFamily="34" charset="0"/>
              <a:cs typeface="Arial" panose="020B0604020202020204" pitchFamily="34" charset="0"/>
            </a:endParaRPr>
          </a:p>
        </p:txBody>
      </p:sp>
      <p:sp>
        <p:nvSpPr>
          <p:cNvPr id="10" name="Text Placeholder 10">
            <a:extLst>
              <a:ext uri="{FF2B5EF4-FFF2-40B4-BE49-F238E27FC236}">
                <a16:creationId xmlns:a16="http://schemas.microsoft.com/office/drawing/2014/main" id="{2CD971BE-D73B-DEAE-7EE7-1643920EDA55}"/>
              </a:ext>
            </a:extLst>
          </p:cNvPr>
          <p:cNvSpPr txBox="1">
            <a:spLocks/>
          </p:cNvSpPr>
          <p:nvPr/>
        </p:nvSpPr>
        <p:spPr>
          <a:xfrm>
            <a:off x="2199521" y="599293"/>
            <a:ext cx="5330832" cy="1017275"/>
          </a:xfrm>
          <a:prstGeom prst="rect">
            <a:avLst/>
          </a:prstGeom>
          <a:solidFill>
            <a:srgbClr val="FEFEFE"/>
          </a:solidFill>
        </p:spPr>
        <p:txBody>
          <a:bodyPr vert="horz" lIns="0" tIns="0" rIns="0" bIns="0" rtlCol="0">
            <a:noAutofit/>
          </a:bodyPr>
          <a:lstStyle>
            <a:lvl1pPr marL="0" indent="0" algn="l" defTabSz="990587" rtl="0" eaLnBrk="1" latinLnBrk="0" hangingPunct="1">
              <a:spcBef>
                <a:spcPts val="0"/>
              </a:spcBef>
              <a:spcAft>
                <a:spcPts val="600"/>
              </a:spcAft>
              <a:buSzPct val="100000"/>
              <a:buFont typeface="Arial" panose="020B0604020202020204" pitchFamily="34" charset="0"/>
              <a:buNone/>
              <a:defRPr sz="1000" b="0" kern="1200">
                <a:solidFill>
                  <a:schemeClr val="tx1"/>
                </a:solidFill>
                <a:latin typeface="+mn-lt"/>
                <a:ea typeface="+mn-ea"/>
                <a:cs typeface="+mn-cs"/>
              </a:defRPr>
            </a:lvl1pPr>
            <a:lvl2pPr marL="0" indent="0" algn="l" defTabSz="990587" rtl="0" eaLnBrk="1" latinLnBrk="0" hangingPunct="1">
              <a:spcBef>
                <a:spcPts val="300"/>
              </a:spcBef>
              <a:spcAft>
                <a:spcPts val="1083"/>
              </a:spcAft>
              <a:buClrTx/>
              <a:buSzPct val="100000"/>
              <a:buFont typeface="Arial"/>
              <a:buNone/>
              <a:defRPr lang="en-US" sz="1000" b="1" kern="1200">
                <a:solidFill>
                  <a:schemeClr val="tx1"/>
                </a:solidFill>
                <a:latin typeface="+mn-lt"/>
                <a:ea typeface="+mn-ea"/>
                <a:cs typeface="+mn-cs"/>
              </a:defRPr>
            </a:lvl2pPr>
            <a:lvl3pPr marL="191097" indent="-191097" algn="l" defTabSz="990587" rtl="0" eaLnBrk="1" latinLnBrk="0" hangingPunct="1">
              <a:spcBef>
                <a:spcPts val="300"/>
              </a:spcBef>
              <a:spcAft>
                <a:spcPts val="1083"/>
              </a:spcAft>
              <a:buClrTx/>
              <a:buSzPct val="100000"/>
              <a:buFont typeface="Arial" panose="020B0604020202020204" pitchFamily="34" charset="0"/>
              <a:buChar char="•"/>
              <a:defRPr lang="en-US" sz="1000" kern="1200">
                <a:solidFill>
                  <a:schemeClr val="tx1"/>
                </a:solidFill>
                <a:latin typeface="+mn-lt"/>
                <a:ea typeface="+mn-ea"/>
                <a:cs typeface="+mn-cs"/>
              </a:defRPr>
            </a:lvl3pPr>
            <a:lvl4pPr marL="386095" indent="-191097" algn="l" defTabSz="990587" rtl="0" eaLnBrk="1" latinLnBrk="0" hangingPunct="1">
              <a:spcBef>
                <a:spcPts val="300"/>
              </a:spcBef>
              <a:spcAft>
                <a:spcPts val="1083"/>
              </a:spcAft>
              <a:buClrTx/>
              <a:buSzPct val="100000"/>
              <a:buFont typeface="Verdana" panose="020B0604030504040204" pitchFamily="34" charset="0"/>
              <a:buChar char="−"/>
              <a:defRPr lang="en-US" sz="1000" kern="1200" baseline="0">
                <a:solidFill>
                  <a:schemeClr val="tx1"/>
                </a:solidFill>
                <a:latin typeface="+mn-lt"/>
                <a:ea typeface="+mn-ea"/>
                <a:cs typeface="+mn-cs"/>
              </a:defRPr>
            </a:lvl4pPr>
            <a:lvl5pPr marL="577191" indent="-191097" algn="l" defTabSz="865044" rtl="0" eaLnBrk="1" latinLnBrk="0" hangingPunct="1">
              <a:spcBef>
                <a:spcPts val="300"/>
              </a:spcBef>
              <a:spcAft>
                <a:spcPts val="1083"/>
              </a:spcAft>
              <a:buClrTx/>
              <a:buSzPct val="100000"/>
              <a:buFont typeface="Verdana" panose="020B0604030504040204" pitchFamily="34" charset="0"/>
              <a:buChar char="−"/>
              <a:tabLst/>
              <a:defRPr lang="en-US" sz="1000" kern="1200" baseline="0">
                <a:solidFill>
                  <a:schemeClr val="tx1"/>
                </a:solidFill>
                <a:latin typeface="+mn-lt"/>
                <a:ea typeface="+mn-ea"/>
                <a:cs typeface="+mn-cs"/>
              </a:defRPr>
            </a:lvl5pPr>
            <a:lvl6pPr marL="577191" indent="-191097" algn="l" defTabSz="990587" rtl="0" eaLnBrk="1" latinLnBrk="0" hangingPunct="1">
              <a:spcBef>
                <a:spcPts val="0"/>
              </a:spcBef>
              <a:spcAft>
                <a:spcPts val="1083"/>
              </a:spcAft>
              <a:buFont typeface="Verdana" panose="020B0604030504040204" pitchFamily="34" charset="0"/>
              <a:buChar char="−"/>
              <a:defRPr sz="1301" kern="1200" baseline="0">
                <a:solidFill>
                  <a:schemeClr val="tx1"/>
                </a:solidFill>
                <a:latin typeface="+mn-lt"/>
                <a:ea typeface="+mn-ea"/>
                <a:cs typeface="+mn-cs"/>
              </a:defRPr>
            </a:lvl6pPr>
            <a:lvl7pPr marL="577191" indent="-191097" algn="l" defTabSz="990587" rtl="0" eaLnBrk="1" latinLnBrk="0" hangingPunct="1">
              <a:spcBef>
                <a:spcPts val="0"/>
              </a:spcBef>
              <a:spcAft>
                <a:spcPts val="1083"/>
              </a:spcAft>
              <a:buFont typeface="Verdana" panose="020B0604030504040204" pitchFamily="34" charset="0"/>
              <a:buChar char="−"/>
              <a:defRPr sz="1301" kern="1200">
                <a:solidFill>
                  <a:schemeClr val="tx1"/>
                </a:solidFill>
                <a:latin typeface="+mn-lt"/>
                <a:ea typeface="+mn-ea"/>
                <a:cs typeface="+mn-cs"/>
              </a:defRPr>
            </a:lvl7pPr>
            <a:lvl8pPr marL="577191" indent="-191097" algn="l" defTabSz="990587" rtl="0" eaLnBrk="1" latinLnBrk="0" hangingPunct="1">
              <a:spcBef>
                <a:spcPts val="0"/>
              </a:spcBef>
              <a:spcAft>
                <a:spcPts val="1083"/>
              </a:spcAft>
              <a:buFont typeface="Verdana" panose="020B0604030504040204" pitchFamily="34" charset="0"/>
              <a:buChar char="−"/>
              <a:defRPr sz="1301" kern="1200" baseline="0">
                <a:solidFill>
                  <a:schemeClr val="tx1"/>
                </a:solidFill>
                <a:latin typeface="+mn-lt"/>
                <a:ea typeface="+mn-ea"/>
                <a:cs typeface="+mn-cs"/>
              </a:defRPr>
            </a:lvl8pPr>
            <a:lvl9pPr marL="577191" indent="-191097" algn="l" defTabSz="990587" rtl="0" eaLnBrk="1" latinLnBrk="0" hangingPunct="1">
              <a:spcBef>
                <a:spcPts val="0"/>
              </a:spcBef>
              <a:spcAft>
                <a:spcPts val="1083"/>
              </a:spcAft>
              <a:buFont typeface="Verdana" panose="020B0604030504040204" pitchFamily="34" charset="0"/>
              <a:buChar char="−"/>
              <a:defRPr sz="1301" kern="1200" baseline="0">
                <a:solidFill>
                  <a:schemeClr val="tx1"/>
                </a:solidFill>
                <a:latin typeface="+mn-lt"/>
                <a:ea typeface="+mn-ea"/>
                <a:cs typeface="+mn-cs"/>
              </a:defRPr>
            </a:lvl9pPr>
          </a:lstStyle>
          <a:p>
            <a:pPr marL="0" marR="0" lvl="0" indent="0" algn="l" defTabSz="990587" rtl="0" eaLnBrk="1" fontAlgn="auto" latinLnBrk="0" hangingPunct="1">
              <a:lnSpc>
                <a:spcPct val="100000"/>
              </a:lnSpc>
              <a:spcBef>
                <a:spcPts val="0"/>
              </a:spcBef>
              <a:spcAft>
                <a:spcPts val="600"/>
              </a:spcAft>
              <a:buClrTx/>
              <a:buSzPct val="100000"/>
              <a:buFont typeface="Arial" panose="020B0604020202020204" pitchFamily="34" charset="0"/>
              <a:buNone/>
              <a:tabLst/>
              <a:defRPr/>
            </a:pPr>
            <a:r>
              <a:rPr kumimoji="0" lang="it-IT" sz="1000" b="1" i="0" u="none" strike="noStrike" kern="1200" cap="none" spc="0" normalizeH="0" baseline="0" noProof="0" dirty="0">
                <a:ln>
                  <a:noFill/>
                </a:ln>
                <a:solidFill>
                  <a:prstClr val="black"/>
                </a:solidFill>
                <a:effectLst/>
                <a:uLnTx/>
                <a:uFillTx/>
                <a:latin typeface="Work Sans" pitchFamily="2" charset="0"/>
                <a:ea typeface="+mn-ea"/>
                <a:cs typeface="Arial" panose="020B0604020202020204" pitchFamily="34" charset="0"/>
              </a:rPr>
              <a:t>Commissaire Colonel-Major Olivier Oka</a:t>
            </a:r>
          </a:p>
          <a:p>
            <a:pPr marL="0" marR="0" lvl="0" indent="0" algn="l" defTabSz="990587" rtl="0" eaLnBrk="1" fontAlgn="auto" latinLnBrk="0" hangingPunct="1">
              <a:lnSpc>
                <a:spcPct val="100000"/>
              </a:lnSpc>
              <a:spcBef>
                <a:spcPts val="0"/>
              </a:spcBef>
              <a:spcAft>
                <a:spcPts val="600"/>
              </a:spcAft>
              <a:buClrTx/>
              <a:buSzPct val="100000"/>
              <a:buFont typeface="Arial" panose="020B0604020202020204" pitchFamily="34" charset="0"/>
              <a:buNone/>
              <a:tabLst/>
              <a:defRPr/>
            </a:pPr>
            <a:r>
              <a:rPr kumimoji="0" lang="it-IT" sz="1000" b="0" i="0" u="none" strike="noStrike" kern="1200" cap="none" spc="0" normalizeH="0" baseline="0" noProof="0" dirty="0">
                <a:ln>
                  <a:noFill/>
                </a:ln>
                <a:solidFill>
                  <a:srgbClr val="232323"/>
                </a:solidFill>
                <a:effectLst/>
                <a:uLnTx/>
                <a:uFillTx/>
                <a:latin typeface="Work Sans" pitchFamily="2" charset="0"/>
                <a:ea typeface="+mn-ea"/>
                <a:cs typeface="Arial" panose="020B0604020202020204" pitchFamily="34" charset="0"/>
              </a:rPr>
              <a:t>Directeur Générale</a:t>
            </a:r>
          </a:p>
          <a:p>
            <a:pPr marL="0" marR="0" lvl="0" indent="0" algn="l" defTabSz="990587" rtl="0" eaLnBrk="1" fontAlgn="auto" latinLnBrk="0" hangingPunct="1">
              <a:lnSpc>
                <a:spcPct val="100000"/>
              </a:lnSpc>
              <a:spcBef>
                <a:spcPts val="0"/>
              </a:spcBef>
              <a:spcAft>
                <a:spcPts val="600"/>
              </a:spcAft>
              <a:buClrTx/>
              <a:buSzPct val="100000"/>
              <a:buFont typeface="Arial" panose="020B0604020202020204" pitchFamily="34" charset="0"/>
              <a:buNone/>
              <a:tabLst/>
              <a:defRPr/>
            </a:pPr>
            <a:r>
              <a:rPr kumimoji="0" lang="fr-FR" sz="1000" b="0" i="0" u="none" strike="noStrike" kern="1200" cap="none" spc="0" normalizeH="0" baseline="0" noProof="0" dirty="0">
                <a:ln>
                  <a:noFill/>
                </a:ln>
                <a:solidFill>
                  <a:prstClr val="black"/>
                </a:solidFill>
                <a:effectLst/>
                <a:uLnTx/>
                <a:uFillTx/>
                <a:latin typeface="Work Sans" pitchFamily="2" charset="0"/>
                <a:ea typeface="+mn-ea"/>
                <a:cs typeface="+mn-cs"/>
              </a:rPr>
              <a:t>Abidjan, Plateau</a:t>
            </a:r>
            <a:endParaRPr kumimoji="0" lang="fr-CI" sz="1000" b="1" i="0" u="none" strike="noStrike" kern="1200" cap="none" spc="0" normalizeH="0" baseline="0" noProof="0" dirty="0">
              <a:ln>
                <a:noFill/>
              </a:ln>
              <a:solidFill>
                <a:srgbClr val="232323"/>
              </a:solidFill>
              <a:effectLst/>
              <a:uLnTx/>
              <a:uFillTx/>
              <a:latin typeface="Work Sans" pitchFamily="2" charset="0"/>
              <a:ea typeface="+mn-ea"/>
              <a:cs typeface="Arial" panose="020B0604020202020204" pitchFamily="34" charset="0"/>
            </a:endParaRPr>
          </a:p>
        </p:txBody>
      </p:sp>
      <p:sp>
        <p:nvSpPr>
          <p:cNvPr id="11" name="Text Placeholder 11">
            <a:extLst>
              <a:ext uri="{FF2B5EF4-FFF2-40B4-BE49-F238E27FC236}">
                <a16:creationId xmlns:a16="http://schemas.microsoft.com/office/drawing/2014/main" id="{B320FCF8-CD0A-56B8-6C66-4006C57175C2}"/>
              </a:ext>
            </a:extLst>
          </p:cNvPr>
          <p:cNvSpPr txBox="1">
            <a:spLocks/>
          </p:cNvSpPr>
          <p:nvPr/>
        </p:nvSpPr>
        <p:spPr>
          <a:xfrm>
            <a:off x="2199521" y="1289336"/>
            <a:ext cx="9813803" cy="3739864"/>
          </a:xfrm>
          <a:prstGeom prst="rect">
            <a:avLst/>
          </a:prstGeom>
        </p:spPr>
        <p:txBody>
          <a:bodyPr vert="horz" lIns="0" tIns="0" rIns="0" bIns="0" rtlCol="0">
            <a:noAutofit/>
          </a:bodyPr>
          <a:lstStyle>
            <a:lvl1pPr marL="0" indent="0" algn="l" defTabSz="990587" rtl="0" eaLnBrk="1" latinLnBrk="0" hangingPunct="1">
              <a:spcBef>
                <a:spcPts val="0"/>
              </a:spcBef>
              <a:spcAft>
                <a:spcPts val="600"/>
              </a:spcAft>
              <a:buSzPct val="100000"/>
              <a:buFont typeface="Arial" panose="020B0604020202020204" pitchFamily="34" charset="0"/>
              <a:buNone/>
              <a:defRPr sz="1000" b="0" kern="1200">
                <a:solidFill>
                  <a:schemeClr val="tx1"/>
                </a:solidFill>
                <a:latin typeface="+mn-lt"/>
                <a:ea typeface="+mn-ea"/>
                <a:cs typeface="+mn-cs"/>
              </a:defRPr>
            </a:lvl1pPr>
            <a:lvl2pPr marL="0" indent="0" algn="l" defTabSz="990587" rtl="0" eaLnBrk="1" latinLnBrk="0" hangingPunct="1">
              <a:spcBef>
                <a:spcPts val="0"/>
              </a:spcBef>
              <a:spcAft>
                <a:spcPts val="600"/>
              </a:spcAft>
              <a:buClrTx/>
              <a:buSzPct val="100000"/>
              <a:buFont typeface="Arial"/>
              <a:buNone/>
              <a:defRPr lang="en-US" sz="1000" b="1" kern="1200">
                <a:solidFill>
                  <a:schemeClr val="tx1"/>
                </a:solidFill>
                <a:latin typeface="+mn-lt"/>
                <a:ea typeface="+mn-ea"/>
                <a:cs typeface="+mn-cs"/>
              </a:defRPr>
            </a:lvl2pPr>
            <a:lvl3pPr marL="191097" indent="-191097" algn="l" defTabSz="990587" rtl="0" eaLnBrk="1" latinLnBrk="0" hangingPunct="1">
              <a:spcBef>
                <a:spcPts val="0"/>
              </a:spcBef>
              <a:spcAft>
                <a:spcPts val="600"/>
              </a:spcAft>
              <a:buClrTx/>
              <a:buSzPct val="100000"/>
              <a:buFont typeface="Arial" panose="020B0604020202020204" pitchFamily="34" charset="0"/>
              <a:buChar char="•"/>
              <a:defRPr lang="en-US" sz="1000" kern="1200">
                <a:solidFill>
                  <a:schemeClr val="tx1"/>
                </a:solidFill>
                <a:latin typeface="+mn-lt"/>
                <a:ea typeface="+mn-ea"/>
                <a:cs typeface="+mn-cs"/>
              </a:defRPr>
            </a:lvl3pPr>
            <a:lvl4pPr marL="386095" indent="-191097" algn="l" defTabSz="990587" rtl="0" eaLnBrk="1" latinLnBrk="0" hangingPunct="1">
              <a:spcBef>
                <a:spcPts val="0"/>
              </a:spcBef>
              <a:spcAft>
                <a:spcPts val="600"/>
              </a:spcAft>
              <a:buClrTx/>
              <a:buSzPct val="100000"/>
              <a:buFont typeface="Verdana" panose="020B0604030504040204" pitchFamily="34" charset="0"/>
              <a:buChar char="−"/>
              <a:defRPr lang="en-US" sz="1000" kern="1200" baseline="0">
                <a:solidFill>
                  <a:schemeClr val="tx1"/>
                </a:solidFill>
                <a:latin typeface="+mn-lt"/>
                <a:ea typeface="+mn-ea"/>
                <a:cs typeface="+mn-cs"/>
              </a:defRPr>
            </a:lvl4pPr>
            <a:lvl5pPr marL="577191" indent="-191097" algn="l" defTabSz="865044" rtl="0" eaLnBrk="1" latinLnBrk="0" hangingPunct="1">
              <a:spcBef>
                <a:spcPts val="0"/>
              </a:spcBef>
              <a:spcAft>
                <a:spcPts val="600"/>
              </a:spcAft>
              <a:buClrTx/>
              <a:buSzPct val="100000"/>
              <a:buFont typeface="Verdana" panose="020B0604030504040204" pitchFamily="34" charset="0"/>
              <a:buChar char="−"/>
              <a:tabLst/>
              <a:defRPr lang="en-US" sz="1000" kern="1200" baseline="0">
                <a:solidFill>
                  <a:schemeClr val="tx1"/>
                </a:solidFill>
                <a:latin typeface="+mn-lt"/>
                <a:ea typeface="+mn-ea"/>
                <a:cs typeface="+mn-cs"/>
              </a:defRPr>
            </a:lvl5pPr>
            <a:lvl6pPr marL="577191" indent="-191097" algn="l" defTabSz="990587" rtl="0" eaLnBrk="1" latinLnBrk="0" hangingPunct="1">
              <a:spcBef>
                <a:spcPts val="0"/>
              </a:spcBef>
              <a:spcAft>
                <a:spcPts val="1083"/>
              </a:spcAft>
              <a:buFont typeface="Verdana" panose="020B0604030504040204" pitchFamily="34" charset="0"/>
              <a:buChar char="−"/>
              <a:defRPr sz="1301" kern="1200" baseline="0">
                <a:solidFill>
                  <a:schemeClr val="tx1"/>
                </a:solidFill>
                <a:latin typeface="+mn-lt"/>
                <a:ea typeface="+mn-ea"/>
                <a:cs typeface="+mn-cs"/>
              </a:defRPr>
            </a:lvl6pPr>
            <a:lvl7pPr marL="577191" indent="-191097" algn="l" defTabSz="990587" rtl="0" eaLnBrk="1" latinLnBrk="0" hangingPunct="1">
              <a:spcBef>
                <a:spcPts val="0"/>
              </a:spcBef>
              <a:spcAft>
                <a:spcPts val="1083"/>
              </a:spcAft>
              <a:buFont typeface="Verdana" panose="020B0604030504040204" pitchFamily="34" charset="0"/>
              <a:buChar char="−"/>
              <a:defRPr sz="1301" kern="1200">
                <a:solidFill>
                  <a:schemeClr val="tx1"/>
                </a:solidFill>
                <a:latin typeface="+mn-lt"/>
                <a:ea typeface="+mn-ea"/>
                <a:cs typeface="+mn-cs"/>
              </a:defRPr>
            </a:lvl7pPr>
            <a:lvl8pPr marL="577191" indent="-191097" algn="l" defTabSz="990587" rtl="0" eaLnBrk="1" latinLnBrk="0" hangingPunct="1">
              <a:spcBef>
                <a:spcPts val="0"/>
              </a:spcBef>
              <a:spcAft>
                <a:spcPts val="1083"/>
              </a:spcAft>
              <a:buFont typeface="Verdana" panose="020B0604030504040204" pitchFamily="34" charset="0"/>
              <a:buChar char="−"/>
              <a:defRPr sz="1301" kern="1200" baseline="0">
                <a:solidFill>
                  <a:schemeClr val="tx1"/>
                </a:solidFill>
                <a:latin typeface="+mn-lt"/>
                <a:ea typeface="+mn-ea"/>
                <a:cs typeface="+mn-cs"/>
              </a:defRPr>
            </a:lvl8pPr>
            <a:lvl9pPr marL="577191" indent="-191097" algn="l" defTabSz="990587" rtl="0" eaLnBrk="1" latinLnBrk="0" hangingPunct="1">
              <a:spcBef>
                <a:spcPts val="0"/>
              </a:spcBef>
              <a:spcAft>
                <a:spcPts val="1083"/>
              </a:spcAft>
              <a:buFont typeface="Verdana" panose="020B0604030504040204" pitchFamily="34" charset="0"/>
              <a:buChar char="−"/>
              <a:defRPr sz="1301" kern="1200" baseline="0">
                <a:solidFill>
                  <a:schemeClr val="tx1"/>
                </a:solidFill>
                <a:latin typeface="+mn-lt"/>
                <a:ea typeface="+mn-ea"/>
                <a:cs typeface="+mn-cs"/>
              </a:defRPr>
            </a:lvl9pPr>
          </a:lstStyle>
          <a:p>
            <a:pPr marL="0" marR="0" lvl="0" indent="0" algn="just" defTabSz="990587" rtl="0" eaLnBrk="1" fontAlgn="auto" latinLnBrk="0" hangingPunct="1">
              <a:lnSpc>
                <a:spcPct val="100000"/>
              </a:lnSpc>
              <a:spcBef>
                <a:spcPts val="0"/>
              </a:spcBef>
              <a:spcAft>
                <a:spcPts val="600"/>
              </a:spcAft>
              <a:buClrTx/>
              <a:buSzPct val="100000"/>
              <a:buFont typeface="Arial" panose="020B0604020202020204" pitchFamily="34" charset="0"/>
              <a:buNone/>
              <a:tabLst/>
              <a:defRPr/>
            </a:pPr>
            <a:r>
              <a:rPr kumimoji="0" lang="fr-FR" sz="1000" b="1" i="0" u="sng" strike="noStrike" kern="1200" cap="none" spc="0" normalizeH="0" baseline="0" noProof="0" dirty="0">
                <a:ln>
                  <a:noFill/>
                </a:ln>
                <a:solidFill>
                  <a:srgbClr val="86BC25"/>
                </a:solidFill>
                <a:effectLst/>
                <a:uLnTx/>
                <a:uFillTx/>
                <a:latin typeface="Work Sans" pitchFamily="2" charset="0"/>
                <a:ea typeface="+mn-ea"/>
                <a:cs typeface="Arial" panose="020B0604020202020204" pitchFamily="34" charset="0"/>
              </a:rPr>
              <a:t>Objet</a:t>
            </a:r>
            <a:r>
              <a:rPr kumimoji="0" lang="fr-FR" sz="1000" b="1" i="0" u="none" strike="noStrike" kern="1200" cap="none" spc="0" normalizeH="0" baseline="0" noProof="0" dirty="0">
                <a:ln>
                  <a:noFill/>
                </a:ln>
                <a:solidFill>
                  <a:srgbClr val="86BC25"/>
                </a:solidFill>
                <a:effectLst/>
                <a:uLnTx/>
                <a:uFillTx/>
                <a:latin typeface="Work Sans" pitchFamily="2" charset="0"/>
                <a:ea typeface="+mn-ea"/>
                <a:cs typeface="Arial" panose="020B0604020202020204" pitchFamily="34" charset="0"/>
              </a:rPr>
              <a:t> : Proposition de service pour un séminaire de renforcement des capacités de la commission permanente d’audit et du contentieux du FPM </a:t>
            </a:r>
            <a:endParaRPr kumimoji="0" lang="fr-FR" sz="1000" b="1" i="0" u="none" strike="noStrike" kern="1200" cap="none" spc="0" normalizeH="0" baseline="0" noProof="0" dirty="0">
              <a:ln>
                <a:noFill/>
              </a:ln>
              <a:solidFill>
                <a:srgbClr val="FF0000"/>
              </a:solidFill>
              <a:effectLst/>
              <a:highlight>
                <a:srgbClr val="FFFF00"/>
              </a:highlight>
              <a:uLnTx/>
              <a:uFillTx/>
              <a:latin typeface="Work Sans" pitchFamily="2" charset="0"/>
              <a:ea typeface="+mn-ea"/>
              <a:cs typeface="Arial" panose="020B0604020202020204" pitchFamily="34" charset="0"/>
            </a:endParaRPr>
          </a:p>
          <a:p>
            <a:pPr marL="0" marR="0" lvl="0" indent="0" algn="just" defTabSz="990587" rtl="0" eaLnBrk="1" fontAlgn="auto" latinLnBrk="0" hangingPunct="1">
              <a:lnSpc>
                <a:spcPct val="100000"/>
              </a:lnSpc>
              <a:spcBef>
                <a:spcPts val="0"/>
              </a:spcBef>
              <a:spcAft>
                <a:spcPts val="600"/>
              </a:spcAft>
              <a:buClrTx/>
              <a:buSzPct val="100000"/>
              <a:buFont typeface="Arial" panose="020B0604020202020204" pitchFamily="34" charset="0"/>
              <a:buNone/>
              <a:tabLst/>
              <a:defRPr/>
            </a:pPr>
            <a:endParaRPr kumimoji="0" lang="fr-FR" sz="1000" b="0" i="0" u="none" strike="noStrike" kern="1200" cap="none" spc="0" normalizeH="0" baseline="0" noProof="0" dirty="0">
              <a:ln>
                <a:noFill/>
              </a:ln>
              <a:solidFill>
                <a:prstClr val="black"/>
              </a:solidFill>
              <a:effectLst/>
              <a:uLnTx/>
              <a:uFillTx/>
              <a:latin typeface="Work Sans" panose="00000500000000000000" pitchFamily="2" charset="0"/>
              <a:ea typeface="+mn-ea"/>
              <a:cs typeface="Arial" panose="020B0604020202020204" pitchFamily="34" charset="0"/>
            </a:endParaRPr>
          </a:p>
          <a:p>
            <a:pPr marL="0" marR="0" lvl="0" indent="0" algn="just" defTabSz="990587" rtl="0" eaLnBrk="1" fontAlgn="auto" latinLnBrk="0" hangingPunct="1">
              <a:lnSpc>
                <a:spcPct val="100000"/>
              </a:lnSpc>
              <a:spcBef>
                <a:spcPts val="0"/>
              </a:spcBef>
              <a:spcAft>
                <a:spcPts val="600"/>
              </a:spcAft>
              <a:buClrTx/>
              <a:buSzPct val="100000"/>
              <a:buFont typeface="Arial" panose="020B0604020202020204" pitchFamily="34" charset="0"/>
              <a:buNone/>
              <a:tabLst/>
              <a:defRPr/>
            </a:pPr>
            <a:r>
              <a:rPr kumimoji="0" lang="fr-FR" sz="1000" b="0" i="0" u="none" strike="noStrike" kern="1200" cap="none" spc="0" normalizeH="0" baseline="0" noProof="0" dirty="0">
                <a:ln>
                  <a:noFill/>
                </a:ln>
                <a:solidFill>
                  <a:prstClr val="black"/>
                </a:solidFill>
                <a:effectLst/>
                <a:uLnTx/>
                <a:uFillTx/>
                <a:latin typeface="Work Sans" panose="00000500000000000000" pitchFamily="2" charset="0"/>
                <a:ea typeface="+mn-ea"/>
                <a:cs typeface="Arial" panose="020B0604020202020204" pitchFamily="34" charset="0"/>
              </a:rPr>
              <a:t>Monsieur,</a:t>
            </a:r>
          </a:p>
          <a:p>
            <a:pPr lvl="0" algn="just">
              <a:defRPr/>
            </a:pPr>
            <a:r>
              <a:rPr kumimoji="0" lang="fr-FR" sz="1000" i="0" u="none" strike="noStrike" kern="1200" cap="none" spc="0" normalizeH="0" baseline="0" noProof="0" dirty="0">
                <a:ln>
                  <a:noFill/>
                </a:ln>
                <a:effectLst/>
                <a:uLnTx/>
                <a:uFillTx/>
                <a:latin typeface="Work Sans" panose="00000500000000000000" pitchFamily="2" charset="0"/>
                <a:ea typeface="+mn-ea"/>
                <a:cs typeface="Arial" panose="020B0604020202020204" pitchFamily="34" charset="0"/>
              </a:rPr>
              <a:t>Nous avons le plaisir de vous adresser notre proposition de services pour </a:t>
            </a:r>
            <a:r>
              <a:rPr lang="fr-FR" dirty="0">
                <a:latin typeface="Work Sans" pitchFamily="2" charset="0"/>
                <a:cs typeface="Arial" panose="020B0604020202020204" pitchFamily="34" charset="0"/>
              </a:rPr>
              <a:t>un séminaire de renforcement des capacités de la commission permanente d’audit et du contentieux du Fonds de Prévoyance Militaire (FPM). </a:t>
            </a:r>
            <a:endParaRPr kumimoji="0" lang="fr-FR" sz="1000" i="0" u="none" strike="noStrike" kern="1200" cap="none" spc="0" normalizeH="0" baseline="0" noProof="0" dirty="0">
              <a:ln>
                <a:noFill/>
              </a:ln>
              <a:effectLst/>
              <a:uLnTx/>
              <a:uFillTx/>
              <a:latin typeface="Work Sans" panose="00000500000000000000" pitchFamily="2" charset="0"/>
              <a:ea typeface="+mn-ea"/>
              <a:cs typeface="Arial" panose="020B0604020202020204" pitchFamily="34" charset="0"/>
            </a:endParaRPr>
          </a:p>
          <a:p>
            <a:pPr marL="0" marR="0" lvl="0" indent="0" algn="just" defTabSz="990587" rtl="0" eaLnBrk="1" fontAlgn="auto" latinLnBrk="0" hangingPunct="1">
              <a:lnSpc>
                <a:spcPct val="100000"/>
              </a:lnSpc>
              <a:spcBef>
                <a:spcPts val="0"/>
              </a:spcBef>
              <a:spcAft>
                <a:spcPts val="600"/>
              </a:spcAft>
              <a:buClrTx/>
              <a:buSzPct val="100000"/>
              <a:buFont typeface="Arial" panose="020B0604020202020204" pitchFamily="34" charset="0"/>
              <a:buNone/>
              <a:tabLst/>
              <a:defRPr/>
            </a:pPr>
            <a:r>
              <a:rPr kumimoji="0" lang="fr-FR" sz="1000" b="0" i="0" u="none" strike="noStrike" kern="1200" cap="none" spc="0" normalizeH="0" baseline="0" noProof="0" dirty="0">
                <a:ln>
                  <a:noFill/>
                </a:ln>
                <a:solidFill>
                  <a:prstClr val="black"/>
                </a:solidFill>
                <a:effectLst/>
                <a:uLnTx/>
                <a:uFillTx/>
                <a:latin typeface="Work Sans" panose="00000500000000000000" pitchFamily="2" charset="0"/>
                <a:ea typeface="+mn-ea"/>
                <a:cs typeface="Arial" panose="020B0604020202020204" pitchFamily="34" charset="0"/>
              </a:rPr>
              <a:t>Pour cette mission, notre cabinet met à votre disposition ses meilleurs experts en Audit et en Management des risques aligné sur les standards internationaux et les spécificités opérationnelles des fonds de prévoyance.</a:t>
            </a:r>
          </a:p>
          <a:p>
            <a:pPr marL="0" marR="0" lvl="0" indent="0" algn="just" defTabSz="990587" rtl="0" eaLnBrk="1" fontAlgn="auto" latinLnBrk="0" hangingPunct="1">
              <a:lnSpc>
                <a:spcPct val="100000"/>
              </a:lnSpc>
              <a:spcBef>
                <a:spcPts val="0"/>
              </a:spcBef>
              <a:spcAft>
                <a:spcPts val="600"/>
              </a:spcAft>
              <a:buClrTx/>
              <a:buSzPct val="100000"/>
              <a:buFont typeface="Arial" panose="020B0604020202020204" pitchFamily="34" charset="0"/>
              <a:buNone/>
              <a:tabLst/>
              <a:defRPr/>
            </a:pPr>
            <a:r>
              <a:rPr kumimoji="0" lang="fr-FR" sz="1000" b="0" i="0" u="none" strike="noStrike" kern="1200" cap="none" spc="0" normalizeH="0" baseline="0" noProof="0" dirty="0">
                <a:ln>
                  <a:noFill/>
                </a:ln>
                <a:solidFill>
                  <a:prstClr val="black"/>
                </a:solidFill>
                <a:effectLst/>
                <a:uLnTx/>
                <a:uFillTx/>
                <a:latin typeface="Work Sans" panose="00000500000000000000" pitchFamily="2" charset="0"/>
                <a:ea typeface="+mn-ea"/>
                <a:cs typeface="Arial" panose="020B0604020202020204" pitchFamily="34" charset="0"/>
              </a:rPr>
              <a:t>Fort de notre expérience et de notre très bonne connaissance de votre secteur d’activité, nous pensons être idéalement placés pour vous apporter l’expertise nécessaire et vous assister dans le cadre de votre projet. </a:t>
            </a:r>
          </a:p>
          <a:p>
            <a:pPr marL="0" marR="0" lvl="0" indent="0" algn="just" defTabSz="990587" rtl="0" eaLnBrk="1" fontAlgn="auto" latinLnBrk="0" hangingPunct="1">
              <a:lnSpc>
                <a:spcPct val="100000"/>
              </a:lnSpc>
              <a:spcBef>
                <a:spcPts val="0"/>
              </a:spcBef>
              <a:spcAft>
                <a:spcPts val="600"/>
              </a:spcAft>
              <a:buClrTx/>
              <a:buSzPct val="100000"/>
              <a:buFont typeface="Arial" panose="020B0604020202020204" pitchFamily="34" charset="0"/>
              <a:buNone/>
              <a:tabLst/>
              <a:defRPr/>
            </a:pPr>
            <a:r>
              <a:rPr kumimoji="0" lang="fr-FR" sz="1000" b="0" i="0" u="none" strike="noStrike" kern="1200" cap="none" spc="0" normalizeH="0" baseline="0" noProof="0" dirty="0">
                <a:ln>
                  <a:noFill/>
                </a:ln>
                <a:solidFill>
                  <a:prstClr val="black"/>
                </a:solidFill>
                <a:effectLst/>
                <a:uLnTx/>
                <a:uFillTx/>
                <a:latin typeface="Work Sans" panose="00000500000000000000" pitchFamily="2" charset="0"/>
                <a:ea typeface="+mn-ea"/>
                <a:cs typeface="Arial" panose="020B0604020202020204" pitchFamily="34" charset="0"/>
              </a:rPr>
              <a:t>Pour la bonne réussite de cette mission, nous mettons à votre disposition:</a:t>
            </a:r>
          </a:p>
          <a:p>
            <a:pPr marL="171453" marR="0" lvl="0" indent="-171453" algn="just" defTabSz="990587" rtl="0" eaLnBrk="1" fontAlgn="auto" latinLnBrk="0" hangingPunct="1">
              <a:lnSpc>
                <a:spcPct val="100000"/>
              </a:lnSpc>
              <a:spcBef>
                <a:spcPts val="0"/>
              </a:spcBef>
              <a:spcAft>
                <a:spcPts val="600"/>
              </a:spcAft>
              <a:buClrTx/>
              <a:buSzPct val="100000"/>
              <a:buFont typeface="Arial" panose="020B0604020202020204" pitchFamily="34" charset="0"/>
              <a:buChar char="•"/>
              <a:tabLst/>
              <a:defRPr/>
            </a:pPr>
            <a:r>
              <a:rPr kumimoji="0" lang="fr-FR" sz="1000" b="0" i="0" u="none" strike="noStrike" kern="1200" cap="none" spc="0" normalizeH="0" baseline="0" noProof="0" dirty="0">
                <a:ln>
                  <a:noFill/>
                </a:ln>
                <a:solidFill>
                  <a:prstClr val="black"/>
                </a:solidFill>
                <a:effectLst/>
                <a:uLnTx/>
                <a:uFillTx/>
                <a:latin typeface="Work Sans" panose="00000500000000000000" pitchFamily="2" charset="0"/>
                <a:ea typeface="+mn-ea"/>
                <a:cs typeface="Arial" panose="020B0604020202020204" pitchFamily="34" charset="0"/>
              </a:rPr>
              <a:t>Notre équipe pluridisciplinaire d’experts, sélectionnée selon les enjeux et les spécificités de cette mission; </a:t>
            </a:r>
          </a:p>
          <a:p>
            <a:pPr marL="171453" marR="0" lvl="0" indent="-171453" algn="just" defTabSz="990587" rtl="0" eaLnBrk="1" fontAlgn="auto" latinLnBrk="0" hangingPunct="1">
              <a:lnSpc>
                <a:spcPct val="100000"/>
              </a:lnSpc>
              <a:spcBef>
                <a:spcPts val="0"/>
              </a:spcBef>
              <a:spcAft>
                <a:spcPts val="600"/>
              </a:spcAft>
              <a:buClrTx/>
              <a:buSzPct val="100000"/>
              <a:buFont typeface="Arial" panose="020B0604020202020204" pitchFamily="34" charset="0"/>
              <a:buChar char="•"/>
              <a:tabLst/>
              <a:defRPr/>
            </a:pPr>
            <a:r>
              <a:rPr kumimoji="0" lang="fr-FR" sz="1000" b="0" i="0" u="none" strike="noStrike" kern="1200" cap="none" spc="0" normalizeH="0" baseline="0" noProof="0" dirty="0">
                <a:ln>
                  <a:noFill/>
                </a:ln>
                <a:solidFill>
                  <a:prstClr val="black"/>
                </a:solidFill>
                <a:effectLst/>
                <a:uLnTx/>
                <a:uFillTx/>
                <a:latin typeface="Work Sans" panose="00000500000000000000" pitchFamily="2" charset="0"/>
                <a:ea typeface="+mn-ea"/>
                <a:cs typeface="Arial" panose="020B0604020202020204" pitchFamily="34" charset="0"/>
              </a:rPr>
              <a:t>Notre bonne connaissance des problématiques des acteurs de votre secteur.</a:t>
            </a:r>
          </a:p>
          <a:p>
            <a:pPr marL="0" marR="0" lvl="0" indent="0" algn="just" defTabSz="990587" rtl="0" eaLnBrk="1" fontAlgn="auto" latinLnBrk="0" hangingPunct="1">
              <a:lnSpc>
                <a:spcPct val="100000"/>
              </a:lnSpc>
              <a:spcBef>
                <a:spcPts val="0"/>
              </a:spcBef>
              <a:spcAft>
                <a:spcPts val="600"/>
              </a:spcAft>
              <a:buClrTx/>
              <a:buSzPct val="100000"/>
              <a:buFont typeface="Arial" panose="020B0604020202020204" pitchFamily="34" charset="0"/>
              <a:buNone/>
              <a:tabLst/>
              <a:defRPr/>
            </a:pPr>
            <a:r>
              <a:rPr kumimoji="0" lang="fr-FR" sz="1000" b="0" i="0" u="none" strike="noStrike" kern="1200" cap="none" spc="0" normalizeH="0" baseline="0" noProof="0" dirty="0">
                <a:ln>
                  <a:noFill/>
                </a:ln>
                <a:solidFill>
                  <a:prstClr val="black"/>
                </a:solidFill>
                <a:effectLst/>
                <a:uLnTx/>
                <a:uFillTx/>
                <a:latin typeface="Work Sans" panose="00000500000000000000" pitchFamily="2" charset="0"/>
                <a:ea typeface="+mn-ea"/>
                <a:cs typeface="Arial" panose="020B0604020202020204" pitchFamily="34" charset="0"/>
              </a:rPr>
              <a:t>Notre proposition de services présente dans les pages qui suivent, notre approche pour répondre à vos attentes, notre équipe et nos références.</a:t>
            </a:r>
          </a:p>
          <a:p>
            <a:pPr marL="0" marR="0" lvl="0" indent="0" algn="just" defTabSz="990587" rtl="0" eaLnBrk="1" fontAlgn="auto" latinLnBrk="0" hangingPunct="1">
              <a:lnSpc>
                <a:spcPct val="100000"/>
              </a:lnSpc>
              <a:spcBef>
                <a:spcPts val="0"/>
              </a:spcBef>
              <a:spcAft>
                <a:spcPts val="600"/>
              </a:spcAft>
              <a:buClrTx/>
              <a:buSzPct val="100000"/>
              <a:buFont typeface="Arial" panose="020B0604020202020204" pitchFamily="34" charset="0"/>
              <a:buNone/>
              <a:tabLst/>
              <a:defRPr/>
            </a:pPr>
            <a:r>
              <a:rPr kumimoji="0" lang="fr-FR" sz="1000" b="0" i="0" u="none" strike="noStrike" kern="1200" cap="none" spc="0" normalizeH="0" baseline="0" noProof="0" dirty="0">
                <a:ln>
                  <a:noFill/>
                </a:ln>
                <a:solidFill>
                  <a:prstClr val="black"/>
                </a:solidFill>
                <a:effectLst/>
                <a:uLnTx/>
                <a:uFillTx/>
                <a:latin typeface="Work Sans" panose="00000500000000000000" pitchFamily="2" charset="0"/>
                <a:ea typeface="+mn-ea"/>
                <a:cs typeface="Arial" panose="020B0604020202020204" pitchFamily="34" charset="0"/>
              </a:rPr>
              <a:t>Nos travaux seront conduits dans le respect des normes professionnelles applicables à la mission envisagée, ainsi que l'indiquera notre rapport. Les procédures que nous mettrons en œuvre sont uniquement destinées à vous assister dans le cadre de cette mission.  </a:t>
            </a:r>
          </a:p>
          <a:p>
            <a:pPr marL="0" marR="0" lvl="1" indent="0" algn="just" defTabSz="990587" rtl="0" eaLnBrk="1" fontAlgn="auto" latinLnBrk="0" hangingPunct="1">
              <a:lnSpc>
                <a:spcPct val="100000"/>
              </a:lnSpc>
              <a:spcBef>
                <a:spcPts val="0"/>
              </a:spcBef>
              <a:spcAft>
                <a:spcPts val="600"/>
              </a:spcAft>
              <a:buClr>
                <a:srgbClr val="92D050"/>
              </a:buClr>
              <a:buSzPct val="100000"/>
              <a:buFont typeface="Arial"/>
              <a:buNone/>
              <a:tabLst>
                <a:tab pos="2057400" algn="l"/>
              </a:tabLst>
              <a:defRPr/>
            </a:pPr>
            <a:r>
              <a:rPr kumimoji="0" lang="fr-FR" sz="1000" b="0" i="0" u="none" strike="noStrike" kern="1200" cap="none" spc="0" normalizeH="0" baseline="0" noProof="0" dirty="0">
                <a:ln>
                  <a:noFill/>
                </a:ln>
                <a:solidFill>
                  <a:prstClr val="black"/>
                </a:solidFill>
                <a:effectLst/>
                <a:uLnTx/>
                <a:uFillTx/>
                <a:latin typeface="Work Sans" panose="00000500000000000000" pitchFamily="2" charset="0"/>
                <a:ea typeface="+mn-ea"/>
                <a:cs typeface="Arial" panose="020B0604020202020204" pitchFamily="34" charset="0"/>
              </a:rPr>
              <a:t>Nous restons à votre entière disposition pour vous commenter cette proposition et l’adapter en fonction de vos attentes et de vos contraintes.</a:t>
            </a:r>
          </a:p>
          <a:p>
            <a:pPr marL="0" marR="0" lvl="0" indent="0" algn="just" defTabSz="990587" rtl="0" eaLnBrk="1" fontAlgn="auto" latinLnBrk="0" hangingPunct="1">
              <a:lnSpc>
                <a:spcPct val="100000"/>
              </a:lnSpc>
              <a:spcBef>
                <a:spcPts val="0"/>
              </a:spcBef>
              <a:spcAft>
                <a:spcPts val="600"/>
              </a:spcAft>
              <a:buClrTx/>
              <a:buSzPct val="100000"/>
              <a:buFont typeface="Arial" panose="020B0604020202020204" pitchFamily="34" charset="0"/>
              <a:buNone/>
              <a:tabLst/>
              <a:defRPr/>
            </a:pPr>
            <a:r>
              <a:rPr kumimoji="0" lang="fr-FR" sz="1000" b="0" i="0" u="none" strike="noStrike" kern="1200" cap="none" spc="0" normalizeH="0" baseline="0" noProof="0" dirty="0">
                <a:ln>
                  <a:noFill/>
                </a:ln>
                <a:solidFill>
                  <a:prstClr val="black"/>
                </a:solidFill>
                <a:effectLst/>
                <a:uLnTx/>
                <a:uFillTx/>
                <a:latin typeface="Work Sans" panose="00000500000000000000" pitchFamily="2" charset="0"/>
                <a:ea typeface="+mn-ea"/>
                <a:cs typeface="Arial" panose="020B0604020202020204" pitchFamily="34" charset="0"/>
              </a:rPr>
              <a:t>Nous vous prions d’agréer, Monsieur, l’expression de notre considération distinguée.</a:t>
            </a:r>
          </a:p>
          <a:p>
            <a:pPr marL="0" marR="0" lvl="0" indent="0" algn="just" defTabSz="990587" rtl="0" eaLnBrk="1" fontAlgn="auto" latinLnBrk="0" hangingPunct="1">
              <a:lnSpc>
                <a:spcPct val="100000"/>
              </a:lnSpc>
              <a:spcBef>
                <a:spcPts val="0"/>
              </a:spcBef>
              <a:spcAft>
                <a:spcPts val="600"/>
              </a:spcAft>
              <a:buClrTx/>
              <a:buSzPct val="100000"/>
              <a:buFont typeface="Arial" panose="020B0604020202020204" pitchFamily="34" charset="0"/>
              <a:buNone/>
              <a:tabLst/>
              <a:defRPr/>
            </a:pPr>
            <a:endParaRPr kumimoji="0" lang="fr-FR" sz="1000" b="0" i="0" u="none" strike="noStrike" kern="1200" cap="none" spc="0" normalizeH="0" baseline="0" noProof="0" dirty="0">
              <a:ln>
                <a:noFill/>
              </a:ln>
              <a:solidFill>
                <a:prstClr val="black"/>
              </a:solidFill>
              <a:effectLst/>
              <a:uLnTx/>
              <a:uFillTx/>
              <a:latin typeface="Work Sans" panose="00000500000000000000" pitchFamily="2" charset="0"/>
              <a:ea typeface="+mn-ea"/>
              <a:cs typeface="Arial" panose="020B0604020202020204" pitchFamily="34" charset="0"/>
            </a:endParaRPr>
          </a:p>
          <a:p>
            <a:pPr marL="0" marR="0" lvl="0" indent="0" algn="l" defTabSz="990587" rtl="0" eaLnBrk="1" fontAlgn="base" latinLnBrk="0" hangingPunct="1">
              <a:lnSpc>
                <a:spcPct val="110000"/>
              </a:lnSpc>
              <a:spcBef>
                <a:spcPts val="0"/>
              </a:spcBef>
              <a:spcAft>
                <a:spcPts val="300"/>
              </a:spcAft>
              <a:buClrTx/>
              <a:buSzPct val="100000"/>
              <a:buFont typeface="Arial" panose="020B0604020202020204" pitchFamily="34" charset="0"/>
              <a:buNone/>
              <a:tabLst/>
              <a:defRPr/>
            </a:pPr>
            <a:r>
              <a:rPr kumimoji="0" lang="fr-CI" sz="1000" b="1" i="0" u="none" strike="noStrike" kern="1200" cap="none" spc="0" normalizeH="0" baseline="0" noProof="0" dirty="0">
                <a:ln>
                  <a:noFill/>
                </a:ln>
                <a:solidFill>
                  <a:srgbClr val="000000"/>
                </a:solidFill>
                <a:effectLst/>
                <a:uLnTx/>
                <a:uFillTx/>
                <a:latin typeface="Work Sans" pitchFamily="2" charset="0"/>
                <a:ea typeface="Verdana" panose="020B0604030504040204" pitchFamily="34" charset="0"/>
                <a:cs typeface="Arial" panose="020B0604020202020204" pitchFamily="34" charset="0"/>
              </a:rPr>
              <a:t>Georges Yao-Yao					</a:t>
            </a:r>
          </a:p>
          <a:p>
            <a:pPr marL="0" marR="0" lvl="0" indent="0" algn="l" defTabSz="990587" rtl="0" eaLnBrk="1" fontAlgn="base" latinLnBrk="0" hangingPunct="1">
              <a:lnSpc>
                <a:spcPct val="110000"/>
              </a:lnSpc>
              <a:spcBef>
                <a:spcPts val="0"/>
              </a:spcBef>
              <a:spcAft>
                <a:spcPts val="300"/>
              </a:spcAft>
              <a:buClrTx/>
              <a:buSzPct val="100000"/>
              <a:buFont typeface="Arial" panose="020B0604020202020204" pitchFamily="34" charset="0"/>
              <a:buNone/>
              <a:tabLst/>
              <a:defRPr/>
            </a:pPr>
            <a:r>
              <a:rPr kumimoji="0" lang="fr-CI" sz="1000" b="1" i="0" u="none" strike="noStrike" kern="1200" cap="none" spc="0" normalizeH="0" baseline="0" noProof="0" dirty="0">
                <a:ln>
                  <a:noFill/>
                </a:ln>
                <a:solidFill>
                  <a:srgbClr val="000000"/>
                </a:solidFill>
                <a:effectLst/>
                <a:uLnTx/>
                <a:uFillTx/>
                <a:latin typeface="Work Sans" pitchFamily="2" charset="0"/>
                <a:ea typeface="Verdana" panose="020B0604030504040204" pitchFamily="34" charset="0"/>
                <a:cs typeface="Arial" panose="020B0604020202020204" pitchFamily="34" charset="0"/>
              </a:rPr>
              <a:t>Associé				</a:t>
            </a:r>
          </a:p>
          <a:p>
            <a:pPr marL="0" marR="0" lvl="0" indent="0" algn="l" defTabSz="990587" rtl="0" eaLnBrk="1" fontAlgn="base" latinLnBrk="0" hangingPunct="1">
              <a:lnSpc>
                <a:spcPct val="110000"/>
              </a:lnSpc>
              <a:spcBef>
                <a:spcPts val="0"/>
              </a:spcBef>
              <a:spcAft>
                <a:spcPts val="300"/>
              </a:spcAft>
              <a:buClrTx/>
              <a:buSzPct val="100000"/>
              <a:buFont typeface="Arial" panose="020B0604020202020204" pitchFamily="34" charset="0"/>
              <a:buNone/>
              <a:tabLst/>
              <a:defRPr/>
            </a:pPr>
            <a:r>
              <a:rPr kumimoji="0" lang="fr-CI" sz="1000" b="1" i="0" u="none" strike="noStrike" kern="1200" cap="none" spc="0" normalizeH="0" baseline="0" noProof="0" dirty="0">
                <a:ln>
                  <a:noFill/>
                </a:ln>
                <a:solidFill>
                  <a:srgbClr val="000000"/>
                </a:solidFill>
                <a:effectLst/>
                <a:uLnTx/>
                <a:uFillTx/>
                <a:latin typeface="Work Sans" pitchFamily="2" charset="0"/>
                <a:ea typeface="Verdana" panose="020B0604030504040204" pitchFamily="34" charset="0"/>
                <a:cs typeface="Arial" panose="020B0604020202020204" pitchFamily="34" charset="0"/>
              </a:rPr>
              <a:t>Georges.yaoyao@ycubeac.com</a:t>
            </a:r>
          </a:p>
        </p:txBody>
      </p:sp>
      <p:sp>
        <p:nvSpPr>
          <p:cNvPr id="6" name="ZoneTexte 5">
            <a:extLst>
              <a:ext uri="{FF2B5EF4-FFF2-40B4-BE49-F238E27FC236}">
                <a16:creationId xmlns:a16="http://schemas.microsoft.com/office/drawing/2014/main" id="{053971DA-ADFD-56F0-E217-01522FF489F6}"/>
              </a:ext>
            </a:extLst>
          </p:cNvPr>
          <p:cNvSpPr txBox="1"/>
          <p:nvPr/>
        </p:nvSpPr>
        <p:spPr>
          <a:xfrm>
            <a:off x="10245212" y="6101829"/>
            <a:ext cx="1366684" cy="261610"/>
          </a:xfrm>
          <a:prstGeom prst="rect">
            <a:avLst/>
          </a:prstGeom>
          <a:noFill/>
        </p:spPr>
        <p:txBody>
          <a:bodyPr wrap="square"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Work Sans" pitchFamily="2" charset="0"/>
                <a:ea typeface="+mn-ea"/>
                <a:cs typeface="+mn-cs"/>
              </a:rPr>
              <a:t>2</a:t>
            </a:r>
          </a:p>
        </p:txBody>
      </p:sp>
      <p:cxnSp>
        <p:nvCxnSpPr>
          <p:cNvPr id="3" name="Google Shape;693;p2">
            <a:extLst>
              <a:ext uri="{FF2B5EF4-FFF2-40B4-BE49-F238E27FC236}">
                <a16:creationId xmlns:a16="http://schemas.microsoft.com/office/drawing/2014/main" id="{6E565584-E24F-22EC-FE44-1B03753D6321}"/>
              </a:ext>
            </a:extLst>
          </p:cNvPr>
          <p:cNvCxnSpPr/>
          <p:nvPr/>
        </p:nvCxnSpPr>
        <p:spPr>
          <a:xfrm>
            <a:off x="1828800" y="593974"/>
            <a:ext cx="0" cy="5670052"/>
          </a:xfrm>
          <a:prstGeom prst="straightConnector1">
            <a:avLst/>
          </a:prstGeom>
          <a:noFill/>
          <a:ln w="9525" cap="flat" cmpd="sng">
            <a:solidFill>
              <a:srgbClr val="A5A5A5"/>
            </a:solidFill>
            <a:prstDash val="lgDashDot"/>
            <a:miter lim="800000"/>
            <a:headEnd type="none" w="sm" len="sm"/>
            <a:tailEnd type="none" w="sm" len="sm"/>
          </a:ln>
        </p:spPr>
      </p:cxnSp>
      <p:sp>
        <p:nvSpPr>
          <p:cNvPr id="5" name="Google Shape;694;p2">
            <a:extLst>
              <a:ext uri="{FF2B5EF4-FFF2-40B4-BE49-F238E27FC236}">
                <a16:creationId xmlns:a16="http://schemas.microsoft.com/office/drawing/2014/main" id="{E4FDE19B-2E19-A6D3-E82D-96E03769A852}"/>
              </a:ext>
            </a:extLst>
          </p:cNvPr>
          <p:cNvSpPr txBox="1"/>
          <p:nvPr/>
        </p:nvSpPr>
        <p:spPr>
          <a:xfrm>
            <a:off x="102428" y="44549"/>
            <a:ext cx="9269302" cy="461665"/>
          </a:xfrm>
          <a:prstGeom prst="rect">
            <a:avLst/>
          </a:prstGeo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just" rtl="0">
              <a:lnSpc>
                <a:spcPct val="100000"/>
              </a:lnSpc>
              <a:spcBef>
                <a:spcPts val="0"/>
              </a:spcBef>
              <a:spcAft>
                <a:spcPts val="0"/>
              </a:spcAft>
              <a:buClr>
                <a:srgbClr val="70AD47"/>
              </a:buClr>
              <a:buSzPts val="2400"/>
              <a:buFont typeface="Work Sans"/>
              <a:buNone/>
            </a:pPr>
            <a:r>
              <a:rPr lang="fr-FR" sz="2400" b="1" i="0" u="none" strike="noStrike" cap="none" dirty="0">
                <a:solidFill>
                  <a:srgbClr val="70AD47"/>
                </a:solidFill>
                <a:latin typeface="Work Sans"/>
                <a:ea typeface="Work Sans"/>
                <a:cs typeface="Work Sans"/>
                <a:sym typeface="Work Sans"/>
              </a:rPr>
              <a:t>Lettre de soumission </a:t>
            </a:r>
            <a:endParaRPr sz="1400" b="0" i="0" u="none" strike="noStrike" cap="none"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29589265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r="-18000"/>
          </a:stretch>
        </a:blipFill>
        <a:effectLst/>
      </p:bgPr>
    </p:bg>
    <p:spTree>
      <p:nvGrpSpPr>
        <p:cNvPr id="1" name="">
          <a:extLst>
            <a:ext uri="{FF2B5EF4-FFF2-40B4-BE49-F238E27FC236}">
              <a16:creationId xmlns:a16="http://schemas.microsoft.com/office/drawing/2014/main" id="{ADAC34BF-A9C2-AF3B-8255-BF7849D77962}"/>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22FB2A71-BC82-9271-0944-9D7A9A619201}"/>
              </a:ext>
            </a:extLst>
          </p:cNvPr>
          <p:cNvSpPr/>
          <p:nvPr/>
        </p:nvSpPr>
        <p:spPr>
          <a:xfrm>
            <a:off x="-53676" y="0"/>
            <a:ext cx="12245675"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Espace réservé du numéro de diapositive 2">
            <a:extLst>
              <a:ext uri="{FF2B5EF4-FFF2-40B4-BE49-F238E27FC236}">
                <a16:creationId xmlns:a16="http://schemas.microsoft.com/office/drawing/2014/main" id="{F1E43B91-3B4E-BCB7-D824-CC9A25F196C4}"/>
              </a:ext>
            </a:extLst>
          </p:cNvPr>
          <p:cNvSpPr>
            <a:spLocks noGrp="1"/>
          </p:cNvSpPr>
          <p:nvPr>
            <p:ph type="sldNum" sz="quarter" idx="12"/>
          </p:nvPr>
        </p:nvSpPr>
        <p:spPr>
          <a:xfrm>
            <a:off x="8949648" y="6057016"/>
            <a:ext cx="27432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843DB3B-2DAE-45C8-8012-39AD7A5181D9}" type="slidenum">
              <a:rPr kumimoji="0" lang="fr-CI" sz="1100" b="0" i="0" u="none" strike="noStrike" kern="1200" cap="none" spc="0" normalizeH="0" baseline="0" noProof="0" smtClean="0">
                <a:ln>
                  <a:noFill/>
                </a:ln>
                <a:solidFill>
                  <a:prstClr val="white"/>
                </a:solidFill>
                <a:effectLst/>
                <a:uLnTx/>
                <a:uFillTx/>
                <a:latin typeface="Work Sans"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a:t>
            </a:fld>
            <a:endParaRPr kumimoji="0" lang="fr-CI" sz="1200" b="0" i="0" u="none" strike="noStrike" kern="1200" cap="none" spc="0" normalizeH="0" baseline="0" noProof="0">
              <a:ln>
                <a:noFill/>
              </a:ln>
              <a:solidFill>
                <a:prstClr val="white"/>
              </a:solidFill>
              <a:effectLst/>
              <a:uLnTx/>
              <a:uFillTx/>
              <a:latin typeface="Work Sans" pitchFamily="2" charset="0"/>
              <a:ea typeface="+mn-ea"/>
              <a:cs typeface="+mn-cs"/>
            </a:endParaRPr>
          </a:p>
        </p:txBody>
      </p:sp>
      <p:pic>
        <p:nvPicPr>
          <p:cNvPr id="8" name="Image 7" descr="Une image contenant texte, capture d’écran, tableau&#10;&#10;Le contenu généré par l’IA peut être incorrect.">
            <a:extLst>
              <a:ext uri="{FF2B5EF4-FFF2-40B4-BE49-F238E27FC236}">
                <a16:creationId xmlns:a16="http://schemas.microsoft.com/office/drawing/2014/main" id="{E99BC946-5526-0FB3-55E4-5990C2640FB1}"/>
              </a:ext>
            </a:extLst>
          </p:cNvPr>
          <p:cNvPicPr>
            <a:picLocks noChangeAspect="1"/>
          </p:cNvPicPr>
          <p:nvPr/>
        </p:nvPicPr>
        <p:blipFill>
          <a:blip r:embed="rId4">
            <a:extLst>
              <a:ext uri="{BEBA8EAE-BF5A-486C-A8C5-ECC9F3942E4B}">
                <a14:imgProps xmlns:a14="http://schemas.microsoft.com/office/drawing/2010/main">
                  <a14:imgLayer r:embed="rId5">
                    <a14:imgEffect>
                      <a14:artisticBlur radius="68"/>
                    </a14:imgEffect>
                  </a14:imgLayer>
                </a14:imgProps>
              </a:ext>
              <a:ext uri="{28A0092B-C50C-407E-A947-70E740481C1C}">
                <a14:useLocalDpi xmlns:a14="http://schemas.microsoft.com/office/drawing/2010/main" val="0"/>
              </a:ext>
            </a:extLst>
          </a:blip>
          <a:stretch>
            <a:fillRect/>
          </a:stretch>
        </p:blipFill>
        <p:spPr>
          <a:xfrm>
            <a:off x="-56433" y="-1"/>
            <a:ext cx="12245674" cy="6858001"/>
          </a:xfrm>
          <a:prstGeom prst="rect">
            <a:avLst/>
          </a:prstGeom>
        </p:spPr>
      </p:pic>
      <p:sp>
        <p:nvSpPr>
          <p:cNvPr id="9" name="Rectangle 8">
            <a:extLst>
              <a:ext uri="{FF2B5EF4-FFF2-40B4-BE49-F238E27FC236}">
                <a16:creationId xmlns:a16="http://schemas.microsoft.com/office/drawing/2014/main" id="{FE6B1626-4A8F-0A6B-DBB8-DD017F5CE0E3}"/>
              </a:ext>
            </a:extLst>
          </p:cNvPr>
          <p:cNvSpPr/>
          <p:nvPr/>
        </p:nvSpPr>
        <p:spPr>
          <a:xfrm>
            <a:off x="-65512" y="22578"/>
            <a:ext cx="12245677" cy="6858000"/>
          </a:xfrm>
          <a:prstGeom prst="rect">
            <a:avLst/>
          </a:prstGeom>
          <a:solidFill>
            <a:srgbClr val="203864">
              <a:alpha val="5490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nvGrpSpPr>
          <p:cNvPr id="11" name="Groupe 10">
            <a:extLst>
              <a:ext uri="{FF2B5EF4-FFF2-40B4-BE49-F238E27FC236}">
                <a16:creationId xmlns:a16="http://schemas.microsoft.com/office/drawing/2014/main" id="{04F799BC-D28F-77ED-EFE5-3F33D57F4086}"/>
              </a:ext>
            </a:extLst>
          </p:cNvPr>
          <p:cNvGrpSpPr/>
          <p:nvPr/>
        </p:nvGrpSpPr>
        <p:grpSpPr>
          <a:xfrm>
            <a:off x="530452" y="420669"/>
            <a:ext cx="2578041" cy="483205"/>
            <a:chOff x="530452" y="420669"/>
            <a:chExt cx="2578041" cy="483205"/>
          </a:xfrm>
        </p:grpSpPr>
        <p:sp>
          <p:nvSpPr>
            <p:cNvPr id="12" name="ZoneTexte 5152">
              <a:extLst>
                <a:ext uri="{FF2B5EF4-FFF2-40B4-BE49-F238E27FC236}">
                  <a16:creationId xmlns:a16="http://schemas.microsoft.com/office/drawing/2014/main" id="{C699E601-21E6-C48C-337D-5E31E9E807CC}"/>
                </a:ext>
              </a:extLst>
            </p:cNvPr>
            <p:cNvSpPr txBox="1"/>
            <p:nvPr/>
          </p:nvSpPr>
          <p:spPr>
            <a:xfrm>
              <a:off x="530452" y="420669"/>
              <a:ext cx="2578041" cy="483205"/>
            </a:xfrm>
            <a:prstGeom prst="rect">
              <a:avLst/>
            </a:prstGeom>
            <a:noFill/>
            <a:ln cap="flat">
              <a:noFill/>
            </a:ln>
          </p:spPr>
          <p:txBody>
            <a:bodyPr vert="horz" wrap="square" lIns="91440" tIns="45720" rIns="91440" bIns="45720" anchor="t" anchorCtr="0" compatLnSpc="1">
              <a:spAutoFit/>
            </a:bodyPr>
            <a:lstStyle/>
            <a:p>
              <a:pPr marL="0" marR="0" lvl="0" indent="0" algn="l" defTabSz="414771" rtl="0" eaLnBrk="1" fontAlgn="auto" latinLnBrk="0" hangingPunct="0">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fr-FR" sz="2540" b="1" i="0" u="none" strike="noStrike" kern="1200" cap="none" spc="0" normalizeH="0" baseline="0" noProof="0">
                  <a:ln>
                    <a:noFill/>
                  </a:ln>
                  <a:solidFill>
                    <a:srgbClr val="FFFFFF"/>
                  </a:solidFill>
                  <a:effectLst/>
                  <a:uLnTx/>
                  <a:uFillTx/>
                  <a:latin typeface="Work Sans" pitchFamily="2"/>
                  <a:ea typeface="+mn-ea"/>
                  <a:cs typeface="+mn-cs"/>
                </a:rPr>
                <a:t>SOMMAIRE : </a:t>
              </a:r>
            </a:p>
          </p:txBody>
        </p:sp>
        <p:cxnSp>
          <p:nvCxnSpPr>
            <p:cNvPr id="13" name="Connecteur droit 5153">
              <a:extLst>
                <a:ext uri="{FF2B5EF4-FFF2-40B4-BE49-F238E27FC236}">
                  <a16:creationId xmlns:a16="http://schemas.microsoft.com/office/drawing/2014/main" id="{92D57C2C-C09E-1D98-70EA-466EC1506B8E}"/>
                </a:ext>
              </a:extLst>
            </p:cNvPr>
            <p:cNvCxnSpPr/>
            <p:nvPr/>
          </p:nvCxnSpPr>
          <p:spPr>
            <a:xfrm>
              <a:off x="617924" y="895325"/>
              <a:ext cx="2004822" cy="0"/>
            </a:xfrm>
            <a:prstGeom prst="straightConnector1">
              <a:avLst/>
            </a:prstGeom>
            <a:noFill/>
            <a:ln w="28575" cap="flat">
              <a:solidFill>
                <a:srgbClr val="B8D4F0"/>
              </a:solidFill>
              <a:prstDash val="solid"/>
              <a:miter/>
            </a:ln>
          </p:spPr>
        </p:cxnSp>
      </p:grpSp>
      <p:pic>
        <p:nvPicPr>
          <p:cNvPr id="44" name="Image 5172" descr="Une image contenant Graphique, Police, logo, texte&#10;&#10;Description générée automatiquement">
            <a:extLst>
              <a:ext uri="{FF2B5EF4-FFF2-40B4-BE49-F238E27FC236}">
                <a16:creationId xmlns:a16="http://schemas.microsoft.com/office/drawing/2014/main" id="{B3E5D523-7D13-3FE3-F540-D58524FE9C04}"/>
              </a:ext>
            </a:extLst>
          </p:cNvPr>
          <p:cNvPicPr>
            <a:picLocks noChangeAspect="1"/>
          </p:cNvPicPr>
          <p:nvPr/>
        </p:nvPicPr>
        <p:blipFill>
          <a:blip r:embed="rId6"/>
          <a:stretch>
            <a:fillRect/>
          </a:stretch>
        </p:blipFill>
        <p:spPr>
          <a:xfrm>
            <a:off x="11246427" y="6057016"/>
            <a:ext cx="690079" cy="656740"/>
          </a:xfrm>
          <a:prstGeom prst="rect">
            <a:avLst/>
          </a:prstGeom>
          <a:noFill/>
          <a:ln cap="flat">
            <a:noFill/>
          </a:ln>
        </p:spPr>
      </p:pic>
      <p:grpSp>
        <p:nvGrpSpPr>
          <p:cNvPr id="3" name="Groupe 2">
            <a:extLst>
              <a:ext uri="{FF2B5EF4-FFF2-40B4-BE49-F238E27FC236}">
                <a16:creationId xmlns:a16="http://schemas.microsoft.com/office/drawing/2014/main" id="{7F28D4E1-4534-7AE9-0ACB-DAA1F1A80A28}"/>
              </a:ext>
            </a:extLst>
          </p:cNvPr>
          <p:cNvGrpSpPr/>
          <p:nvPr/>
        </p:nvGrpSpPr>
        <p:grpSpPr>
          <a:xfrm>
            <a:off x="638645" y="2071268"/>
            <a:ext cx="10153220" cy="1937058"/>
            <a:chOff x="530452" y="1246264"/>
            <a:chExt cx="10153220" cy="1937058"/>
          </a:xfrm>
        </p:grpSpPr>
        <p:grpSp>
          <p:nvGrpSpPr>
            <p:cNvPr id="14" name="Groupe 11">
              <a:extLst>
                <a:ext uri="{FF2B5EF4-FFF2-40B4-BE49-F238E27FC236}">
                  <a16:creationId xmlns:a16="http://schemas.microsoft.com/office/drawing/2014/main" id="{1B0CC4EA-CFA7-0F65-EE5F-C7038D569D54}"/>
                </a:ext>
              </a:extLst>
            </p:cNvPr>
            <p:cNvGrpSpPr/>
            <p:nvPr/>
          </p:nvGrpSpPr>
          <p:grpSpPr>
            <a:xfrm>
              <a:off x="530452" y="1246264"/>
              <a:ext cx="10112153" cy="1918958"/>
              <a:chOff x="1082018" y="1942448"/>
              <a:chExt cx="10112153" cy="1918958"/>
            </a:xfrm>
          </p:grpSpPr>
          <p:sp>
            <p:nvSpPr>
              <p:cNvPr id="18" name="Google Shape;150;p2">
                <a:extLst>
                  <a:ext uri="{FF2B5EF4-FFF2-40B4-BE49-F238E27FC236}">
                    <a16:creationId xmlns:a16="http://schemas.microsoft.com/office/drawing/2014/main" id="{CDA2F599-2040-1FB7-37A0-77D09ADED129}"/>
                  </a:ext>
                </a:extLst>
              </p:cNvPr>
              <p:cNvSpPr/>
              <p:nvPr/>
            </p:nvSpPr>
            <p:spPr>
              <a:xfrm>
                <a:off x="1807238" y="1946775"/>
                <a:ext cx="3993678" cy="669843"/>
              </a:xfrm>
              <a:prstGeom prst="rect">
                <a:avLst/>
              </a:prstGeom>
              <a:solidFill>
                <a:srgbClr val="F2F2F2">
                  <a:alpha val="89000"/>
                </a:srgbClr>
              </a:solidFill>
              <a:ln cap="flat">
                <a:noFill/>
                <a:prstDash val="solid"/>
              </a:ln>
            </p:spPr>
            <p:txBody>
              <a:bodyPr vert="horz" wrap="square" lIns="82936" tIns="41458" rIns="82936" bIns="41458" anchor="ctr" anchorCtr="1"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endParaRPr kumimoji="0" lang="fr-FR" sz="1089" b="0" i="0" u="none" strike="noStrike" kern="1200" cap="none" spc="0" normalizeH="0" baseline="0" noProof="0">
                  <a:ln>
                    <a:noFill/>
                  </a:ln>
                  <a:solidFill>
                    <a:srgbClr val="FFFFFF"/>
                  </a:solidFill>
                  <a:effectLst/>
                  <a:uLnTx/>
                  <a:uFillTx/>
                  <a:latin typeface="Work Sans" pitchFamily="2"/>
                  <a:ea typeface="Source Sans Pro" pitchFamily="34"/>
                  <a:cs typeface="Calibri"/>
                </a:endParaRPr>
              </a:p>
            </p:txBody>
          </p:sp>
          <p:sp>
            <p:nvSpPr>
              <p:cNvPr id="19" name="num_fill_1">
                <a:extLst>
                  <a:ext uri="{FF2B5EF4-FFF2-40B4-BE49-F238E27FC236}">
                    <a16:creationId xmlns:a16="http://schemas.microsoft.com/office/drawing/2014/main" id="{A5617D14-8607-8B53-A8B5-71DBE4E9C48D}"/>
                  </a:ext>
                </a:extLst>
              </p:cNvPr>
              <p:cNvSpPr/>
              <p:nvPr/>
            </p:nvSpPr>
            <p:spPr>
              <a:xfrm>
                <a:off x="1231925" y="1946775"/>
                <a:ext cx="575303" cy="669843"/>
              </a:xfrm>
              <a:prstGeom prst="rect">
                <a:avLst/>
              </a:prstGeom>
              <a:solidFill>
                <a:srgbClr val="1D5E86"/>
              </a:solidFill>
              <a:ln cap="flat">
                <a:noFill/>
                <a:prstDash val="solid"/>
              </a:ln>
            </p:spPr>
            <p:txBody>
              <a:bodyPr vert="horz" wrap="square" lIns="82936" tIns="41458" rIns="82936" bIns="41458" anchor="ctr" anchorCtr="1"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endParaRPr kumimoji="0" lang="fr-FR" sz="907" b="0" i="0" u="none" strike="noStrike" kern="1200" cap="none" spc="0" normalizeH="0" baseline="0" noProof="0">
                  <a:ln>
                    <a:noFill/>
                  </a:ln>
                  <a:solidFill>
                    <a:srgbClr val="FFFFFF"/>
                  </a:solidFill>
                  <a:effectLst/>
                  <a:uLnTx/>
                  <a:uFillTx/>
                  <a:latin typeface="Work Sans" pitchFamily="2"/>
                  <a:ea typeface="Source Sans Pro" pitchFamily="34"/>
                  <a:cs typeface="Calibri"/>
                </a:endParaRPr>
              </a:p>
            </p:txBody>
          </p:sp>
          <p:sp>
            <p:nvSpPr>
              <p:cNvPr id="21" name="Google Shape;152;p2">
                <a:extLst>
                  <a:ext uri="{FF2B5EF4-FFF2-40B4-BE49-F238E27FC236}">
                    <a16:creationId xmlns:a16="http://schemas.microsoft.com/office/drawing/2014/main" id="{A1273672-2AAC-9C7B-7474-939E5F6D8A88}"/>
                  </a:ext>
                </a:extLst>
              </p:cNvPr>
              <p:cNvSpPr txBox="1"/>
              <p:nvPr/>
            </p:nvSpPr>
            <p:spPr>
              <a:xfrm>
                <a:off x="1866281" y="2117850"/>
                <a:ext cx="3810652" cy="307183"/>
              </a:xfrm>
              <a:prstGeom prst="rect">
                <a:avLst/>
              </a:prstGeom>
              <a:noFill/>
              <a:ln cap="flat">
                <a:noFill/>
              </a:ln>
            </p:spPr>
            <p:txBody>
              <a:bodyPr vert="horz" wrap="square" lIns="82936" tIns="41458" rIns="82936" bIns="41458" anchor="t" anchorCtr="0" compatLnSpc="1">
                <a:spAutoFit/>
              </a:bodyPr>
              <a:lstStyle/>
              <a:p>
                <a:pPr marL="0" marR="0" lvl="0" indent="0" algn="l"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3F3F3F"/>
                    </a:solidFill>
                    <a:uFillTx/>
                    <a:latin typeface="Source Sans Pro"/>
                  </a:defRPr>
                </a:pPr>
                <a:r>
                  <a:rPr kumimoji="0" lang="fr-FR" sz="1452" b="0" i="0" u="none" strike="noStrike" kern="0" cap="none" spc="0" normalizeH="0" baseline="0" noProof="0" dirty="0">
                    <a:ln>
                      <a:noFill/>
                    </a:ln>
                    <a:solidFill>
                      <a:srgbClr val="3F3F3F"/>
                    </a:solidFill>
                    <a:effectLst/>
                    <a:uLnTx/>
                    <a:uFillTx/>
                    <a:latin typeface="Work Sans" pitchFamily="2"/>
                    <a:ea typeface="+mn-ea"/>
                    <a:cs typeface="Arial"/>
                  </a:rPr>
                  <a:t>Contexte de la mission</a:t>
                </a:r>
                <a:endParaRPr kumimoji="0" lang="fr-FR" sz="1452" b="0" i="0" u="none" strike="noStrike" kern="1200" cap="none" spc="0" normalizeH="0" baseline="0" noProof="0" dirty="0">
                  <a:ln>
                    <a:noFill/>
                  </a:ln>
                  <a:solidFill>
                    <a:srgbClr val="3F3F3F"/>
                  </a:solidFill>
                  <a:effectLst/>
                  <a:uLnTx/>
                  <a:uFillTx/>
                  <a:latin typeface="Work Sans" pitchFamily="2"/>
                  <a:ea typeface="+mn-ea"/>
                  <a:cs typeface="Arial"/>
                </a:endParaRPr>
              </a:p>
            </p:txBody>
          </p:sp>
          <p:sp>
            <p:nvSpPr>
              <p:cNvPr id="23" name="Google Shape;153;p2">
                <a:extLst>
                  <a:ext uri="{FF2B5EF4-FFF2-40B4-BE49-F238E27FC236}">
                    <a16:creationId xmlns:a16="http://schemas.microsoft.com/office/drawing/2014/main" id="{797BD8DD-112E-B9AA-4FB7-5293F8A85836}"/>
                  </a:ext>
                </a:extLst>
              </p:cNvPr>
              <p:cNvSpPr txBox="1"/>
              <p:nvPr/>
            </p:nvSpPr>
            <p:spPr>
              <a:xfrm>
                <a:off x="1082018" y="2089806"/>
                <a:ext cx="863806" cy="418749"/>
              </a:xfrm>
              <a:prstGeom prst="rect">
                <a:avLst/>
              </a:prstGeom>
              <a:noFill/>
              <a:ln cap="flat">
                <a:noFill/>
              </a:ln>
            </p:spPr>
            <p:txBody>
              <a:bodyPr vert="horz" wrap="square" lIns="82936" tIns="41458" rIns="82936" bIns="41458" anchor="t" anchorCtr="1" compatLnSpc="1">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sz="2400" b="1" i="0" u="none" strike="noStrike" kern="0" cap="none" spc="0" baseline="0">
                    <a:solidFill>
                      <a:srgbClr val="FFFFFF"/>
                    </a:solidFill>
                    <a:uFillTx/>
                    <a:latin typeface="Source Sans Pro"/>
                  </a:defRPr>
                </a:pPr>
                <a:r>
                  <a:rPr kumimoji="0" lang="fr-FR" sz="2177" b="1" i="0" u="none" strike="noStrike" kern="1200" cap="none" spc="0" normalizeH="0" baseline="0" noProof="0">
                    <a:ln>
                      <a:noFill/>
                    </a:ln>
                    <a:solidFill>
                      <a:srgbClr val="FFFFFF"/>
                    </a:solidFill>
                    <a:effectLst/>
                    <a:uLnTx/>
                    <a:uFillTx/>
                    <a:latin typeface="Work Sans" pitchFamily="2"/>
                    <a:ea typeface="+mn-ea"/>
                    <a:cs typeface="Arial"/>
                  </a:rPr>
                  <a:t>01</a:t>
                </a:r>
                <a:endParaRPr kumimoji="0" lang="fr-FR" sz="907" b="1" i="0" u="none" strike="noStrike" kern="1200" cap="none" spc="0" normalizeH="0" baseline="0" noProof="0">
                  <a:ln>
                    <a:noFill/>
                  </a:ln>
                  <a:solidFill>
                    <a:srgbClr val="FFFFFF"/>
                  </a:solidFill>
                  <a:effectLst/>
                  <a:uLnTx/>
                  <a:uFillTx/>
                  <a:latin typeface="Work Sans" pitchFamily="2"/>
                  <a:ea typeface="Source Sans Pro" pitchFamily="34"/>
                  <a:cs typeface="Arial"/>
                </a:endParaRPr>
              </a:p>
            </p:txBody>
          </p:sp>
          <p:sp>
            <p:nvSpPr>
              <p:cNvPr id="26" name="Google Shape;150;p2">
                <a:extLst>
                  <a:ext uri="{FF2B5EF4-FFF2-40B4-BE49-F238E27FC236}">
                    <a16:creationId xmlns:a16="http://schemas.microsoft.com/office/drawing/2014/main" id="{C6E35F79-B661-1C41-966F-E573F5CF4CAA}"/>
                  </a:ext>
                </a:extLst>
              </p:cNvPr>
              <p:cNvSpPr/>
              <p:nvPr/>
            </p:nvSpPr>
            <p:spPr>
              <a:xfrm>
                <a:off x="1848981" y="3191563"/>
                <a:ext cx="3993678" cy="669843"/>
              </a:xfrm>
              <a:prstGeom prst="rect">
                <a:avLst/>
              </a:prstGeom>
              <a:solidFill>
                <a:srgbClr val="F2F2F2">
                  <a:alpha val="89000"/>
                </a:srgbClr>
              </a:solidFill>
              <a:ln cap="flat">
                <a:noFill/>
                <a:prstDash val="solid"/>
              </a:ln>
            </p:spPr>
            <p:txBody>
              <a:bodyPr vert="horz" wrap="square" lIns="82936" tIns="41458" rIns="82936" bIns="41458" anchor="ctr" anchorCtr="1"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endParaRPr kumimoji="0" lang="fr-FR" sz="1089" b="0" i="0" u="none" strike="noStrike" kern="1200" cap="none" spc="0" normalizeH="0" baseline="0" noProof="0">
                  <a:ln>
                    <a:noFill/>
                  </a:ln>
                  <a:solidFill>
                    <a:srgbClr val="FFFFFF"/>
                  </a:solidFill>
                  <a:effectLst/>
                  <a:uLnTx/>
                  <a:uFillTx/>
                  <a:latin typeface="Work Sans" pitchFamily="2"/>
                  <a:ea typeface="Source Sans Pro" pitchFamily="34"/>
                  <a:cs typeface="Calibri"/>
                </a:endParaRPr>
              </a:p>
            </p:txBody>
          </p:sp>
          <p:sp>
            <p:nvSpPr>
              <p:cNvPr id="31" name="num_fill_1">
                <a:extLst>
                  <a:ext uri="{FF2B5EF4-FFF2-40B4-BE49-F238E27FC236}">
                    <a16:creationId xmlns:a16="http://schemas.microsoft.com/office/drawing/2014/main" id="{37D86A46-AAD6-B1AB-E5FF-C338C8EEA371}"/>
                  </a:ext>
                </a:extLst>
              </p:cNvPr>
              <p:cNvSpPr/>
              <p:nvPr/>
            </p:nvSpPr>
            <p:spPr>
              <a:xfrm>
                <a:off x="1263230" y="3191563"/>
                <a:ext cx="575303" cy="669843"/>
              </a:xfrm>
              <a:prstGeom prst="rect">
                <a:avLst/>
              </a:prstGeom>
              <a:solidFill>
                <a:srgbClr val="1D5E86"/>
              </a:solidFill>
              <a:ln cap="flat">
                <a:noFill/>
                <a:prstDash val="solid"/>
              </a:ln>
            </p:spPr>
            <p:txBody>
              <a:bodyPr vert="horz" wrap="square" lIns="82936" tIns="41458" rIns="82936" bIns="41458" anchor="ctr" anchorCtr="1"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endParaRPr kumimoji="0" lang="fr-FR" sz="907" b="0" i="0" u="none" strike="noStrike" kern="1200" cap="none" spc="0" normalizeH="0" baseline="0" noProof="0">
                  <a:ln>
                    <a:noFill/>
                  </a:ln>
                  <a:solidFill>
                    <a:srgbClr val="FFFFFF"/>
                  </a:solidFill>
                  <a:effectLst/>
                  <a:uLnTx/>
                  <a:uFillTx/>
                  <a:latin typeface="Work Sans" pitchFamily="2"/>
                  <a:ea typeface="Source Sans Pro" pitchFamily="34"/>
                  <a:cs typeface="Calibri"/>
                </a:endParaRPr>
              </a:p>
            </p:txBody>
          </p:sp>
          <p:sp>
            <p:nvSpPr>
              <p:cNvPr id="33" name="Google Shape;153;p2">
                <a:extLst>
                  <a:ext uri="{FF2B5EF4-FFF2-40B4-BE49-F238E27FC236}">
                    <a16:creationId xmlns:a16="http://schemas.microsoft.com/office/drawing/2014/main" id="{EAB0554F-33F6-6B1B-21AA-5008EA6A1416}"/>
                  </a:ext>
                </a:extLst>
              </p:cNvPr>
              <p:cNvSpPr txBox="1"/>
              <p:nvPr/>
            </p:nvSpPr>
            <p:spPr>
              <a:xfrm>
                <a:off x="1135281" y="3303288"/>
                <a:ext cx="863806" cy="418749"/>
              </a:xfrm>
              <a:prstGeom prst="rect">
                <a:avLst/>
              </a:prstGeom>
              <a:noFill/>
              <a:ln cap="flat">
                <a:noFill/>
              </a:ln>
            </p:spPr>
            <p:txBody>
              <a:bodyPr vert="horz" wrap="square" lIns="82936" tIns="41458" rIns="82936" bIns="41458" anchor="t" anchorCtr="1" compatLnSpc="1">
                <a:spAutoFit/>
              </a:bodyPr>
              <a:lstStyle/>
              <a:p>
                <a:pPr defTabSz="914400">
                  <a:defRPr sz="1800" b="0" i="0" u="none" strike="noStrike" kern="0" cap="none" spc="0" baseline="0">
                    <a:solidFill>
                      <a:srgbClr val="3F3F3F"/>
                    </a:solidFill>
                    <a:uFillTx/>
                    <a:latin typeface="Source Sans Pro"/>
                  </a:defRPr>
                </a:pPr>
                <a:r>
                  <a:rPr kumimoji="0" lang="fr-FR" sz="2177" b="1" i="0" u="none" strike="noStrike" kern="1200" cap="none" spc="0" normalizeH="0" baseline="0" noProof="0" dirty="0">
                    <a:ln>
                      <a:noFill/>
                    </a:ln>
                    <a:solidFill>
                      <a:srgbClr val="FFFFFF"/>
                    </a:solidFill>
                    <a:effectLst/>
                    <a:uLnTx/>
                    <a:uFillTx/>
                    <a:latin typeface="Work Sans" pitchFamily="2"/>
                    <a:ea typeface="+mn-ea"/>
                    <a:cs typeface="Arial"/>
                  </a:rPr>
                  <a:t>02</a:t>
                </a:r>
                <a:endParaRPr lang="fr-FR" sz="1452" kern="0" dirty="0">
                  <a:solidFill>
                    <a:srgbClr val="3F3F3F"/>
                  </a:solidFill>
                  <a:latin typeface="Work Sans" pitchFamily="2"/>
                  <a:cs typeface="Arial"/>
                </a:endParaRPr>
              </a:p>
            </p:txBody>
          </p:sp>
          <p:sp>
            <p:nvSpPr>
              <p:cNvPr id="38" name="Google Shape;150;p2">
                <a:extLst>
                  <a:ext uri="{FF2B5EF4-FFF2-40B4-BE49-F238E27FC236}">
                    <a16:creationId xmlns:a16="http://schemas.microsoft.com/office/drawing/2014/main" id="{498A1084-3328-C08F-D644-72D1B317442A}"/>
                  </a:ext>
                </a:extLst>
              </p:cNvPr>
              <p:cNvSpPr/>
              <p:nvPr/>
            </p:nvSpPr>
            <p:spPr>
              <a:xfrm>
                <a:off x="7200493" y="1942448"/>
                <a:ext cx="3993678" cy="669843"/>
              </a:xfrm>
              <a:prstGeom prst="rect">
                <a:avLst/>
              </a:prstGeom>
              <a:solidFill>
                <a:srgbClr val="F2F2F2">
                  <a:alpha val="89000"/>
                </a:srgbClr>
              </a:solidFill>
              <a:ln cap="flat">
                <a:noFill/>
                <a:prstDash val="solid"/>
              </a:ln>
            </p:spPr>
            <p:txBody>
              <a:bodyPr vert="horz" wrap="square" lIns="82936" tIns="41458" rIns="82936" bIns="41458" anchor="ctr" anchorCtr="1"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endParaRPr kumimoji="0" lang="fr-FR" sz="1089" b="0" i="0" u="none" strike="noStrike" kern="1200" cap="none" spc="0" normalizeH="0" baseline="0" noProof="0" dirty="0">
                  <a:ln>
                    <a:noFill/>
                  </a:ln>
                  <a:solidFill>
                    <a:srgbClr val="FFFFFF"/>
                  </a:solidFill>
                  <a:effectLst/>
                  <a:uLnTx/>
                  <a:uFillTx/>
                  <a:latin typeface="Work Sans" pitchFamily="2"/>
                  <a:ea typeface="Source Sans Pro" pitchFamily="34"/>
                  <a:cs typeface="Calibri"/>
                </a:endParaRPr>
              </a:p>
            </p:txBody>
          </p:sp>
          <p:sp>
            <p:nvSpPr>
              <p:cNvPr id="39" name="num_fill_1">
                <a:extLst>
                  <a:ext uri="{FF2B5EF4-FFF2-40B4-BE49-F238E27FC236}">
                    <a16:creationId xmlns:a16="http://schemas.microsoft.com/office/drawing/2014/main" id="{C1520F86-D834-4D66-49E4-8E1B856F3B21}"/>
                  </a:ext>
                </a:extLst>
              </p:cNvPr>
              <p:cNvSpPr/>
              <p:nvPr/>
            </p:nvSpPr>
            <p:spPr>
              <a:xfrm>
                <a:off x="6628554" y="1942449"/>
                <a:ext cx="575303" cy="669843"/>
              </a:xfrm>
              <a:prstGeom prst="rect">
                <a:avLst/>
              </a:prstGeom>
              <a:solidFill>
                <a:srgbClr val="1D5E86"/>
              </a:solidFill>
              <a:ln cap="flat">
                <a:noFill/>
                <a:prstDash val="solid"/>
              </a:ln>
            </p:spPr>
            <p:txBody>
              <a:bodyPr vert="horz" wrap="square" lIns="82936" tIns="41458" rIns="82936" bIns="41458" anchor="ctr" anchorCtr="1"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endParaRPr kumimoji="0" lang="fr-FR" sz="907" b="0" i="0" u="none" strike="noStrike" kern="1200" cap="none" spc="0" normalizeH="0" baseline="0" noProof="0">
                  <a:ln>
                    <a:noFill/>
                  </a:ln>
                  <a:solidFill>
                    <a:srgbClr val="FFFFFF"/>
                  </a:solidFill>
                  <a:effectLst/>
                  <a:uLnTx/>
                  <a:uFillTx/>
                  <a:latin typeface="Work Sans" pitchFamily="2"/>
                  <a:ea typeface="Source Sans Pro" pitchFamily="34"/>
                  <a:cs typeface="Calibri"/>
                </a:endParaRPr>
              </a:p>
            </p:txBody>
          </p:sp>
          <p:sp>
            <p:nvSpPr>
              <p:cNvPr id="40" name="Google Shape;152;p2">
                <a:extLst>
                  <a:ext uri="{FF2B5EF4-FFF2-40B4-BE49-F238E27FC236}">
                    <a16:creationId xmlns:a16="http://schemas.microsoft.com/office/drawing/2014/main" id="{94666930-45D9-7CCD-CF73-C495F805BEF1}"/>
                  </a:ext>
                </a:extLst>
              </p:cNvPr>
              <p:cNvSpPr txBox="1"/>
              <p:nvPr/>
            </p:nvSpPr>
            <p:spPr>
              <a:xfrm>
                <a:off x="7241558" y="2104197"/>
                <a:ext cx="3810652" cy="307183"/>
              </a:xfrm>
              <a:prstGeom prst="rect">
                <a:avLst/>
              </a:prstGeom>
              <a:noFill/>
              <a:ln cap="flat">
                <a:noFill/>
              </a:ln>
            </p:spPr>
            <p:txBody>
              <a:bodyPr vert="horz" wrap="square" lIns="82936" tIns="41458" rIns="82936" bIns="41458" anchor="t" anchorCtr="0" compatLnSpc="1">
                <a:spAutoFit/>
              </a:bodyPr>
              <a:lstStyle/>
              <a:p>
                <a:pPr marL="0" marR="0" lvl="0" indent="0" algn="l"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3F3F3F"/>
                    </a:solidFill>
                    <a:uFillTx/>
                    <a:latin typeface="Source Sans Pro"/>
                  </a:defRPr>
                </a:pPr>
                <a:r>
                  <a:rPr kumimoji="0" lang="fr-FR" sz="1452" b="0" i="0" u="none" strike="noStrike" kern="1200" cap="none" spc="0" normalizeH="0" baseline="0" noProof="0" dirty="0">
                    <a:ln>
                      <a:noFill/>
                    </a:ln>
                    <a:solidFill>
                      <a:srgbClr val="3F3F3F"/>
                    </a:solidFill>
                    <a:effectLst/>
                    <a:uLnTx/>
                    <a:uFillTx/>
                    <a:latin typeface="Work Sans" pitchFamily="2"/>
                    <a:ea typeface="+mn-ea"/>
                    <a:cs typeface="Arial"/>
                  </a:rPr>
                  <a:t>Notre approche méthodologique</a:t>
                </a:r>
              </a:p>
            </p:txBody>
          </p:sp>
          <p:sp>
            <p:nvSpPr>
              <p:cNvPr id="41" name="Google Shape;153;p2">
                <a:extLst>
                  <a:ext uri="{FF2B5EF4-FFF2-40B4-BE49-F238E27FC236}">
                    <a16:creationId xmlns:a16="http://schemas.microsoft.com/office/drawing/2014/main" id="{AF70BEE0-C095-59FF-4D29-E0DAB238A8DF}"/>
                  </a:ext>
                </a:extLst>
              </p:cNvPr>
              <p:cNvSpPr txBox="1"/>
              <p:nvPr/>
            </p:nvSpPr>
            <p:spPr>
              <a:xfrm>
                <a:off x="6478648" y="2085489"/>
                <a:ext cx="863806" cy="418749"/>
              </a:xfrm>
              <a:prstGeom prst="rect">
                <a:avLst/>
              </a:prstGeom>
              <a:noFill/>
              <a:ln cap="flat">
                <a:noFill/>
              </a:ln>
            </p:spPr>
            <p:txBody>
              <a:bodyPr vert="horz" wrap="square" lIns="82936" tIns="41458" rIns="82936" bIns="41458" anchor="t" anchorCtr="1" compatLnSpc="1">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sz="2400" b="1" i="0" u="none" strike="noStrike" kern="0" cap="none" spc="0" baseline="0">
                    <a:solidFill>
                      <a:srgbClr val="FFFFFF"/>
                    </a:solidFill>
                    <a:uFillTx/>
                    <a:latin typeface="Source Sans Pro"/>
                  </a:defRPr>
                </a:pPr>
                <a:r>
                  <a:rPr lang="fr-FR" sz="2150" b="1">
                    <a:solidFill>
                      <a:srgbClr val="FFFFFF"/>
                    </a:solidFill>
                    <a:latin typeface="Work Sans"/>
                    <a:cs typeface="Arial"/>
                  </a:rPr>
                  <a:t>03</a:t>
                </a:r>
                <a:endParaRPr kumimoji="0" lang="fr-FR" sz="907" b="1" i="0" u="none" strike="noStrike" kern="1200" cap="none" spc="0" normalizeH="0" baseline="0" noProof="0">
                  <a:ln>
                    <a:noFill/>
                  </a:ln>
                  <a:solidFill>
                    <a:srgbClr val="FFFFFF"/>
                  </a:solidFill>
                  <a:effectLst/>
                  <a:uLnTx/>
                  <a:uFillTx/>
                  <a:latin typeface="Work Sans" pitchFamily="2"/>
                  <a:ea typeface="Source Sans Pro" pitchFamily="34"/>
                  <a:cs typeface="Arial"/>
                </a:endParaRPr>
              </a:p>
            </p:txBody>
          </p:sp>
        </p:grpSp>
        <p:sp>
          <p:nvSpPr>
            <p:cNvPr id="49" name="Google Shape;150;p2">
              <a:extLst>
                <a:ext uri="{FF2B5EF4-FFF2-40B4-BE49-F238E27FC236}">
                  <a16:creationId xmlns:a16="http://schemas.microsoft.com/office/drawing/2014/main" id="{5CB99761-9BA7-92A2-72E3-A154EB7B7697}"/>
                </a:ext>
              </a:extLst>
            </p:cNvPr>
            <p:cNvSpPr/>
            <p:nvPr/>
          </p:nvSpPr>
          <p:spPr>
            <a:xfrm>
              <a:off x="6689994" y="2513479"/>
              <a:ext cx="3993678" cy="669843"/>
            </a:xfrm>
            <a:prstGeom prst="rect">
              <a:avLst/>
            </a:prstGeom>
            <a:solidFill>
              <a:srgbClr val="F2F2F2">
                <a:alpha val="89000"/>
              </a:srgbClr>
            </a:solidFill>
            <a:ln cap="flat">
              <a:noFill/>
              <a:prstDash val="solid"/>
            </a:ln>
          </p:spPr>
          <p:txBody>
            <a:bodyPr vert="horz" wrap="square" lIns="82936" tIns="41458" rIns="82936" bIns="41458" anchor="ctr" anchorCtr="1"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r>
                <a:rPr lang="fr-FR" sz="1050">
                  <a:solidFill>
                    <a:srgbClr val="FFFFFF"/>
                  </a:solidFill>
                  <a:latin typeface="Work Sans" pitchFamily="2"/>
                  <a:ea typeface="Source Sans Pro" pitchFamily="34"/>
                  <a:cs typeface="Calibri"/>
                </a:rPr>
                <a:t>&lt;</a:t>
              </a:r>
              <a:endParaRPr kumimoji="0" lang="fr-FR" sz="1089" b="0" i="0" u="none" strike="noStrike" kern="1200" cap="none" spc="0" normalizeH="0" baseline="0" noProof="0">
                <a:ln>
                  <a:noFill/>
                </a:ln>
                <a:solidFill>
                  <a:srgbClr val="FFFFFF"/>
                </a:solidFill>
                <a:effectLst/>
                <a:uLnTx/>
                <a:uFillTx/>
                <a:latin typeface="Work Sans" pitchFamily="2"/>
                <a:ea typeface="Source Sans Pro" pitchFamily="34"/>
                <a:cs typeface="Calibri"/>
              </a:endParaRPr>
            </a:p>
          </p:txBody>
        </p:sp>
        <p:sp>
          <p:nvSpPr>
            <p:cNvPr id="50" name="num_fill_1">
              <a:extLst>
                <a:ext uri="{FF2B5EF4-FFF2-40B4-BE49-F238E27FC236}">
                  <a16:creationId xmlns:a16="http://schemas.microsoft.com/office/drawing/2014/main" id="{25DB8FBD-0CCD-094A-521D-54FB53E2F48C}"/>
                </a:ext>
              </a:extLst>
            </p:cNvPr>
            <p:cNvSpPr/>
            <p:nvPr/>
          </p:nvSpPr>
          <p:spPr>
            <a:xfrm>
              <a:off x="6114689" y="2513479"/>
              <a:ext cx="575303" cy="669843"/>
            </a:xfrm>
            <a:prstGeom prst="rect">
              <a:avLst/>
            </a:prstGeom>
            <a:solidFill>
              <a:srgbClr val="1D5E86"/>
            </a:solidFill>
            <a:ln cap="flat">
              <a:noFill/>
              <a:prstDash val="solid"/>
            </a:ln>
          </p:spPr>
          <p:txBody>
            <a:bodyPr vert="horz" wrap="square" lIns="82936" tIns="41458" rIns="82936" bIns="41458" anchor="ctr" anchorCtr="1"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endParaRPr lang="fr-FR" sz="900" b="0" i="0" u="none" strike="noStrike" cap="none" spc="0" normalizeH="0" baseline="0" noProof="0" dirty="0">
                <a:ln>
                  <a:noFill/>
                </a:ln>
                <a:solidFill>
                  <a:srgbClr val="FFFFFF"/>
                </a:solidFill>
                <a:effectLst/>
                <a:uLnTx/>
                <a:uFillTx/>
                <a:latin typeface="Work Sans"/>
                <a:ea typeface="Source Sans Pro"/>
                <a:cs typeface="Calibri"/>
              </a:endParaRPr>
            </a:p>
          </p:txBody>
        </p:sp>
        <p:sp>
          <p:nvSpPr>
            <p:cNvPr id="51" name="Google Shape;152;p2">
              <a:extLst>
                <a:ext uri="{FF2B5EF4-FFF2-40B4-BE49-F238E27FC236}">
                  <a16:creationId xmlns:a16="http://schemas.microsoft.com/office/drawing/2014/main" id="{A923FD19-BC20-8697-667D-26AE0E7C09AB}"/>
                </a:ext>
              </a:extLst>
            </p:cNvPr>
            <p:cNvSpPr txBox="1"/>
            <p:nvPr/>
          </p:nvSpPr>
          <p:spPr>
            <a:xfrm>
              <a:off x="6749037" y="2684554"/>
              <a:ext cx="3810652" cy="307183"/>
            </a:xfrm>
            <a:prstGeom prst="rect">
              <a:avLst/>
            </a:prstGeom>
            <a:noFill/>
            <a:ln cap="flat">
              <a:noFill/>
            </a:ln>
          </p:spPr>
          <p:txBody>
            <a:bodyPr vert="horz" wrap="square" lIns="82936" tIns="41458" rIns="82936" bIns="41458" anchor="t" anchorCtr="0" compatLnSpc="1">
              <a:spAutoFit/>
            </a:bodyPr>
            <a:lstStyle/>
            <a:p>
              <a:pPr defTabSz="914400">
                <a:defRPr sz="1800" b="0" i="0" u="none" strike="noStrike" kern="0" cap="none" spc="0" baseline="0">
                  <a:solidFill>
                    <a:srgbClr val="3F3F3F"/>
                  </a:solidFill>
                  <a:uFillTx/>
                  <a:latin typeface="Source Sans Pro"/>
                </a:defRPr>
              </a:pPr>
              <a:r>
                <a:rPr lang="fr-FR" sz="1450" dirty="0">
                  <a:solidFill>
                    <a:srgbClr val="3F3F3F"/>
                  </a:solidFill>
                  <a:latin typeface="Work Sans"/>
                  <a:cs typeface="Arial"/>
                </a:rPr>
                <a:t>Notre offre financière</a:t>
              </a:r>
              <a:endParaRPr lang="fr-FR" sz="1450" b="0" i="0" u="none" strike="noStrike" cap="none" spc="0" normalizeH="0" baseline="0" noProof="0" dirty="0">
                <a:ln>
                  <a:noFill/>
                </a:ln>
                <a:solidFill>
                  <a:srgbClr val="3F3F3F"/>
                </a:solidFill>
                <a:effectLst/>
                <a:uLnTx/>
                <a:uFillTx/>
                <a:latin typeface="Work Sans"/>
                <a:cs typeface="Arial"/>
              </a:endParaRPr>
            </a:p>
          </p:txBody>
        </p:sp>
        <p:sp>
          <p:nvSpPr>
            <p:cNvPr id="52" name="Google Shape;153;p2">
              <a:extLst>
                <a:ext uri="{FF2B5EF4-FFF2-40B4-BE49-F238E27FC236}">
                  <a16:creationId xmlns:a16="http://schemas.microsoft.com/office/drawing/2014/main" id="{19F6E5AE-93A8-7103-2DC3-FF1B4E37983F}"/>
                </a:ext>
              </a:extLst>
            </p:cNvPr>
            <p:cNvSpPr txBox="1"/>
            <p:nvPr/>
          </p:nvSpPr>
          <p:spPr>
            <a:xfrm>
              <a:off x="5970437" y="2639025"/>
              <a:ext cx="863806" cy="418749"/>
            </a:xfrm>
            <a:prstGeom prst="rect">
              <a:avLst/>
            </a:prstGeom>
            <a:noFill/>
            <a:ln cap="flat">
              <a:noFill/>
            </a:ln>
          </p:spPr>
          <p:txBody>
            <a:bodyPr vert="horz" wrap="square" lIns="82936" tIns="41458" rIns="82936" bIns="41458" anchor="t" anchorCtr="1" compatLnSpc="1">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sz="2400" b="1" i="0" u="none" strike="noStrike" kern="0" cap="none" spc="0" baseline="0">
                  <a:solidFill>
                    <a:srgbClr val="FFFFFF"/>
                  </a:solidFill>
                  <a:uFillTx/>
                  <a:latin typeface="Source Sans Pro"/>
                </a:defRPr>
              </a:pPr>
              <a:r>
                <a:rPr lang="fr-FR" sz="2150" b="1" dirty="0">
                  <a:solidFill>
                    <a:srgbClr val="FFFFFF"/>
                  </a:solidFill>
                  <a:latin typeface="Work Sans"/>
                  <a:cs typeface="Arial"/>
                </a:rPr>
                <a:t>04</a:t>
              </a:r>
              <a:endParaRPr kumimoji="0" lang="fr-FR" sz="907" b="1" i="0" u="none" strike="noStrike" kern="1200" cap="none" spc="0" normalizeH="0" baseline="0" noProof="0" dirty="0">
                <a:ln>
                  <a:noFill/>
                </a:ln>
                <a:solidFill>
                  <a:srgbClr val="FFFFFF"/>
                </a:solidFill>
                <a:effectLst/>
                <a:uLnTx/>
                <a:uFillTx/>
                <a:latin typeface="Work Sans" pitchFamily="2"/>
                <a:ea typeface="Source Sans Pro" pitchFamily="34"/>
                <a:cs typeface="Arial"/>
              </a:endParaRPr>
            </a:p>
          </p:txBody>
        </p:sp>
      </p:grpSp>
      <p:sp>
        <p:nvSpPr>
          <p:cNvPr id="24" name="Google Shape;152;p2">
            <a:extLst>
              <a:ext uri="{FF2B5EF4-FFF2-40B4-BE49-F238E27FC236}">
                <a16:creationId xmlns:a16="http://schemas.microsoft.com/office/drawing/2014/main" id="{F12D52C9-0029-08EB-7AD1-D2FE719C4EC8}"/>
              </a:ext>
            </a:extLst>
          </p:cNvPr>
          <p:cNvSpPr txBox="1"/>
          <p:nvPr/>
        </p:nvSpPr>
        <p:spPr>
          <a:xfrm>
            <a:off x="1422908" y="3488050"/>
            <a:ext cx="3810652" cy="306864"/>
          </a:xfrm>
          <a:prstGeom prst="rect">
            <a:avLst/>
          </a:prstGeom>
          <a:noFill/>
          <a:ln cap="flat">
            <a:noFill/>
          </a:ln>
        </p:spPr>
        <p:txBody>
          <a:bodyPr vert="horz" wrap="square" lIns="82936" tIns="41458" rIns="82936" bIns="41458" anchor="t" anchorCtr="0" compatLnSpc="1">
            <a:spAutoFit/>
          </a:bodyPr>
          <a:lstStyle/>
          <a:p>
            <a:pPr defTabSz="914400">
              <a:defRPr sz="1800" b="0" i="0" u="none" strike="noStrike" kern="0" cap="none" spc="0" baseline="0">
                <a:solidFill>
                  <a:srgbClr val="3F3F3F"/>
                </a:solidFill>
                <a:uFillTx/>
                <a:latin typeface="Source Sans Pro"/>
              </a:defRPr>
            </a:pPr>
            <a:r>
              <a:rPr lang="fr-FR" sz="1450" kern="0" dirty="0">
                <a:solidFill>
                  <a:srgbClr val="3F3F3F"/>
                </a:solidFill>
                <a:latin typeface="Work Sans"/>
                <a:cs typeface="Arial"/>
              </a:rPr>
              <a:t>Qui sommes nous ?</a:t>
            </a:r>
            <a:endParaRPr lang="fr-FR" sz="2500" b="1" kern="0" dirty="0">
              <a:solidFill>
                <a:srgbClr val="3F3F3F"/>
              </a:solidFill>
              <a:ea typeface="+mn-lt"/>
              <a:cs typeface="+mn-lt"/>
            </a:endParaRPr>
          </a:p>
        </p:txBody>
      </p:sp>
    </p:spTree>
    <p:extLst>
      <p:ext uri="{BB962C8B-B14F-4D97-AF65-F5344CB8AC3E}">
        <p14:creationId xmlns:p14="http://schemas.microsoft.com/office/powerpoint/2010/main" val="28351272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289342-D86B-E52C-B8B0-6FE2420491AF}"/>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5F1E4111-3D03-67CF-3A1C-DE276D649FAF}"/>
              </a:ext>
            </a:extLst>
          </p:cNvPr>
          <p:cNvSpPr/>
          <p:nvPr/>
        </p:nvSpPr>
        <p:spPr>
          <a:xfrm>
            <a:off x="-53676" y="0"/>
            <a:ext cx="12245675"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Espace réservé du numéro de diapositive 2">
            <a:extLst>
              <a:ext uri="{FF2B5EF4-FFF2-40B4-BE49-F238E27FC236}">
                <a16:creationId xmlns:a16="http://schemas.microsoft.com/office/drawing/2014/main" id="{3A06238B-A13A-69C6-B264-FBA80640CA7C}"/>
              </a:ext>
            </a:extLst>
          </p:cNvPr>
          <p:cNvSpPr>
            <a:spLocks noGrp="1"/>
          </p:cNvSpPr>
          <p:nvPr>
            <p:ph type="sldNum" sz="quarter" idx="12"/>
          </p:nvPr>
        </p:nvSpPr>
        <p:spPr>
          <a:xfrm>
            <a:off x="8949648" y="6057016"/>
            <a:ext cx="27432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843DB3B-2DAE-45C8-8012-39AD7A5181D9}" type="slidenum">
              <a:rPr kumimoji="0" lang="fr-CI" sz="1100" b="0" i="0" u="none" strike="noStrike" kern="1200" cap="none" spc="0" normalizeH="0" baseline="0" noProof="0" smtClean="0">
                <a:ln>
                  <a:noFill/>
                </a:ln>
                <a:solidFill>
                  <a:prstClr val="white"/>
                </a:solidFill>
                <a:effectLst/>
                <a:uLnTx/>
                <a:uFillTx/>
                <a:latin typeface="Work Sans"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a:t>
            </a:fld>
            <a:endParaRPr kumimoji="0" lang="fr-CI" sz="1200" b="0" i="0" u="none" strike="noStrike" kern="1200" cap="none" spc="0" normalizeH="0" baseline="0" noProof="0">
              <a:ln>
                <a:noFill/>
              </a:ln>
              <a:solidFill>
                <a:prstClr val="white"/>
              </a:solidFill>
              <a:effectLst/>
              <a:uLnTx/>
              <a:uFillTx/>
              <a:latin typeface="Work Sans" pitchFamily="2" charset="0"/>
              <a:ea typeface="+mn-ea"/>
              <a:cs typeface="+mn-cs"/>
            </a:endParaRPr>
          </a:p>
        </p:txBody>
      </p:sp>
      <p:pic>
        <p:nvPicPr>
          <p:cNvPr id="8" name="Image 7" descr="Une image contenant texte, capture d’écran, tableau&#10;&#10;Le contenu généré par l’IA peut être incorrect.">
            <a:extLst>
              <a:ext uri="{FF2B5EF4-FFF2-40B4-BE49-F238E27FC236}">
                <a16:creationId xmlns:a16="http://schemas.microsoft.com/office/drawing/2014/main" id="{50BEEE9D-22B7-4936-F10F-77E09BE97867}"/>
              </a:ext>
            </a:extLst>
          </p:cNvPr>
          <p:cNvPicPr>
            <a:picLocks noChangeAspect="1"/>
          </p:cNvPicPr>
          <p:nvPr/>
        </p:nvPicPr>
        <p:blipFill>
          <a:blip r:embed="rId3">
            <a:extLst>
              <a:ext uri="{BEBA8EAE-BF5A-486C-A8C5-ECC9F3942E4B}">
                <a14:imgProps xmlns:a14="http://schemas.microsoft.com/office/drawing/2010/main">
                  <a14:imgLayer r:embed="rId4">
                    <a14:imgEffect>
                      <a14:artisticBlur radius="68"/>
                    </a14:imgEffect>
                  </a14:imgLayer>
                </a14:imgProps>
              </a:ext>
              <a:ext uri="{28A0092B-C50C-407E-A947-70E740481C1C}">
                <a14:useLocalDpi xmlns:a14="http://schemas.microsoft.com/office/drawing/2010/main" val="0"/>
              </a:ext>
            </a:extLst>
          </a:blip>
          <a:stretch>
            <a:fillRect/>
          </a:stretch>
        </p:blipFill>
        <p:spPr>
          <a:xfrm>
            <a:off x="-56433" y="0"/>
            <a:ext cx="12245674" cy="5710298"/>
          </a:xfrm>
          <a:prstGeom prst="rect">
            <a:avLst/>
          </a:prstGeom>
        </p:spPr>
      </p:pic>
      <p:sp>
        <p:nvSpPr>
          <p:cNvPr id="9" name="Rectangle 8">
            <a:extLst>
              <a:ext uri="{FF2B5EF4-FFF2-40B4-BE49-F238E27FC236}">
                <a16:creationId xmlns:a16="http://schemas.microsoft.com/office/drawing/2014/main" id="{9283B7E3-B4CC-3FD4-9393-162C6088E297}"/>
              </a:ext>
            </a:extLst>
          </p:cNvPr>
          <p:cNvSpPr/>
          <p:nvPr/>
        </p:nvSpPr>
        <p:spPr>
          <a:xfrm>
            <a:off x="-88090" y="0"/>
            <a:ext cx="12245677" cy="5710299"/>
          </a:xfrm>
          <a:prstGeom prst="rect">
            <a:avLst/>
          </a:prstGeom>
          <a:solidFill>
            <a:schemeClr val="accent1">
              <a:lumMod val="50000"/>
              <a:alpha val="8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1" name="Groupe 10">
            <a:extLst>
              <a:ext uri="{FF2B5EF4-FFF2-40B4-BE49-F238E27FC236}">
                <a16:creationId xmlns:a16="http://schemas.microsoft.com/office/drawing/2014/main" id="{39724DD9-C78A-D335-A985-EDC64EBC96A3}"/>
              </a:ext>
            </a:extLst>
          </p:cNvPr>
          <p:cNvGrpSpPr/>
          <p:nvPr/>
        </p:nvGrpSpPr>
        <p:grpSpPr>
          <a:xfrm>
            <a:off x="666639" y="2294267"/>
            <a:ext cx="6355049" cy="571933"/>
            <a:chOff x="530451" y="420669"/>
            <a:chExt cx="6355049" cy="571933"/>
          </a:xfrm>
        </p:grpSpPr>
        <p:sp>
          <p:nvSpPr>
            <p:cNvPr id="12" name="ZoneTexte 5152">
              <a:extLst>
                <a:ext uri="{FF2B5EF4-FFF2-40B4-BE49-F238E27FC236}">
                  <a16:creationId xmlns:a16="http://schemas.microsoft.com/office/drawing/2014/main" id="{A515A9C1-1B1F-ACBB-0179-277630B2EA87}"/>
                </a:ext>
              </a:extLst>
            </p:cNvPr>
            <p:cNvSpPr txBox="1"/>
            <p:nvPr/>
          </p:nvSpPr>
          <p:spPr>
            <a:xfrm>
              <a:off x="530451" y="420669"/>
              <a:ext cx="6355049" cy="483209"/>
            </a:xfrm>
            <a:prstGeom prst="rect">
              <a:avLst/>
            </a:prstGeom>
            <a:noFill/>
            <a:ln cap="flat">
              <a:noFill/>
            </a:ln>
          </p:spPr>
          <p:txBody>
            <a:bodyPr vert="horz" wrap="square" lIns="91440" tIns="45720" rIns="91440" bIns="45720" anchor="t" anchorCtr="0" compatLnSpc="1">
              <a:spAutoFit/>
            </a:bodyPr>
            <a:lstStyle/>
            <a:p>
              <a:pPr marL="0" marR="0" lvl="0" indent="0" algn="l" defTabSz="414771" rtl="0" eaLnBrk="1" fontAlgn="auto" latinLnBrk="0" hangingPunct="0">
                <a:lnSpc>
                  <a:spcPct val="100000"/>
                </a:lnSpc>
                <a:spcBef>
                  <a:spcPts val="0"/>
                </a:spcBef>
                <a:spcAft>
                  <a:spcPts val="0"/>
                </a:spcAft>
                <a:buClrTx/>
                <a:buSzTx/>
                <a:buFontTx/>
                <a:buNone/>
                <a:tabLst/>
                <a:defRPr sz="1800" b="0" i="0" u="none" strike="noStrike" kern="0" cap="none" spc="0" baseline="0">
                  <a:solidFill>
                    <a:srgbClr val="000000"/>
                  </a:solidFill>
                  <a:uFillTx/>
                </a:defRPr>
              </a:pPr>
              <a:r>
                <a:rPr lang="fr-FR" sz="2540" b="1" dirty="0">
                  <a:solidFill>
                    <a:srgbClr val="FFFFFF"/>
                  </a:solidFill>
                  <a:latin typeface="Work Sans" pitchFamily="2"/>
                </a:rPr>
                <a:t>PARTIE I : CONTEXTE DE LA MISSION</a:t>
              </a:r>
              <a:endParaRPr kumimoji="0" lang="fr-FR" sz="2540" b="1" i="0" u="none" strike="noStrike" kern="1200" cap="none" spc="0" normalizeH="0" baseline="0" noProof="0" dirty="0">
                <a:ln>
                  <a:noFill/>
                </a:ln>
                <a:solidFill>
                  <a:srgbClr val="FFFFFF"/>
                </a:solidFill>
                <a:effectLst/>
                <a:uLnTx/>
                <a:uFillTx/>
                <a:latin typeface="Work Sans" pitchFamily="2"/>
                <a:ea typeface="+mn-ea"/>
                <a:cs typeface="+mn-cs"/>
              </a:endParaRPr>
            </a:p>
          </p:txBody>
        </p:sp>
        <p:cxnSp>
          <p:nvCxnSpPr>
            <p:cNvPr id="13" name="Connecteur droit 5153">
              <a:extLst>
                <a:ext uri="{FF2B5EF4-FFF2-40B4-BE49-F238E27FC236}">
                  <a16:creationId xmlns:a16="http://schemas.microsoft.com/office/drawing/2014/main" id="{1F4D7A08-5230-DA0C-4109-8F221EFBD30F}"/>
                </a:ext>
              </a:extLst>
            </p:cNvPr>
            <p:cNvCxnSpPr/>
            <p:nvPr/>
          </p:nvCxnSpPr>
          <p:spPr>
            <a:xfrm>
              <a:off x="1425320" y="992602"/>
              <a:ext cx="2004822" cy="0"/>
            </a:xfrm>
            <a:prstGeom prst="straightConnector1">
              <a:avLst/>
            </a:prstGeom>
            <a:noFill/>
            <a:ln w="28575" cap="flat">
              <a:solidFill>
                <a:srgbClr val="B8D4F0"/>
              </a:solidFill>
              <a:prstDash val="solid"/>
              <a:miter/>
            </a:ln>
          </p:spPr>
        </p:cxnSp>
      </p:grpSp>
      <p:sp>
        <p:nvSpPr>
          <p:cNvPr id="42" name="Rectangle 41">
            <a:extLst>
              <a:ext uri="{FF2B5EF4-FFF2-40B4-BE49-F238E27FC236}">
                <a16:creationId xmlns:a16="http://schemas.microsoft.com/office/drawing/2014/main" id="{1D1EBE88-E855-2850-E6D0-65BCCC7EFF67}"/>
              </a:ext>
            </a:extLst>
          </p:cNvPr>
          <p:cNvSpPr/>
          <p:nvPr/>
        </p:nvSpPr>
        <p:spPr>
          <a:xfrm>
            <a:off x="-57016" y="5554944"/>
            <a:ext cx="12251191" cy="155355"/>
          </a:xfrm>
          <a:prstGeom prst="rect">
            <a:avLst/>
          </a:prstGeom>
          <a:solidFill>
            <a:srgbClr val="86BC2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44" name="Image 5172" descr="Une image contenant Graphique, Police, logo, texte&#10;&#10;Description générée automatiquement">
            <a:extLst>
              <a:ext uri="{FF2B5EF4-FFF2-40B4-BE49-F238E27FC236}">
                <a16:creationId xmlns:a16="http://schemas.microsoft.com/office/drawing/2014/main" id="{8E563D1B-15B2-7077-CB24-37847526D0FF}"/>
              </a:ext>
            </a:extLst>
          </p:cNvPr>
          <p:cNvPicPr>
            <a:picLocks noChangeAspect="1"/>
          </p:cNvPicPr>
          <p:nvPr/>
        </p:nvPicPr>
        <p:blipFill>
          <a:blip r:embed="rId5"/>
          <a:stretch>
            <a:fillRect/>
          </a:stretch>
        </p:blipFill>
        <p:spPr>
          <a:xfrm>
            <a:off x="11467508" y="4902201"/>
            <a:ext cx="690079" cy="656740"/>
          </a:xfrm>
          <a:prstGeom prst="rect">
            <a:avLst/>
          </a:prstGeom>
          <a:noFill/>
          <a:ln cap="flat">
            <a:noFill/>
          </a:ln>
        </p:spPr>
      </p:pic>
    </p:spTree>
    <p:extLst>
      <p:ext uri="{BB962C8B-B14F-4D97-AF65-F5344CB8AC3E}">
        <p14:creationId xmlns:p14="http://schemas.microsoft.com/office/powerpoint/2010/main" val="10127789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3">
          <a:extLst>
            <a:ext uri="{FF2B5EF4-FFF2-40B4-BE49-F238E27FC236}">
              <a16:creationId xmlns:a16="http://schemas.microsoft.com/office/drawing/2014/main" id="{ADCFFCC1-7A30-6ECF-AB43-3C332E4B66F8}"/>
            </a:ext>
          </a:extLst>
        </p:cNvPr>
        <p:cNvGrpSpPr/>
        <p:nvPr/>
      </p:nvGrpSpPr>
      <p:grpSpPr>
        <a:xfrm>
          <a:off x="0" y="0"/>
          <a:ext cx="0" cy="0"/>
          <a:chOff x="0" y="0"/>
          <a:chExt cx="0" cy="0"/>
        </a:xfrm>
      </p:grpSpPr>
      <p:sp>
        <p:nvSpPr>
          <p:cNvPr id="14" name="Rectangle 13">
            <a:extLst>
              <a:ext uri="{FF2B5EF4-FFF2-40B4-BE49-F238E27FC236}">
                <a16:creationId xmlns:a16="http://schemas.microsoft.com/office/drawing/2014/main" id="{17806E32-BB94-971A-B39D-1A63EDC8FF7C}"/>
              </a:ext>
            </a:extLst>
          </p:cNvPr>
          <p:cNvSpPr/>
          <p:nvPr/>
        </p:nvSpPr>
        <p:spPr>
          <a:xfrm>
            <a:off x="3820098" y="798759"/>
            <a:ext cx="3969754" cy="5966113"/>
          </a:xfrm>
          <a:prstGeom prst="rect">
            <a:avLst/>
          </a:prstGeom>
          <a:solidFill>
            <a:schemeClr val="tx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200" noProof="0">
              <a:latin typeface="Work Sans"/>
            </a:endParaRPr>
          </a:p>
        </p:txBody>
      </p:sp>
      <p:sp>
        <p:nvSpPr>
          <p:cNvPr id="13" name="ZoneTexte 12">
            <a:extLst>
              <a:ext uri="{FF2B5EF4-FFF2-40B4-BE49-F238E27FC236}">
                <a16:creationId xmlns:a16="http://schemas.microsoft.com/office/drawing/2014/main" id="{58D0DBA1-D357-0FA2-181E-8CE61CC2676E}"/>
              </a:ext>
            </a:extLst>
          </p:cNvPr>
          <p:cNvSpPr txBox="1"/>
          <p:nvPr/>
        </p:nvSpPr>
        <p:spPr>
          <a:xfrm>
            <a:off x="3990150" y="1565703"/>
            <a:ext cx="3543567" cy="4832092"/>
          </a:xfrm>
          <a:prstGeom prst="rect">
            <a:avLst/>
          </a:prstGeom>
          <a:noFill/>
        </p:spPr>
        <p:txBody>
          <a:bodyPr wrap="square">
            <a:spAutoFit/>
          </a:bodyPr>
          <a:lstStyle/>
          <a:p>
            <a:pPr marL="171450" indent="-171450" algn="just">
              <a:buFont typeface="Wingdings" panose="05000000000000000000" pitchFamily="2" charset="2"/>
              <a:buChar char="§"/>
            </a:pPr>
            <a:r>
              <a:rPr lang="fr-FR" sz="1100" dirty="0">
                <a:solidFill>
                  <a:schemeClr val="bg1"/>
                </a:solidFill>
                <a:latin typeface="Work Sans" pitchFamily="2" charset="0"/>
              </a:rPr>
              <a:t>Après plus de 40 ans d'existence, le FPM s'inscrit désormais dans une dynamique de modernisation profonde portée par son Plan Stratégique de Gouvernance (PSG 2024-2030). Ce plan ambitionne de faire du FPM la mutuelle sociale de référence dans l'espace UEMOA, reposant sur une gestion transparente, digitalisée et résiliente.	</a:t>
            </a:r>
          </a:p>
          <a:p>
            <a:pPr marL="171450" indent="-171450" algn="just">
              <a:buFont typeface="Wingdings" panose="05000000000000000000" pitchFamily="2" charset="2"/>
              <a:buChar char="§"/>
            </a:pPr>
            <a:endParaRPr lang="fr-FR" sz="1100" dirty="0">
              <a:solidFill>
                <a:schemeClr val="bg1"/>
              </a:solidFill>
              <a:latin typeface="Work Sans" pitchFamily="2" charset="0"/>
            </a:endParaRPr>
          </a:p>
          <a:p>
            <a:pPr marL="171450" indent="-171450" algn="just">
              <a:buFont typeface="Wingdings" panose="05000000000000000000" pitchFamily="2" charset="2"/>
              <a:buChar char="§"/>
            </a:pPr>
            <a:r>
              <a:rPr lang="fr-FR" sz="1100" dirty="0">
                <a:solidFill>
                  <a:schemeClr val="bg1"/>
                </a:solidFill>
                <a:latin typeface="Work Sans" pitchFamily="2" charset="0"/>
              </a:rPr>
              <a:t>Dans un environnement de gestion des risques de plus en plus complexe, le FPM est exposé à des enjeux multiformes : volatilité financière, conformité réglementaire stricte et impératifs de transparence. La </a:t>
            </a:r>
            <a:r>
              <a:rPr lang="fr-FR" sz="1100" b="1" dirty="0">
                <a:solidFill>
                  <a:schemeClr val="bg1"/>
                </a:solidFill>
                <a:latin typeface="Work Sans" pitchFamily="2" charset="0"/>
              </a:rPr>
              <a:t>Commission Permanente d’Audit et du Contentieux (CPAC)</a:t>
            </a:r>
            <a:r>
              <a:rPr lang="fr-FR" sz="1100" dirty="0">
                <a:solidFill>
                  <a:schemeClr val="bg1"/>
                </a:solidFill>
                <a:latin typeface="Work Sans" pitchFamily="2" charset="0"/>
              </a:rPr>
              <a:t>, en tant qu'organe de surveillance et de contrôle, joue un rôle déterminant dans la sécurisation de ces processus.</a:t>
            </a:r>
          </a:p>
          <a:p>
            <a:pPr marL="171450" indent="-171450" algn="just">
              <a:buFont typeface="Wingdings" panose="05000000000000000000" pitchFamily="2" charset="2"/>
              <a:buChar char="§"/>
            </a:pPr>
            <a:endParaRPr lang="fr-FR" sz="1100" dirty="0">
              <a:solidFill>
                <a:schemeClr val="bg1"/>
              </a:solidFill>
              <a:latin typeface="Work Sans" pitchFamily="2" charset="0"/>
            </a:endParaRPr>
          </a:p>
          <a:p>
            <a:pPr marL="171450" indent="-171450" algn="just">
              <a:buFont typeface="Wingdings" panose="05000000000000000000" pitchFamily="2" charset="2"/>
              <a:buChar char="§"/>
            </a:pPr>
            <a:r>
              <a:rPr lang="fr-FR" sz="1100" dirty="0">
                <a:solidFill>
                  <a:schemeClr val="bg1"/>
                </a:solidFill>
                <a:latin typeface="Work Sans" pitchFamily="2" charset="0"/>
              </a:rPr>
              <a:t>L'introduction de l'approche </a:t>
            </a:r>
            <a:r>
              <a:rPr lang="fr-FR" sz="1100" b="1" dirty="0">
                <a:solidFill>
                  <a:schemeClr val="bg1"/>
                </a:solidFill>
                <a:latin typeface="Work Sans" pitchFamily="2" charset="0"/>
              </a:rPr>
              <a:t>GRC (Gouvernance, Risque et Conformité)</a:t>
            </a:r>
            <a:r>
              <a:rPr lang="fr-FR" sz="1100" dirty="0">
                <a:solidFill>
                  <a:schemeClr val="bg1"/>
                </a:solidFill>
                <a:latin typeface="Work Sans" pitchFamily="2" charset="0"/>
              </a:rPr>
              <a:t> est ici justifiée par la nécessité de passer d'un contrôle de constatation à un pilotage proactif des risques. Ce séminaire vise donc à doter la Commission d'outils pour anticiper les dysfonctionnements et optimiser la prise de décision stratégique.</a:t>
            </a:r>
          </a:p>
        </p:txBody>
      </p:sp>
      <p:grpSp>
        <p:nvGrpSpPr>
          <p:cNvPr id="2" name="Groupe 1">
            <a:extLst>
              <a:ext uri="{FF2B5EF4-FFF2-40B4-BE49-F238E27FC236}">
                <a16:creationId xmlns:a16="http://schemas.microsoft.com/office/drawing/2014/main" id="{E763C54B-ECDE-FDCC-F288-9564DEF04956}"/>
              </a:ext>
            </a:extLst>
          </p:cNvPr>
          <p:cNvGrpSpPr/>
          <p:nvPr/>
        </p:nvGrpSpPr>
        <p:grpSpPr>
          <a:xfrm>
            <a:off x="0" y="804090"/>
            <a:ext cx="3820098" cy="5917177"/>
            <a:chOff x="-379802" y="1084090"/>
            <a:chExt cx="4102498" cy="6302314"/>
          </a:xfrm>
        </p:grpSpPr>
        <p:sp>
          <p:nvSpPr>
            <p:cNvPr id="7" name="Rectangle 6">
              <a:extLst>
                <a:ext uri="{FF2B5EF4-FFF2-40B4-BE49-F238E27FC236}">
                  <a16:creationId xmlns:a16="http://schemas.microsoft.com/office/drawing/2014/main" id="{E8C11B8A-636B-FABE-5DC0-36DA706ECD95}"/>
                </a:ext>
              </a:extLst>
            </p:cNvPr>
            <p:cNvSpPr/>
            <p:nvPr/>
          </p:nvSpPr>
          <p:spPr>
            <a:xfrm>
              <a:off x="-379802" y="1084090"/>
              <a:ext cx="4102498" cy="6302314"/>
            </a:xfrm>
            <a:prstGeom prst="rect">
              <a:avLst/>
            </a:prstGeom>
            <a:solidFill>
              <a:srgbClr val="EAF2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200" noProof="0">
                <a:latin typeface="Work Sans"/>
              </a:endParaRPr>
            </a:p>
          </p:txBody>
        </p:sp>
        <p:sp>
          <p:nvSpPr>
            <p:cNvPr id="12" name="ZoneTexte 11">
              <a:extLst>
                <a:ext uri="{FF2B5EF4-FFF2-40B4-BE49-F238E27FC236}">
                  <a16:creationId xmlns:a16="http://schemas.microsoft.com/office/drawing/2014/main" id="{0DE08246-CE6E-E267-6B7C-81843BB68707}"/>
                </a:ext>
              </a:extLst>
            </p:cNvPr>
            <p:cNvSpPr txBox="1"/>
            <p:nvPr/>
          </p:nvSpPr>
          <p:spPr>
            <a:xfrm>
              <a:off x="-316666" y="2090204"/>
              <a:ext cx="3805524" cy="4605718"/>
            </a:xfrm>
            <a:prstGeom prst="rect">
              <a:avLst/>
            </a:prstGeom>
            <a:noFill/>
          </p:spPr>
          <p:txBody>
            <a:bodyPr wrap="square">
              <a:spAutoFit/>
            </a:bodyPr>
            <a:lstStyle/>
            <a:p>
              <a:pPr marL="171450" indent="-171450" algn="just">
                <a:buFont typeface="Wingdings" panose="05000000000000000000" pitchFamily="2" charset="2"/>
                <a:buChar char="§"/>
              </a:pPr>
              <a:r>
                <a:rPr lang="fr-FR" sz="1100" dirty="0">
                  <a:latin typeface="Work Sans" pitchFamily="2" charset="0"/>
                </a:rPr>
                <a:t>Créé par le décret n° 85-950 du 12 septembre 1985, le Fonds de Prévoyance Militaire (FPM) est une institution de secours mutuels et de protection sociale dédiée aux personnels des Forces Armées et de la Gendarmerie Nationale de Côte d'Ivoire.</a:t>
              </a:r>
            </a:p>
            <a:p>
              <a:pPr marL="171450" indent="-171450" algn="just">
                <a:buFont typeface="Wingdings" panose="05000000000000000000" pitchFamily="2" charset="2"/>
                <a:buChar char="§"/>
              </a:pPr>
              <a:endParaRPr lang="fr-FR" sz="1100" dirty="0">
                <a:latin typeface="Work Sans" pitchFamily="2" charset="0"/>
              </a:endParaRPr>
            </a:p>
            <a:p>
              <a:pPr marL="171450" indent="-171450" algn="just">
                <a:buFont typeface="Wingdings" panose="05000000000000000000" pitchFamily="2" charset="2"/>
                <a:buChar char="§"/>
              </a:pPr>
              <a:r>
                <a:rPr lang="fr-FR" sz="1100" dirty="0">
                  <a:latin typeface="Work Sans" pitchFamily="2" charset="0"/>
                </a:rPr>
                <a:t>Sa mission fondamentale repose sur la solidarité et l'entraide, visant à garantir aux militaires et à leurs familles une couverture sociale performante, notamment à travers :</a:t>
              </a:r>
            </a:p>
            <a:p>
              <a:pPr marL="628650" lvl="1" indent="-171450" algn="just">
                <a:buFont typeface="Arial" panose="020B0604020202020204" pitchFamily="34" charset="0"/>
                <a:buChar char="•"/>
              </a:pPr>
              <a:r>
                <a:rPr lang="fr-FR" sz="1100" b="1" dirty="0">
                  <a:latin typeface="Work Sans" pitchFamily="2" charset="0"/>
                </a:rPr>
                <a:t>La couverture santé :</a:t>
              </a:r>
              <a:r>
                <a:rPr lang="fr-FR" sz="1100" dirty="0">
                  <a:latin typeface="Work Sans" pitchFamily="2" charset="0"/>
                </a:rPr>
                <a:t> Prise en charge des soins médicaux et hospitaliers.</a:t>
              </a:r>
            </a:p>
            <a:p>
              <a:pPr marL="628650" lvl="1" indent="-171450" algn="just">
                <a:buFont typeface="Arial" panose="020B0604020202020204" pitchFamily="34" charset="0"/>
                <a:buChar char="•"/>
              </a:pPr>
              <a:r>
                <a:rPr lang="fr-FR" sz="1100" b="1" dirty="0">
                  <a:latin typeface="Work Sans" pitchFamily="2" charset="0"/>
                </a:rPr>
                <a:t>La prévoyance sociale :</a:t>
              </a:r>
              <a:r>
                <a:rPr lang="fr-FR" sz="1100" dirty="0">
                  <a:latin typeface="Work Sans" pitchFamily="2" charset="0"/>
                </a:rPr>
                <a:t> Octroi de prestations en cas d'invalidité, de décès ou de fin de carrière (retraite).</a:t>
              </a:r>
            </a:p>
            <a:p>
              <a:pPr marL="628650" lvl="1" indent="-171450" algn="just">
                <a:buFont typeface="Arial" panose="020B0604020202020204" pitchFamily="34" charset="0"/>
                <a:buChar char="•"/>
              </a:pPr>
              <a:r>
                <a:rPr lang="fr-FR" sz="1100" b="1" dirty="0">
                  <a:latin typeface="Work Sans" pitchFamily="2" charset="0"/>
                </a:rPr>
                <a:t>L'assistance mutuelle :</a:t>
              </a:r>
              <a:r>
                <a:rPr lang="fr-FR" sz="1100" dirty="0">
                  <a:latin typeface="Work Sans" pitchFamily="2" charset="0"/>
                </a:rPr>
                <a:t> Soutien aux ayants cause et gestion des secours.</a:t>
              </a:r>
            </a:p>
            <a:p>
              <a:pPr marL="171450" lvl="0" indent="-171450" algn="just">
                <a:buFont typeface="Wingdings" panose="05000000000000000000" pitchFamily="2" charset="2"/>
                <a:buChar char="§"/>
              </a:pPr>
              <a:endParaRPr lang="fr-FR" sz="1100" dirty="0">
                <a:latin typeface="Work Sans" pitchFamily="2" charset="0"/>
              </a:endParaRPr>
            </a:p>
            <a:p>
              <a:pPr marL="171450" indent="-171450" algn="just">
                <a:buFont typeface="Wingdings" panose="05000000000000000000" pitchFamily="2" charset="2"/>
                <a:buChar char="§"/>
              </a:pPr>
              <a:r>
                <a:rPr lang="fr-FR" sz="1100" dirty="0">
                  <a:latin typeface="Work Sans" pitchFamily="2" charset="0"/>
                </a:rPr>
                <a:t>Du fait de la nature stratégique de ses missions et l'importance des flux financiers qu'il gère, le FPM se doit d'arborer une gouvernance irréprochable, gage de la confiance des cotisants et de la pérennité de l'institution.</a:t>
              </a:r>
            </a:p>
          </p:txBody>
        </p:sp>
      </p:grpSp>
      <p:grpSp>
        <p:nvGrpSpPr>
          <p:cNvPr id="4" name="Groupe 3">
            <a:extLst>
              <a:ext uri="{FF2B5EF4-FFF2-40B4-BE49-F238E27FC236}">
                <a16:creationId xmlns:a16="http://schemas.microsoft.com/office/drawing/2014/main" id="{3019FC23-C12E-F8B0-3C82-169506C3338E}"/>
              </a:ext>
            </a:extLst>
          </p:cNvPr>
          <p:cNvGrpSpPr/>
          <p:nvPr/>
        </p:nvGrpSpPr>
        <p:grpSpPr>
          <a:xfrm>
            <a:off x="7671982" y="798760"/>
            <a:ext cx="4520017" cy="6059240"/>
            <a:chOff x="7671982" y="0"/>
            <a:chExt cx="4520017" cy="6858000"/>
          </a:xfrm>
        </p:grpSpPr>
        <p:sp>
          <p:nvSpPr>
            <p:cNvPr id="168" name="Rectangle 167">
              <a:extLst>
                <a:ext uri="{FF2B5EF4-FFF2-40B4-BE49-F238E27FC236}">
                  <a16:creationId xmlns:a16="http://schemas.microsoft.com/office/drawing/2014/main" id="{F05ABC8A-70EC-84CB-9999-8F9FFEBCDDA8}"/>
                </a:ext>
              </a:extLst>
            </p:cNvPr>
            <p:cNvSpPr/>
            <p:nvPr/>
          </p:nvSpPr>
          <p:spPr>
            <a:xfrm>
              <a:off x="7671982" y="0"/>
              <a:ext cx="4520017" cy="6858000"/>
            </a:xfrm>
            <a:prstGeom prst="rect">
              <a:avLst/>
            </a:prstGeom>
            <a:solidFill>
              <a:srgbClr val="EAF2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200" noProof="0">
                <a:latin typeface="Work Sans"/>
              </a:endParaRPr>
            </a:p>
          </p:txBody>
        </p:sp>
        <p:sp>
          <p:nvSpPr>
            <p:cNvPr id="15" name="ZoneTexte 14">
              <a:extLst>
                <a:ext uri="{FF2B5EF4-FFF2-40B4-BE49-F238E27FC236}">
                  <a16:creationId xmlns:a16="http://schemas.microsoft.com/office/drawing/2014/main" id="{2C3430A6-711B-45D9-7237-997867E8E0AA}"/>
                </a:ext>
              </a:extLst>
            </p:cNvPr>
            <p:cNvSpPr txBox="1"/>
            <p:nvPr/>
          </p:nvSpPr>
          <p:spPr>
            <a:xfrm>
              <a:off x="8160207" y="870584"/>
              <a:ext cx="3543567" cy="4511122"/>
            </a:xfrm>
            <a:prstGeom prst="rect">
              <a:avLst/>
            </a:prstGeom>
            <a:noFill/>
          </p:spPr>
          <p:txBody>
            <a:bodyPr wrap="square">
              <a:spAutoFit/>
            </a:bodyPr>
            <a:lstStyle/>
            <a:p>
              <a:pPr marL="171450" indent="-171450" algn="just">
                <a:buFont typeface="Wingdings" panose="05000000000000000000" pitchFamily="2" charset="2"/>
                <a:buChar char="§"/>
              </a:pPr>
              <a:r>
                <a:rPr lang="fr-FR" sz="1100" b="1" dirty="0">
                  <a:latin typeface="Work Sans" pitchFamily="2" charset="0"/>
                </a:rPr>
                <a:t>Objectif Général</a:t>
              </a:r>
            </a:p>
            <a:p>
              <a:pPr algn="just"/>
              <a:endParaRPr lang="fr-FR" sz="1100" dirty="0">
                <a:latin typeface="Work Sans" pitchFamily="2" charset="0"/>
              </a:endParaRPr>
            </a:p>
            <a:p>
              <a:pPr algn="just"/>
              <a:r>
                <a:rPr lang="fr-FR" sz="1100" dirty="0">
                  <a:latin typeface="Work Sans" pitchFamily="2" charset="0"/>
                </a:rPr>
                <a:t>Fournir aux membres de la Commission Permanente d’Audit et du Contentieux les leviers méthodologiques pour piloter un dispositif de management des risques aligné sur les standards internationaux et les spécificités opérationnelles du Fonds.</a:t>
              </a:r>
            </a:p>
            <a:p>
              <a:pPr algn="just"/>
              <a:endParaRPr lang="fr-FR" sz="1100" dirty="0">
                <a:latin typeface="Work Sans" pitchFamily="2" charset="0"/>
              </a:endParaRPr>
            </a:p>
            <a:p>
              <a:pPr marL="171450" indent="-171450" algn="just">
                <a:buFont typeface="Wingdings" panose="05000000000000000000" pitchFamily="2" charset="2"/>
                <a:buChar char="§"/>
              </a:pPr>
              <a:r>
                <a:rPr lang="fr-FR" sz="1100" b="1" dirty="0">
                  <a:latin typeface="Work Sans" pitchFamily="2" charset="0"/>
                </a:rPr>
                <a:t>Objectifs Spécifiques</a:t>
              </a:r>
            </a:p>
            <a:p>
              <a:pPr algn="just"/>
              <a:endParaRPr lang="fr-FR" sz="1100" dirty="0">
                <a:latin typeface="Work Sans" pitchFamily="2" charset="0"/>
              </a:endParaRPr>
            </a:p>
            <a:p>
              <a:pPr marL="628650" lvl="1" indent="-171450" algn="just">
                <a:buFont typeface="Arial" panose="020B0604020202020204" pitchFamily="34" charset="0"/>
                <a:buChar char="•"/>
              </a:pPr>
              <a:r>
                <a:rPr lang="fr-FR" sz="1100" b="1" dirty="0">
                  <a:latin typeface="Work Sans" pitchFamily="2" charset="0"/>
                </a:rPr>
                <a:t>Clarifier le cadre GRC :</a:t>
              </a:r>
              <a:r>
                <a:rPr lang="fr-FR" sz="1100" dirty="0">
                  <a:latin typeface="Work Sans" pitchFamily="2" charset="0"/>
                </a:rPr>
                <a:t> Aligner la gouvernance, l'appétit pour le risque et les obligations de conformité.</a:t>
              </a:r>
            </a:p>
            <a:p>
              <a:pPr marL="628650" lvl="1" indent="-171450" algn="just">
                <a:buFont typeface="Arial" panose="020B0604020202020204" pitchFamily="34" charset="0"/>
                <a:buChar char="•"/>
              </a:pPr>
              <a:r>
                <a:rPr lang="fr-FR" sz="1100" b="1" dirty="0">
                  <a:latin typeface="Work Sans" pitchFamily="2" charset="0"/>
                </a:rPr>
                <a:t>Maîtriser l’Ingénierie du Risque :</a:t>
              </a:r>
              <a:r>
                <a:rPr lang="fr-FR" sz="1100" dirty="0">
                  <a:latin typeface="Work Sans" pitchFamily="2" charset="0"/>
                </a:rPr>
                <a:t> Savoir identifier, analyser et hiérarchiser les risques critiques (opérationnels, financiers, juridiques).</a:t>
              </a:r>
            </a:p>
            <a:p>
              <a:pPr marL="628650" lvl="1" indent="-171450" algn="just">
                <a:buFont typeface="Arial" panose="020B0604020202020204" pitchFamily="34" charset="0"/>
                <a:buChar char="•"/>
              </a:pPr>
              <a:r>
                <a:rPr lang="fr-FR" sz="1100" b="1" dirty="0">
                  <a:latin typeface="Work Sans" pitchFamily="2" charset="0"/>
                </a:rPr>
                <a:t>Optimiser la Surveillance :</a:t>
              </a:r>
              <a:r>
                <a:rPr lang="fr-FR" sz="1100" dirty="0">
                  <a:latin typeface="Work Sans" pitchFamily="2" charset="0"/>
                </a:rPr>
                <a:t> Définir des indicateurs de risques (KRI) adaptés.</a:t>
              </a:r>
            </a:p>
            <a:p>
              <a:pPr marL="628650" lvl="1" indent="-171450" algn="just">
                <a:buFont typeface="Arial" panose="020B0604020202020204" pitchFamily="34" charset="0"/>
                <a:buChar char="•"/>
              </a:pPr>
              <a:r>
                <a:rPr lang="fr-FR" sz="1100" b="1" dirty="0">
                  <a:latin typeface="Work Sans" pitchFamily="2" charset="0"/>
                </a:rPr>
                <a:t>Renforcer le Contentieux :</a:t>
              </a:r>
              <a:r>
                <a:rPr lang="fr-FR" sz="1100" dirty="0">
                  <a:latin typeface="Work Sans" pitchFamily="2" charset="0"/>
                </a:rPr>
                <a:t> Transformer les litiges en opportunités d'amélioration du contrôle interne.</a:t>
              </a:r>
            </a:p>
          </p:txBody>
        </p:sp>
      </p:grpSp>
      <p:sp>
        <p:nvSpPr>
          <p:cNvPr id="6" name="ZoneTexte 5">
            <a:extLst>
              <a:ext uri="{FF2B5EF4-FFF2-40B4-BE49-F238E27FC236}">
                <a16:creationId xmlns:a16="http://schemas.microsoft.com/office/drawing/2014/main" id="{03B167D4-515C-92D0-F611-638B70587F30}"/>
              </a:ext>
            </a:extLst>
          </p:cNvPr>
          <p:cNvSpPr txBox="1"/>
          <p:nvPr/>
        </p:nvSpPr>
        <p:spPr>
          <a:xfrm>
            <a:off x="85882" y="1396465"/>
            <a:ext cx="2606672" cy="276999"/>
          </a:xfrm>
          <a:prstGeom prst="rect">
            <a:avLst/>
          </a:prstGeom>
          <a:noFill/>
        </p:spPr>
        <p:txBody>
          <a:bodyPr wrap="square" rtlCol="0">
            <a:spAutoFit/>
          </a:bodyPr>
          <a:lstStyle/>
          <a:p>
            <a:r>
              <a:rPr lang="fr-FR" sz="1200" b="1" u="sng">
                <a:latin typeface="Work Sans" pitchFamily="2" charset="0"/>
              </a:rPr>
              <a:t>Présentation du FPM</a:t>
            </a:r>
          </a:p>
        </p:txBody>
      </p:sp>
      <p:sp>
        <p:nvSpPr>
          <p:cNvPr id="8" name="ZoneTexte 7">
            <a:extLst>
              <a:ext uri="{FF2B5EF4-FFF2-40B4-BE49-F238E27FC236}">
                <a16:creationId xmlns:a16="http://schemas.microsoft.com/office/drawing/2014/main" id="{7E8DB6F1-FE8C-F7C2-7F9A-C8876C883BDF}"/>
              </a:ext>
            </a:extLst>
          </p:cNvPr>
          <p:cNvSpPr txBox="1"/>
          <p:nvPr/>
        </p:nvSpPr>
        <p:spPr>
          <a:xfrm>
            <a:off x="4065022" y="1149782"/>
            <a:ext cx="2606672" cy="276999"/>
          </a:xfrm>
          <a:prstGeom prst="rect">
            <a:avLst/>
          </a:prstGeom>
          <a:noFill/>
        </p:spPr>
        <p:txBody>
          <a:bodyPr wrap="square" rtlCol="0">
            <a:spAutoFit/>
          </a:bodyPr>
          <a:lstStyle/>
          <a:p>
            <a:r>
              <a:rPr lang="fr-FR" sz="1200" b="1" u="sng" dirty="0">
                <a:solidFill>
                  <a:schemeClr val="bg1"/>
                </a:solidFill>
                <a:latin typeface="Work Sans" pitchFamily="2" charset="0"/>
              </a:rPr>
              <a:t>Contexte et Justification</a:t>
            </a:r>
          </a:p>
        </p:txBody>
      </p:sp>
      <p:sp>
        <p:nvSpPr>
          <p:cNvPr id="9" name="ZoneTexte 8">
            <a:extLst>
              <a:ext uri="{FF2B5EF4-FFF2-40B4-BE49-F238E27FC236}">
                <a16:creationId xmlns:a16="http://schemas.microsoft.com/office/drawing/2014/main" id="{B70A8AB8-3FEB-BBA7-D0AC-8111771C6B4B}"/>
              </a:ext>
            </a:extLst>
          </p:cNvPr>
          <p:cNvSpPr txBox="1"/>
          <p:nvPr/>
        </p:nvSpPr>
        <p:spPr>
          <a:xfrm>
            <a:off x="8051985" y="1149782"/>
            <a:ext cx="2606672" cy="276999"/>
          </a:xfrm>
          <a:prstGeom prst="rect">
            <a:avLst/>
          </a:prstGeom>
          <a:noFill/>
        </p:spPr>
        <p:txBody>
          <a:bodyPr wrap="square" rtlCol="0">
            <a:spAutoFit/>
          </a:bodyPr>
          <a:lstStyle/>
          <a:p>
            <a:r>
              <a:rPr lang="fr-FR" sz="1200" b="1" u="sng" dirty="0">
                <a:latin typeface="Work Sans" pitchFamily="2" charset="0"/>
              </a:rPr>
              <a:t>Objectifs du séminaire</a:t>
            </a:r>
          </a:p>
        </p:txBody>
      </p:sp>
      <p:sp>
        <p:nvSpPr>
          <p:cNvPr id="5" name="Google Shape;117;p13">
            <a:extLst>
              <a:ext uri="{FF2B5EF4-FFF2-40B4-BE49-F238E27FC236}">
                <a16:creationId xmlns:a16="http://schemas.microsoft.com/office/drawing/2014/main" id="{00DEBB2E-6136-8DAC-13FB-D84E20B08B6C}"/>
              </a:ext>
            </a:extLst>
          </p:cNvPr>
          <p:cNvSpPr txBox="1"/>
          <p:nvPr/>
        </p:nvSpPr>
        <p:spPr>
          <a:xfrm>
            <a:off x="170670" y="117589"/>
            <a:ext cx="8546417" cy="406265"/>
          </a:xfrm>
          <a:prstGeom prst="rect">
            <a:avLst/>
          </a:prstGeom>
          <a:noFill/>
          <a:ln>
            <a:noFill/>
          </a:ln>
        </p:spPr>
        <p:txBody>
          <a:bodyPr spcFirstLastPara="1" wrap="square" lIns="0" tIns="0" rIns="0" bIns="0" anchor="t" anchorCtr="0">
            <a:spAutoFit/>
          </a:bodyPr>
          <a:lstStyle/>
          <a:p>
            <a:pPr marL="0" marR="0" lvl="0" indent="0" algn="l" defTabSz="457200" rtl="0" eaLnBrk="1" fontAlgn="auto" latinLnBrk="0" hangingPunct="1">
              <a:lnSpc>
                <a:spcPct val="109972"/>
              </a:lnSpc>
              <a:spcBef>
                <a:spcPts val="0"/>
              </a:spcBef>
              <a:spcAft>
                <a:spcPts val="0"/>
              </a:spcAft>
              <a:buClrTx/>
              <a:buSzTx/>
              <a:buFontTx/>
              <a:buNone/>
              <a:tabLst/>
              <a:defRPr/>
            </a:pPr>
            <a:r>
              <a:rPr kumimoji="0" lang="fr-FR" sz="2400" b="1" i="0" u="none" strike="noStrike" kern="1200" cap="none" spc="0" normalizeH="0" baseline="0" noProof="0" dirty="0">
                <a:ln>
                  <a:noFill/>
                </a:ln>
                <a:solidFill>
                  <a:srgbClr val="7FC241"/>
                </a:solidFill>
                <a:effectLst/>
                <a:uLnTx/>
                <a:uFillTx/>
                <a:latin typeface="Work Sans"/>
                <a:ea typeface="Work Sans"/>
                <a:cs typeface="Work Sans"/>
                <a:sym typeface="Work Sans"/>
              </a:rPr>
              <a:t>Ce que nous savons du Fonds de Prévoyance Militaire</a:t>
            </a:r>
            <a:endParaRPr kumimoji="0" lang="fr-FR" sz="2400" b="0" i="0" u="none" strike="noStrike" kern="1200" cap="none" spc="0" normalizeH="0" baseline="0" noProof="0" dirty="0">
              <a:ln>
                <a:noFill/>
              </a:ln>
              <a:solidFill>
                <a:prstClr val="black"/>
              </a:solidFill>
              <a:effectLst/>
              <a:uLnTx/>
              <a:uFillTx/>
              <a:latin typeface="Work Sans"/>
              <a:ea typeface="+mn-ea"/>
              <a:cs typeface="+mn-cs"/>
            </a:endParaRPr>
          </a:p>
        </p:txBody>
      </p:sp>
      <p:sp>
        <p:nvSpPr>
          <p:cNvPr id="21" name="Oval 7">
            <a:extLst>
              <a:ext uri="{FF2B5EF4-FFF2-40B4-BE49-F238E27FC236}">
                <a16:creationId xmlns:a16="http://schemas.microsoft.com/office/drawing/2014/main" id="{608CA0B6-C81E-9C2A-C33F-5CB558079F68}"/>
              </a:ext>
            </a:extLst>
          </p:cNvPr>
          <p:cNvSpPr/>
          <p:nvPr/>
        </p:nvSpPr>
        <p:spPr>
          <a:xfrm>
            <a:off x="8309153" y="146205"/>
            <a:ext cx="295710" cy="295710"/>
          </a:xfrm>
          <a:prstGeom prst="ellipse">
            <a:avLst/>
          </a:prstGeom>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fr-FR" sz="1200" b="0" i="0" u="none" strike="noStrike" kern="1200" cap="none" spc="0" normalizeH="0" baseline="0" noProof="0">
              <a:ln>
                <a:noFill/>
              </a:ln>
              <a:solidFill>
                <a:prstClr val="white"/>
              </a:solidFill>
              <a:effectLst/>
              <a:uLnTx/>
              <a:uFillTx/>
              <a:latin typeface="Work Sans"/>
              <a:ea typeface="+mn-ea"/>
              <a:cs typeface="+mn-cs"/>
            </a:endParaRPr>
          </a:p>
        </p:txBody>
      </p:sp>
      <p:grpSp>
        <p:nvGrpSpPr>
          <p:cNvPr id="22" name="Google Shape;113;p13">
            <a:extLst>
              <a:ext uri="{FF2B5EF4-FFF2-40B4-BE49-F238E27FC236}">
                <a16:creationId xmlns:a16="http://schemas.microsoft.com/office/drawing/2014/main" id="{4F347427-E782-1BFA-8AB1-09D393BF6FC9}"/>
              </a:ext>
            </a:extLst>
          </p:cNvPr>
          <p:cNvGrpSpPr/>
          <p:nvPr/>
        </p:nvGrpSpPr>
        <p:grpSpPr>
          <a:xfrm>
            <a:off x="7499106" y="452615"/>
            <a:ext cx="1105757" cy="67715"/>
            <a:chOff x="0" y="-9525"/>
            <a:chExt cx="436842" cy="26751"/>
          </a:xfrm>
        </p:grpSpPr>
        <p:sp>
          <p:nvSpPr>
            <p:cNvPr id="23" name="Google Shape;114;p13">
              <a:extLst>
                <a:ext uri="{FF2B5EF4-FFF2-40B4-BE49-F238E27FC236}">
                  <a16:creationId xmlns:a16="http://schemas.microsoft.com/office/drawing/2014/main" id="{36FC4137-54B0-0A58-117B-44AD59DB4D6C}"/>
                </a:ext>
              </a:extLst>
            </p:cNvPr>
            <p:cNvSpPr/>
            <p:nvPr/>
          </p:nvSpPr>
          <p:spPr>
            <a:xfrm>
              <a:off x="0" y="0"/>
              <a:ext cx="436842" cy="17226"/>
            </a:xfrm>
            <a:custGeom>
              <a:avLst/>
              <a:gdLst/>
              <a:ahLst/>
              <a:cxnLst/>
              <a:rect l="l" t="t" r="r" b="b"/>
              <a:pathLst>
                <a:path w="436842" h="17226" extrusionOk="0">
                  <a:moveTo>
                    <a:pt x="0" y="0"/>
                  </a:moveTo>
                  <a:lnTo>
                    <a:pt x="436842" y="0"/>
                  </a:lnTo>
                  <a:lnTo>
                    <a:pt x="436842" y="17226"/>
                  </a:lnTo>
                  <a:lnTo>
                    <a:pt x="0" y="17226"/>
                  </a:lnTo>
                  <a:close/>
                </a:path>
              </a:pathLst>
            </a:custGeom>
            <a:solidFill>
              <a:srgbClr val="7FC241"/>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200" b="0" i="0" u="none" strike="noStrike" kern="1200" cap="none" spc="0" normalizeH="0" baseline="0" noProof="0">
                <a:ln>
                  <a:noFill/>
                </a:ln>
                <a:solidFill>
                  <a:prstClr val="black"/>
                </a:solidFill>
                <a:effectLst/>
                <a:uLnTx/>
                <a:uFillTx/>
                <a:latin typeface="Work Sans"/>
                <a:ea typeface="+mn-ea"/>
                <a:cs typeface="+mn-cs"/>
              </a:endParaRPr>
            </a:p>
          </p:txBody>
        </p:sp>
        <p:sp>
          <p:nvSpPr>
            <p:cNvPr id="24" name="Google Shape;115;p13">
              <a:extLst>
                <a:ext uri="{FF2B5EF4-FFF2-40B4-BE49-F238E27FC236}">
                  <a16:creationId xmlns:a16="http://schemas.microsoft.com/office/drawing/2014/main" id="{BC9D51F0-349D-9875-5436-C67C43D23F58}"/>
                </a:ext>
              </a:extLst>
            </p:cNvPr>
            <p:cNvSpPr txBox="1"/>
            <p:nvPr/>
          </p:nvSpPr>
          <p:spPr>
            <a:xfrm>
              <a:off x="0" y="-9525"/>
              <a:ext cx="436842" cy="26751"/>
            </a:xfrm>
            <a:prstGeom prst="rect">
              <a:avLst/>
            </a:prstGeom>
            <a:noFill/>
            <a:ln>
              <a:noFill/>
            </a:ln>
          </p:spPr>
          <p:txBody>
            <a:bodyPr spcFirstLastPara="1" wrap="square" lIns="44824" tIns="44824" rIns="44824" bIns="44824" anchor="ctr" anchorCtr="0">
              <a:noAutofit/>
            </a:bodyPr>
            <a:lstStyle/>
            <a:p>
              <a:pPr marL="0" marR="0" lvl="0" indent="0" algn="ctr" defTabSz="457200" rtl="0" eaLnBrk="1" fontAlgn="auto" latinLnBrk="0" hangingPunct="1">
                <a:lnSpc>
                  <a:spcPct val="80000"/>
                </a:lnSpc>
                <a:spcBef>
                  <a:spcPts val="0"/>
                </a:spcBef>
                <a:spcAft>
                  <a:spcPts val="0"/>
                </a:spcAft>
                <a:buClrTx/>
                <a:buSzTx/>
                <a:buFontTx/>
                <a:buNone/>
                <a:tabLst/>
                <a:defRPr/>
              </a:pPr>
              <a:endParaRPr kumimoji="0" lang="fr-FR" sz="1200" b="0" i="0" u="none" strike="noStrike" kern="1200" cap="none" spc="0" normalizeH="0" baseline="0" noProof="0">
                <a:ln>
                  <a:noFill/>
                </a:ln>
                <a:solidFill>
                  <a:prstClr val="black"/>
                </a:solidFill>
                <a:effectLst/>
                <a:uLnTx/>
                <a:uFillTx/>
                <a:latin typeface="Work Sans"/>
                <a:ea typeface="Calibri"/>
                <a:cs typeface="Calibri"/>
                <a:sym typeface="Calibri"/>
              </a:endParaRPr>
            </a:p>
          </p:txBody>
        </p:sp>
      </p:grpSp>
      <p:sp>
        <p:nvSpPr>
          <p:cNvPr id="25" name="Espace réservé du numéro de diapositive 2">
            <a:extLst>
              <a:ext uri="{FF2B5EF4-FFF2-40B4-BE49-F238E27FC236}">
                <a16:creationId xmlns:a16="http://schemas.microsoft.com/office/drawing/2014/main" id="{126C00E7-0AFF-046B-D3A8-6C96F61567DD}"/>
              </a:ext>
            </a:extLst>
          </p:cNvPr>
          <p:cNvSpPr>
            <a:spLocks noGrp="1"/>
          </p:cNvSpPr>
          <p:nvPr>
            <p:ph type="sldNum" sz="quarter" idx="12"/>
          </p:nvPr>
        </p:nvSpPr>
        <p:spPr>
          <a:xfrm>
            <a:off x="8949648" y="6057016"/>
            <a:ext cx="27432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843DB3B-2DAE-45C8-8012-39AD7A5181D9}" type="slidenum">
              <a:rPr kumimoji="0" lang="fr-CI" sz="1100" b="0" i="0" u="none" strike="noStrike" kern="1200" cap="none" spc="0" normalizeH="0" baseline="0" noProof="0" smtClean="0">
                <a:ln>
                  <a:noFill/>
                </a:ln>
                <a:solidFill>
                  <a:schemeClr val="tx1"/>
                </a:solidFill>
                <a:effectLst/>
                <a:uLnTx/>
                <a:uFillTx/>
                <a:latin typeface="Work Sans"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a:t>
            </a:fld>
            <a:endParaRPr kumimoji="0" lang="fr-CI" sz="1200" b="0" i="0" u="none" strike="noStrike" kern="1200" cap="none" spc="0" normalizeH="0" baseline="0" noProof="0">
              <a:ln>
                <a:noFill/>
              </a:ln>
              <a:solidFill>
                <a:schemeClr val="tx1"/>
              </a:solidFill>
              <a:effectLst/>
              <a:uLnTx/>
              <a:uFillTx/>
              <a:latin typeface="Work Sans" pitchFamily="2" charset="0"/>
              <a:ea typeface="+mn-ea"/>
              <a:cs typeface="+mn-cs"/>
            </a:endParaRPr>
          </a:p>
        </p:txBody>
      </p:sp>
      <p:pic>
        <p:nvPicPr>
          <p:cNvPr id="27" name="Image 26">
            <a:extLst>
              <a:ext uri="{FF2B5EF4-FFF2-40B4-BE49-F238E27FC236}">
                <a16:creationId xmlns:a16="http://schemas.microsoft.com/office/drawing/2014/main" id="{E1A99D49-C2CA-A821-69D0-B7E49E51F68A}"/>
              </a:ext>
            </a:extLst>
          </p:cNvPr>
          <p:cNvPicPr>
            <a:picLocks noChangeAspect="1"/>
          </p:cNvPicPr>
          <p:nvPr/>
        </p:nvPicPr>
        <p:blipFill>
          <a:blip r:embed="rId3"/>
          <a:stretch>
            <a:fillRect/>
          </a:stretch>
        </p:blipFill>
        <p:spPr>
          <a:xfrm>
            <a:off x="200105" y="884137"/>
            <a:ext cx="1709944" cy="464184"/>
          </a:xfrm>
          <a:prstGeom prst="rect">
            <a:avLst/>
          </a:prstGeom>
        </p:spPr>
      </p:pic>
    </p:spTree>
    <p:extLst>
      <p:ext uri="{BB962C8B-B14F-4D97-AF65-F5344CB8AC3E}">
        <p14:creationId xmlns:p14="http://schemas.microsoft.com/office/powerpoint/2010/main" val="3339157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r="-18000"/>
          </a:stretch>
        </a:blipFill>
        <a:effectLst/>
      </p:bgPr>
    </p:bg>
    <p:spTree>
      <p:nvGrpSpPr>
        <p:cNvPr id="1" name="">
          <a:extLst>
            <a:ext uri="{FF2B5EF4-FFF2-40B4-BE49-F238E27FC236}">
              <a16:creationId xmlns:a16="http://schemas.microsoft.com/office/drawing/2014/main" id="{D8C7FD64-5E5E-ECAB-A854-31E20699C610}"/>
            </a:ext>
          </a:extLst>
        </p:cNvPr>
        <p:cNvGrpSpPr/>
        <p:nvPr/>
      </p:nvGrpSpPr>
      <p:grpSpPr>
        <a:xfrm>
          <a:off x="0" y="0"/>
          <a:ext cx="0" cy="0"/>
          <a:chOff x="0" y="0"/>
          <a:chExt cx="0" cy="0"/>
        </a:xfrm>
      </p:grpSpPr>
      <p:sp>
        <p:nvSpPr>
          <p:cNvPr id="36" name="Google Shape;302;g291c5827371_0_759">
            <a:extLst>
              <a:ext uri="{FF2B5EF4-FFF2-40B4-BE49-F238E27FC236}">
                <a16:creationId xmlns:a16="http://schemas.microsoft.com/office/drawing/2014/main" id="{BE7DEFD0-1C95-B00D-A57E-49C6491627BF}"/>
              </a:ext>
            </a:extLst>
          </p:cNvPr>
          <p:cNvSpPr/>
          <p:nvPr/>
        </p:nvSpPr>
        <p:spPr>
          <a:xfrm>
            <a:off x="13397" y="4122036"/>
            <a:ext cx="12067966" cy="241200"/>
          </a:xfrm>
          <a:prstGeom prst="rect">
            <a:avLst/>
          </a:prstGeom>
          <a:solidFill>
            <a:srgbClr val="0B304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FFFFFF"/>
              </a:buClr>
              <a:buSzPts val="900"/>
              <a:buFont typeface="Work Sans"/>
              <a:buNone/>
            </a:pPr>
            <a:r>
              <a:rPr lang="fr-FR" sz="1100" b="1" i="0" u="none" strike="noStrike" cap="none" dirty="0">
                <a:solidFill>
                  <a:srgbClr val="FFFFFF"/>
                </a:solidFill>
                <a:latin typeface="Work Sans"/>
                <a:ea typeface="Work Sans"/>
                <a:cs typeface="Work Sans"/>
                <a:sym typeface="Work Sans"/>
              </a:rPr>
              <a:t>Vos besoins</a:t>
            </a:r>
            <a:endParaRPr lang="fr-FR" sz="2000" b="1" i="0" u="none" strike="noStrike" cap="none" dirty="0">
              <a:solidFill>
                <a:srgbClr val="000000"/>
              </a:solidFill>
              <a:latin typeface="Work Sans"/>
              <a:ea typeface="Work Sans"/>
              <a:cs typeface="Work Sans"/>
              <a:sym typeface="Work Sans"/>
            </a:endParaRPr>
          </a:p>
        </p:txBody>
      </p:sp>
      <p:sp>
        <p:nvSpPr>
          <p:cNvPr id="2" name="ZoneTexte 1">
            <a:extLst>
              <a:ext uri="{FF2B5EF4-FFF2-40B4-BE49-F238E27FC236}">
                <a16:creationId xmlns:a16="http://schemas.microsoft.com/office/drawing/2014/main" id="{E0FF4C95-982B-0D47-6AE4-D2330367FDFC}"/>
              </a:ext>
            </a:extLst>
          </p:cNvPr>
          <p:cNvSpPr txBox="1"/>
          <p:nvPr/>
        </p:nvSpPr>
        <p:spPr>
          <a:xfrm>
            <a:off x="1016000" y="6326909"/>
            <a:ext cx="988291" cy="434109"/>
          </a:xfrm>
          <a:prstGeom prst="rect">
            <a:avLst/>
          </a:prstGeom>
          <a:solidFill>
            <a:srgbClr val="043D5D"/>
          </a:solid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Espace réservé du numéro de diapositive 2">
            <a:extLst>
              <a:ext uri="{FF2B5EF4-FFF2-40B4-BE49-F238E27FC236}">
                <a16:creationId xmlns:a16="http://schemas.microsoft.com/office/drawing/2014/main" id="{3448165B-13B7-1146-3DA8-F97265E33032}"/>
              </a:ext>
            </a:extLst>
          </p:cNvPr>
          <p:cNvSpPr>
            <a:spLocks noGrp="1"/>
          </p:cNvSpPr>
          <p:nvPr>
            <p:ph type="sldNum" sz="quarter" idx="12"/>
          </p:nvPr>
        </p:nvSpPr>
        <p:spPr>
          <a:xfrm>
            <a:off x="8949648" y="6057016"/>
            <a:ext cx="27432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843DB3B-2DAE-45C8-8012-39AD7A5181D9}" type="slidenum">
              <a:rPr kumimoji="0" lang="fr-CI" sz="1100" b="0" i="0" u="none" strike="noStrike" kern="1200" cap="none" spc="0" normalizeH="0" baseline="0" noProof="0" smtClean="0">
                <a:ln>
                  <a:noFill/>
                </a:ln>
                <a:solidFill>
                  <a:prstClr val="white"/>
                </a:solidFill>
                <a:effectLst/>
                <a:uLnTx/>
                <a:uFillTx/>
                <a:latin typeface="Work Sans"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a:t>
            </a:fld>
            <a:endParaRPr kumimoji="0" lang="fr-CI" sz="1200" b="0" i="0" u="none" strike="noStrike" kern="1200" cap="none" spc="0" normalizeH="0" baseline="0" noProof="0">
              <a:ln>
                <a:noFill/>
              </a:ln>
              <a:solidFill>
                <a:prstClr val="white"/>
              </a:solidFill>
              <a:effectLst/>
              <a:uLnTx/>
              <a:uFillTx/>
              <a:latin typeface="Work Sans" pitchFamily="2" charset="0"/>
              <a:ea typeface="+mn-ea"/>
              <a:cs typeface="+mn-cs"/>
            </a:endParaRPr>
          </a:p>
        </p:txBody>
      </p:sp>
      <p:sp>
        <p:nvSpPr>
          <p:cNvPr id="12" name="Google Shape;293;g291c5827371_0_759">
            <a:extLst>
              <a:ext uri="{FF2B5EF4-FFF2-40B4-BE49-F238E27FC236}">
                <a16:creationId xmlns:a16="http://schemas.microsoft.com/office/drawing/2014/main" id="{7725EC0A-8827-7445-5DFB-A9646E6FF9C5}"/>
              </a:ext>
            </a:extLst>
          </p:cNvPr>
          <p:cNvSpPr txBox="1"/>
          <p:nvPr/>
        </p:nvSpPr>
        <p:spPr>
          <a:xfrm>
            <a:off x="182613" y="187271"/>
            <a:ext cx="11397900" cy="461700"/>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rgbClr val="70AD47"/>
              </a:buClr>
              <a:buSzPts val="2400"/>
              <a:buFont typeface="Work Sans"/>
              <a:buNone/>
            </a:pPr>
            <a:r>
              <a:rPr lang="fr-FR" sz="2400" b="1" i="0" u="none" strike="noStrike" cap="none" dirty="0">
                <a:solidFill>
                  <a:srgbClr val="70AD47"/>
                </a:solidFill>
                <a:latin typeface="Work Sans"/>
                <a:ea typeface="Work Sans"/>
                <a:cs typeface="Work Sans"/>
                <a:sym typeface="Work Sans"/>
              </a:rPr>
              <a:t>Notre compréhension de votre besoin</a:t>
            </a:r>
            <a:endParaRPr sz="1400" b="0" i="0" u="none" strike="noStrike" cap="none" dirty="0">
              <a:solidFill>
                <a:srgbClr val="000000"/>
              </a:solidFill>
              <a:latin typeface="Work Sans"/>
              <a:ea typeface="Work Sans"/>
              <a:cs typeface="Work Sans"/>
              <a:sym typeface="Work Sans"/>
            </a:endParaRPr>
          </a:p>
        </p:txBody>
      </p:sp>
      <p:sp>
        <p:nvSpPr>
          <p:cNvPr id="13" name="Google Shape;296;g291c5827371_0_759">
            <a:extLst>
              <a:ext uri="{FF2B5EF4-FFF2-40B4-BE49-F238E27FC236}">
                <a16:creationId xmlns:a16="http://schemas.microsoft.com/office/drawing/2014/main" id="{6C97C455-853A-F1EB-FFB5-F2CAE287E397}"/>
              </a:ext>
            </a:extLst>
          </p:cNvPr>
          <p:cNvSpPr/>
          <p:nvPr/>
        </p:nvSpPr>
        <p:spPr>
          <a:xfrm>
            <a:off x="1688224" y="1195282"/>
            <a:ext cx="10197900" cy="921300"/>
          </a:xfrm>
          <a:prstGeom prst="rect">
            <a:avLst/>
          </a:prstGeom>
          <a:solidFill>
            <a:srgbClr val="F2F2F2"/>
          </a:solidFill>
          <a:ln>
            <a:noFill/>
          </a:ln>
        </p:spPr>
        <p:txBody>
          <a:bodyPr spcFirstLastPara="1" wrap="square" lIns="91425" tIns="45700" rIns="91425" bIns="45700" anchor="ctr" anchorCtr="0">
            <a:noAutofit/>
          </a:bodyPr>
          <a:lstStyle/>
          <a:p>
            <a:pPr marL="0" marR="0" lvl="0" indent="0" algn="just" rtl="0">
              <a:lnSpc>
                <a:spcPct val="100000"/>
              </a:lnSpc>
              <a:spcBef>
                <a:spcPts val="0"/>
              </a:spcBef>
              <a:spcAft>
                <a:spcPts val="0"/>
              </a:spcAft>
              <a:buClr>
                <a:schemeClr val="dk1"/>
              </a:buClr>
              <a:buSzPts val="900"/>
              <a:buFont typeface="Calibri"/>
              <a:buNone/>
            </a:pPr>
            <a:endParaRPr sz="900" b="0" i="0" u="none" strike="noStrike" cap="none">
              <a:solidFill>
                <a:srgbClr val="000000"/>
              </a:solidFill>
              <a:latin typeface="Work Sans"/>
              <a:ea typeface="Work Sans"/>
              <a:cs typeface="Work Sans"/>
              <a:sym typeface="Work Sans"/>
            </a:endParaRPr>
          </a:p>
          <a:p>
            <a:pPr marL="0" marR="0" lvl="0" indent="0" algn="just" rtl="0">
              <a:lnSpc>
                <a:spcPct val="100000"/>
              </a:lnSpc>
              <a:spcBef>
                <a:spcPts val="0"/>
              </a:spcBef>
              <a:spcAft>
                <a:spcPts val="0"/>
              </a:spcAft>
              <a:buClr>
                <a:schemeClr val="dk1"/>
              </a:buClr>
              <a:buSzPts val="900"/>
              <a:buFont typeface="Calibri"/>
              <a:buNone/>
            </a:pPr>
            <a:endParaRPr sz="900" b="0" i="0" u="none" strike="noStrike" cap="none">
              <a:solidFill>
                <a:srgbClr val="000000"/>
              </a:solidFill>
              <a:latin typeface="Work Sans"/>
              <a:ea typeface="Work Sans"/>
              <a:cs typeface="Work Sans"/>
              <a:sym typeface="Work Sans"/>
            </a:endParaRPr>
          </a:p>
          <a:p>
            <a:pPr marL="0" marR="0" lvl="0" indent="0" algn="l" rtl="0">
              <a:lnSpc>
                <a:spcPct val="106000"/>
              </a:lnSpc>
              <a:spcBef>
                <a:spcPts val="0"/>
              </a:spcBef>
              <a:spcAft>
                <a:spcPts val="0"/>
              </a:spcAft>
              <a:buClr>
                <a:schemeClr val="dk1"/>
              </a:buClr>
              <a:buSzPts val="900"/>
              <a:buFont typeface="Calibri"/>
              <a:buNone/>
            </a:pPr>
            <a:endParaRPr sz="900" b="0" i="0" u="none" strike="noStrike" cap="none">
              <a:solidFill>
                <a:srgbClr val="000000"/>
              </a:solidFill>
              <a:latin typeface="Work Sans"/>
              <a:ea typeface="Work Sans"/>
              <a:cs typeface="Work Sans"/>
              <a:sym typeface="Work Sans"/>
            </a:endParaRPr>
          </a:p>
        </p:txBody>
      </p:sp>
      <p:sp>
        <p:nvSpPr>
          <p:cNvPr id="14" name="Google Shape;297;g291c5827371_0_759">
            <a:extLst>
              <a:ext uri="{FF2B5EF4-FFF2-40B4-BE49-F238E27FC236}">
                <a16:creationId xmlns:a16="http://schemas.microsoft.com/office/drawing/2014/main" id="{98D62619-EEC4-0B93-4DBD-81DB7DF850AB}"/>
              </a:ext>
            </a:extLst>
          </p:cNvPr>
          <p:cNvSpPr/>
          <p:nvPr/>
        </p:nvSpPr>
        <p:spPr>
          <a:xfrm>
            <a:off x="13397" y="1648062"/>
            <a:ext cx="12065566" cy="257100"/>
          </a:xfrm>
          <a:prstGeom prst="rect">
            <a:avLst/>
          </a:prstGeom>
          <a:solidFill>
            <a:srgbClr val="0B304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900"/>
              <a:buFont typeface="Calibri"/>
              <a:buNone/>
            </a:pPr>
            <a:endParaRPr lang="fr-FR" sz="1000" b="1" i="0" u="none" strike="noStrike" cap="none" dirty="0">
              <a:solidFill>
                <a:srgbClr val="FFFFFF"/>
              </a:solidFill>
              <a:latin typeface="Work Sans"/>
              <a:ea typeface="Work Sans"/>
              <a:cs typeface="Work Sans"/>
              <a:sym typeface="Work Sans"/>
            </a:endParaRPr>
          </a:p>
          <a:p>
            <a:pPr marL="0" marR="0" lvl="0" indent="0" algn="l" rtl="0">
              <a:lnSpc>
                <a:spcPct val="106000"/>
              </a:lnSpc>
              <a:spcBef>
                <a:spcPts val="0"/>
              </a:spcBef>
              <a:spcAft>
                <a:spcPts val="0"/>
              </a:spcAft>
              <a:buClr>
                <a:schemeClr val="dk1"/>
              </a:buClr>
              <a:buSzPts val="900"/>
              <a:buFont typeface="Calibri"/>
              <a:buNone/>
            </a:pPr>
            <a:endParaRPr lang="fr-FR" sz="1000" b="1" i="0" u="none" strike="noStrike" cap="none" dirty="0">
              <a:solidFill>
                <a:srgbClr val="FFFFFF"/>
              </a:solidFill>
              <a:latin typeface="Work Sans"/>
              <a:ea typeface="Work Sans"/>
              <a:cs typeface="Work Sans"/>
              <a:sym typeface="Work Sans"/>
            </a:endParaRPr>
          </a:p>
        </p:txBody>
      </p:sp>
      <p:sp>
        <p:nvSpPr>
          <p:cNvPr id="15" name="Google Shape;298;g291c5827371_0_759">
            <a:extLst>
              <a:ext uri="{FF2B5EF4-FFF2-40B4-BE49-F238E27FC236}">
                <a16:creationId xmlns:a16="http://schemas.microsoft.com/office/drawing/2014/main" id="{FE66E721-11E8-20A6-AFB8-39F1723934A7}"/>
              </a:ext>
            </a:extLst>
          </p:cNvPr>
          <p:cNvSpPr txBox="1"/>
          <p:nvPr/>
        </p:nvSpPr>
        <p:spPr>
          <a:xfrm>
            <a:off x="182613" y="1407280"/>
            <a:ext cx="11608334" cy="738664"/>
          </a:xfrm>
          <a:prstGeom prst="rect">
            <a:avLst/>
          </a:prstGeom>
          <a:solidFill>
            <a:srgbClr val="D8D8D8"/>
          </a:solidFill>
          <a:ln w="9525" cap="flat" cmpd="sng">
            <a:solidFill>
              <a:schemeClr val="dk1"/>
            </a:solidFill>
            <a:prstDash val="dash"/>
            <a:round/>
            <a:headEnd type="none" w="sm" len="sm"/>
            <a:tailEnd type="none" w="sm" len="sm"/>
          </a:ln>
        </p:spPr>
        <p:txBody>
          <a:bodyPr spcFirstLastPara="1" wrap="square" lIns="0" tIns="0" rIns="227950" bIns="0" anchor="t" anchorCtr="0">
            <a:spAutoFit/>
          </a:bodyPr>
          <a:lstStyle/>
          <a:p>
            <a:pPr marL="90170" algn="just"/>
            <a:r>
              <a:rPr lang="fr-FR" sz="1200" b="1" dirty="0">
                <a:latin typeface="Work Sans"/>
                <a:ea typeface="Work Sans"/>
              </a:rPr>
              <a:t>Le Fonds de Prévoyance Militaire (FPM), </a:t>
            </a:r>
            <a:r>
              <a:rPr lang="fr-FR" sz="1200" dirty="0">
                <a:latin typeface="Work Sans"/>
                <a:ea typeface="Work Sans"/>
              </a:rPr>
              <a:t>institution de protection sociale des Forces Armées et de la Gendarmerie Nationale de Côte d'Ivoire, s'inscrit dans une dynamique de modernisation portée par son Plan Stratégique de Gouvernance (PSG : 2024-2030). Dans ce cadre, la Commission Permanente Audit et Contentieux (CPAC) doit évoluer d’un contrôle de constatation vers un pilotage proactif des risques via une approche Gouvernance, Risque et Conformité (GRC)</a:t>
            </a:r>
            <a:r>
              <a:rPr lang="fr-FR" sz="1200" b="1" dirty="0">
                <a:latin typeface="Work Sans"/>
                <a:ea typeface="Work Sans"/>
              </a:rPr>
              <a:t>.</a:t>
            </a:r>
            <a:endParaRPr lang="fr-FR" dirty="0">
              <a:solidFill>
                <a:schemeClr val="dk1"/>
              </a:solidFill>
            </a:endParaRPr>
          </a:p>
        </p:txBody>
      </p:sp>
      <p:sp>
        <p:nvSpPr>
          <p:cNvPr id="16" name="Google Shape;301;g291c5827371_0_759">
            <a:extLst>
              <a:ext uri="{FF2B5EF4-FFF2-40B4-BE49-F238E27FC236}">
                <a16:creationId xmlns:a16="http://schemas.microsoft.com/office/drawing/2014/main" id="{F7486B3C-99AB-BC3D-3681-7FF1AC4959DE}"/>
              </a:ext>
            </a:extLst>
          </p:cNvPr>
          <p:cNvSpPr txBox="1"/>
          <p:nvPr/>
        </p:nvSpPr>
        <p:spPr>
          <a:xfrm>
            <a:off x="10458758" y="4810141"/>
            <a:ext cx="1475700" cy="153900"/>
          </a:xfrm>
          <a:prstGeom prst="rect">
            <a:avLst/>
          </a:prstGeom>
          <a:noFill/>
          <a:ln>
            <a:noFill/>
          </a:ln>
        </p:spPr>
        <p:txBody>
          <a:bodyPr spcFirstLastPara="1" wrap="square" lIns="78750" tIns="0" rIns="78750" bIns="0" anchor="ctr" anchorCtr="0">
            <a:spAutoFit/>
          </a:bodyPr>
          <a:lstStyle/>
          <a:p>
            <a:pPr marL="0" marR="0" lvl="0" indent="0" algn="ctr" rtl="0">
              <a:lnSpc>
                <a:spcPct val="100000"/>
              </a:lnSpc>
              <a:spcBef>
                <a:spcPts val="0"/>
              </a:spcBef>
              <a:spcAft>
                <a:spcPts val="0"/>
              </a:spcAft>
              <a:buClr>
                <a:srgbClr val="FFFFFF"/>
              </a:buClr>
              <a:buSzPts val="1000"/>
              <a:buFont typeface="Work Sans"/>
              <a:buNone/>
            </a:pPr>
            <a:r>
              <a:rPr lang="fr-FR" sz="1000" b="1" i="0" u="none" strike="noStrike" cap="none">
                <a:solidFill>
                  <a:srgbClr val="FFFFFF"/>
                </a:solidFill>
                <a:latin typeface="Work Sans"/>
                <a:ea typeface="Work Sans"/>
                <a:cs typeface="Work Sans"/>
                <a:sym typeface="Work Sans"/>
              </a:rPr>
              <a:t>XX</a:t>
            </a:r>
            <a:endParaRPr sz="1400" b="0" i="0" u="none" strike="noStrike" cap="none">
              <a:solidFill>
                <a:srgbClr val="000000"/>
              </a:solidFill>
              <a:latin typeface="Work Sans"/>
              <a:ea typeface="Work Sans"/>
              <a:cs typeface="Work Sans"/>
              <a:sym typeface="Work Sans"/>
            </a:endParaRPr>
          </a:p>
        </p:txBody>
      </p:sp>
      <p:sp>
        <p:nvSpPr>
          <p:cNvPr id="22" name="Google Shape;303;g291c5827371_0_759">
            <a:extLst>
              <a:ext uri="{FF2B5EF4-FFF2-40B4-BE49-F238E27FC236}">
                <a16:creationId xmlns:a16="http://schemas.microsoft.com/office/drawing/2014/main" id="{E8C10A9E-0FF3-6435-631D-480FD2E5E26F}"/>
              </a:ext>
            </a:extLst>
          </p:cNvPr>
          <p:cNvSpPr/>
          <p:nvPr/>
        </p:nvSpPr>
        <p:spPr>
          <a:xfrm rot="16200000">
            <a:off x="678063" y="3492434"/>
            <a:ext cx="2978050" cy="1500382"/>
          </a:xfrm>
          <a:prstGeom prst="flowChartManualOperation">
            <a:avLst/>
          </a:prstGeom>
          <a:solidFill>
            <a:srgbClr val="0B304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Work Sans"/>
              <a:ea typeface="Work Sans"/>
              <a:cs typeface="Work Sans"/>
              <a:sym typeface="Work Sans"/>
            </a:endParaRPr>
          </a:p>
        </p:txBody>
      </p:sp>
      <p:sp>
        <p:nvSpPr>
          <p:cNvPr id="23" name="Google Shape;304;g291c5827371_0_759">
            <a:extLst>
              <a:ext uri="{FF2B5EF4-FFF2-40B4-BE49-F238E27FC236}">
                <a16:creationId xmlns:a16="http://schemas.microsoft.com/office/drawing/2014/main" id="{F7DB3228-4C85-3168-6BFF-CBF2E36CA88F}"/>
              </a:ext>
            </a:extLst>
          </p:cNvPr>
          <p:cNvSpPr txBox="1"/>
          <p:nvPr/>
        </p:nvSpPr>
        <p:spPr>
          <a:xfrm>
            <a:off x="1520000" y="3478739"/>
            <a:ext cx="1314858" cy="1402435"/>
          </a:xfrm>
          <a:prstGeom prst="rect">
            <a:avLst/>
          </a:prstGeom>
          <a:noFill/>
          <a:ln>
            <a:noFill/>
          </a:ln>
        </p:spPr>
        <p:txBody>
          <a:bodyPr spcFirstLastPara="1" wrap="square" lIns="78750" tIns="0" rIns="78750" bIns="0" anchor="ctr" anchorCtr="0">
            <a:spAutoFit/>
          </a:bodyPr>
          <a:lstStyle/>
          <a:p>
            <a:pPr algn="ctr">
              <a:lnSpc>
                <a:spcPct val="114999"/>
              </a:lnSpc>
              <a:spcAft>
                <a:spcPts val="1000"/>
              </a:spcAft>
            </a:pPr>
            <a:r>
              <a:rPr lang="fr-FR" sz="1200" b="1" dirty="0">
                <a:solidFill>
                  <a:schemeClr val="bg1"/>
                </a:solidFill>
                <a:latin typeface="Work Sans" pitchFamily="2" charset="0"/>
              </a:rPr>
              <a:t>Renforcer les compétences GRC de la CPAC sur les standards internationaux</a:t>
            </a:r>
            <a:endParaRPr lang="fr-FR" b="1" dirty="0">
              <a:solidFill>
                <a:schemeClr val="bg1"/>
              </a:solidFill>
              <a:latin typeface="Work Sans" pitchFamily="2" charset="0"/>
            </a:endParaRPr>
          </a:p>
        </p:txBody>
      </p:sp>
      <p:sp>
        <p:nvSpPr>
          <p:cNvPr id="24" name="Google Shape;305;g291c5827371_0_759">
            <a:extLst>
              <a:ext uri="{FF2B5EF4-FFF2-40B4-BE49-F238E27FC236}">
                <a16:creationId xmlns:a16="http://schemas.microsoft.com/office/drawing/2014/main" id="{1C90182B-7E89-A816-9237-D573F40C1573}"/>
              </a:ext>
            </a:extLst>
          </p:cNvPr>
          <p:cNvSpPr/>
          <p:nvPr/>
        </p:nvSpPr>
        <p:spPr>
          <a:xfrm rot="16200000">
            <a:off x="2910821" y="3491600"/>
            <a:ext cx="2977200" cy="1501200"/>
          </a:xfrm>
          <a:prstGeom prst="flowChartManualOperation">
            <a:avLst/>
          </a:prstGeom>
          <a:solidFill>
            <a:srgbClr val="0B304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Work Sans"/>
              <a:ea typeface="Work Sans"/>
              <a:cs typeface="Work Sans"/>
              <a:sym typeface="Work Sans"/>
            </a:endParaRPr>
          </a:p>
        </p:txBody>
      </p:sp>
      <p:sp>
        <p:nvSpPr>
          <p:cNvPr id="25" name="Google Shape;306;g291c5827371_0_759">
            <a:extLst>
              <a:ext uri="{FF2B5EF4-FFF2-40B4-BE49-F238E27FC236}">
                <a16:creationId xmlns:a16="http://schemas.microsoft.com/office/drawing/2014/main" id="{47A935BB-FC17-6A83-EEAB-DD31014B49D4}"/>
              </a:ext>
            </a:extLst>
          </p:cNvPr>
          <p:cNvSpPr txBox="1"/>
          <p:nvPr/>
        </p:nvSpPr>
        <p:spPr>
          <a:xfrm>
            <a:off x="3710310" y="3595869"/>
            <a:ext cx="1378223" cy="1292662"/>
          </a:xfrm>
          <a:prstGeom prst="rect">
            <a:avLst/>
          </a:prstGeom>
          <a:noFill/>
          <a:ln>
            <a:noFill/>
          </a:ln>
        </p:spPr>
        <p:txBody>
          <a:bodyPr spcFirstLastPara="1" wrap="square" lIns="78750" tIns="0" rIns="78750" bIns="0" anchor="ctr" anchorCtr="0">
            <a:spAutoFit/>
          </a:bodyPr>
          <a:lstStyle/>
          <a:p>
            <a:pPr algn="ctr"/>
            <a:r>
              <a:rPr lang="fr-FR" sz="1200" b="1" dirty="0">
                <a:solidFill>
                  <a:schemeClr val="bg1"/>
                </a:solidFill>
                <a:latin typeface="Work Sans" pitchFamily="2" charset="0"/>
              </a:rPr>
              <a:t>Construire une cartographie des risques opérationnels, financiers et juridiques du Fonds</a:t>
            </a:r>
            <a:endParaRPr lang="fr-FR" b="1" dirty="0">
              <a:solidFill>
                <a:schemeClr val="bg1"/>
              </a:solidFill>
              <a:latin typeface="Work Sans" pitchFamily="2" charset="0"/>
            </a:endParaRPr>
          </a:p>
        </p:txBody>
      </p:sp>
      <p:sp>
        <p:nvSpPr>
          <p:cNvPr id="26" name="Google Shape;307;g291c5827371_0_759">
            <a:extLst>
              <a:ext uri="{FF2B5EF4-FFF2-40B4-BE49-F238E27FC236}">
                <a16:creationId xmlns:a16="http://schemas.microsoft.com/office/drawing/2014/main" id="{C11706AF-D5D7-6A25-2881-EC61B7286231}"/>
              </a:ext>
            </a:extLst>
          </p:cNvPr>
          <p:cNvSpPr/>
          <p:nvPr/>
        </p:nvSpPr>
        <p:spPr>
          <a:xfrm rot="16200000">
            <a:off x="5143563" y="3491601"/>
            <a:ext cx="2977200" cy="1501200"/>
          </a:xfrm>
          <a:prstGeom prst="flowChartManualOperation">
            <a:avLst/>
          </a:prstGeom>
          <a:solidFill>
            <a:srgbClr val="0B304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Work Sans"/>
              <a:ea typeface="Work Sans"/>
              <a:cs typeface="Work Sans"/>
              <a:sym typeface="Work Sans"/>
            </a:endParaRPr>
          </a:p>
        </p:txBody>
      </p:sp>
      <p:sp>
        <p:nvSpPr>
          <p:cNvPr id="27" name="Google Shape;308;g291c5827371_0_759">
            <a:extLst>
              <a:ext uri="{FF2B5EF4-FFF2-40B4-BE49-F238E27FC236}">
                <a16:creationId xmlns:a16="http://schemas.microsoft.com/office/drawing/2014/main" id="{21C4EE07-3BDC-E0E9-A215-F29320F70518}"/>
              </a:ext>
            </a:extLst>
          </p:cNvPr>
          <p:cNvSpPr txBox="1"/>
          <p:nvPr/>
        </p:nvSpPr>
        <p:spPr>
          <a:xfrm>
            <a:off x="5920502" y="3688202"/>
            <a:ext cx="1423323" cy="1107996"/>
          </a:xfrm>
          <a:prstGeom prst="rect">
            <a:avLst/>
          </a:prstGeom>
          <a:noFill/>
          <a:ln>
            <a:noFill/>
          </a:ln>
        </p:spPr>
        <p:txBody>
          <a:bodyPr spcFirstLastPara="1" wrap="square" lIns="78750" tIns="0" rIns="78750" bIns="0" anchor="ctr" anchorCtr="0">
            <a:spAutoFit/>
          </a:bodyPr>
          <a:lstStyle/>
          <a:p>
            <a:pPr algn="ctr"/>
            <a:r>
              <a:rPr lang="fr-FR" sz="1200" b="1" dirty="0">
                <a:solidFill>
                  <a:schemeClr val="bg1"/>
                </a:solidFill>
                <a:latin typeface="Work Sans" pitchFamily="2" charset="0"/>
              </a:rPr>
              <a:t>Définir des KRI&amp; outils de surveillance adaptés aux processus du FPM</a:t>
            </a:r>
            <a:endParaRPr lang="fr-FR" b="1" dirty="0">
              <a:solidFill>
                <a:schemeClr val="bg1"/>
              </a:solidFill>
              <a:latin typeface="Work Sans" pitchFamily="2" charset="0"/>
            </a:endParaRPr>
          </a:p>
        </p:txBody>
      </p:sp>
      <p:sp>
        <p:nvSpPr>
          <p:cNvPr id="28" name="Google Shape;307;g291c5827371_0_759">
            <a:extLst>
              <a:ext uri="{FF2B5EF4-FFF2-40B4-BE49-F238E27FC236}">
                <a16:creationId xmlns:a16="http://schemas.microsoft.com/office/drawing/2014/main" id="{6687A60F-AC9A-93DD-7270-2A3B0F7DE582}"/>
              </a:ext>
            </a:extLst>
          </p:cNvPr>
          <p:cNvSpPr/>
          <p:nvPr/>
        </p:nvSpPr>
        <p:spPr>
          <a:xfrm rot="16200000">
            <a:off x="7376305" y="3491601"/>
            <a:ext cx="2977200" cy="1501200"/>
          </a:xfrm>
          <a:prstGeom prst="flowChartManualOperation">
            <a:avLst/>
          </a:prstGeom>
          <a:solidFill>
            <a:srgbClr val="0B304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Work Sans"/>
              <a:ea typeface="Work Sans"/>
              <a:cs typeface="Work Sans"/>
              <a:sym typeface="Work Sans"/>
            </a:endParaRPr>
          </a:p>
        </p:txBody>
      </p:sp>
      <p:sp>
        <p:nvSpPr>
          <p:cNvPr id="29" name="Google Shape;308;g291c5827371_0_759">
            <a:extLst>
              <a:ext uri="{FF2B5EF4-FFF2-40B4-BE49-F238E27FC236}">
                <a16:creationId xmlns:a16="http://schemas.microsoft.com/office/drawing/2014/main" id="{CD7E4EB1-B9B9-314D-A088-0F0DBFCABA59}"/>
              </a:ext>
            </a:extLst>
          </p:cNvPr>
          <p:cNvSpPr txBox="1"/>
          <p:nvPr/>
        </p:nvSpPr>
        <p:spPr>
          <a:xfrm>
            <a:off x="8183763" y="3688203"/>
            <a:ext cx="1362284" cy="1107996"/>
          </a:xfrm>
          <a:prstGeom prst="rect">
            <a:avLst/>
          </a:prstGeom>
          <a:noFill/>
          <a:ln>
            <a:noFill/>
          </a:ln>
        </p:spPr>
        <p:txBody>
          <a:bodyPr spcFirstLastPara="1" wrap="square" lIns="78750" tIns="0" rIns="78750" bIns="0" anchor="ctr" anchorCtr="0">
            <a:spAutoFit/>
          </a:bodyPr>
          <a:lstStyle/>
          <a:p>
            <a:pPr algn="ctr"/>
            <a:r>
              <a:rPr lang="fr-FR" sz="1200" b="1">
                <a:solidFill>
                  <a:schemeClr val="bg1"/>
                </a:solidFill>
                <a:latin typeface="Work Sans" pitchFamily="2" charset="0"/>
              </a:rPr>
              <a:t>Transformer le contentieux en levier d'amélioration du contrôle interne</a:t>
            </a:r>
          </a:p>
        </p:txBody>
      </p:sp>
      <p:sp>
        <p:nvSpPr>
          <p:cNvPr id="30" name="Google Shape;307;g291c5827371_0_759">
            <a:extLst>
              <a:ext uri="{FF2B5EF4-FFF2-40B4-BE49-F238E27FC236}">
                <a16:creationId xmlns:a16="http://schemas.microsoft.com/office/drawing/2014/main" id="{2AF50F72-EE8B-033A-AB17-E9A8DB20FEB1}"/>
              </a:ext>
            </a:extLst>
          </p:cNvPr>
          <p:cNvSpPr/>
          <p:nvPr/>
        </p:nvSpPr>
        <p:spPr>
          <a:xfrm rot="16200000">
            <a:off x="9609046" y="3491601"/>
            <a:ext cx="2977200" cy="1501200"/>
          </a:xfrm>
          <a:prstGeom prst="flowChartManualOperation">
            <a:avLst/>
          </a:prstGeom>
          <a:solidFill>
            <a:srgbClr val="0B304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Work Sans"/>
              <a:ea typeface="Work Sans"/>
              <a:cs typeface="Work Sans"/>
              <a:sym typeface="Work Sans"/>
            </a:endParaRPr>
          </a:p>
        </p:txBody>
      </p:sp>
      <p:sp>
        <p:nvSpPr>
          <p:cNvPr id="31" name="Google Shape;308;g291c5827371_0_759">
            <a:extLst>
              <a:ext uri="{FF2B5EF4-FFF2-40B4-BE49-F238E27FC236}">
                <a16:creationId xmlns:a16="http://schemas.microsoft.com/office/drawing/2014/main" id="{C484DC1F-2F21-BE9F-4869-039D1E07AB90}"/>
              </a:ext>
            </a:extLst>
          </p:cNvPr>
          <p:cNvSpPr txBox="1"/>
          <p:nvPr/>
        </p:nvSpPr>
        <p:spPr>
          <a:xfrm>
            <a:off x="10499977" y="3780536"/>
            <a:ext cx="1195339" cy="923330"/>
          </a:xfrm>
          <a:prstGeom prst="rect">
            <a:avLst/>
          </a:prstGeom>
          <a:noFill/>
          <a:ln>
            <a:noFill/>
          </a:ln>
        </p:spPr>
        <p:txBody>
          <a:bodyPr spcFirstLastPara="1" wrap="square" lIns="78750" tIns="0" rIns="78750" bIns="0" anchor="ctr" anchorCtr="0">
            <a:spAutoFit/>
          </a:bodyPr>
          <a:lstStyle/>
          <a:p>
            <a:pPr algn="ctr"/>
            <a:r>
              <a:rPr lang="fr-FR" sz="1200" b="1">
                <a:solidFill>
                  <a:schemeClr val="bg1"/>
                </a:solidFill>
                <a:latin typeface="Work Sans" pitchFamily="2" charset="0"/>
              </a:rPr>
              <a:t>Produire un kit auditeur &amp; feuille de route CPAC </a:t>
            </a:r>
          </a:p>
          <a:p>
            <a:pPr algn="ctr"/>
            <a:r>
              <a:rPr lang="fr-FR" sz="1200" b="1">
                <a:solidFill>
                  <a:schemeClr val="bg1"/>
                </a:solidFill>
                <a:latin typeface="Work Sans" pitchFamily="2" charset="0"/>
              </a:rPr>
              <a:t>2025-2026</a:t>
            </a:r>
          </a:p>
        </p:txBody>
      </p:sp>
      <p:sp>
        <p:nvSpPr>
          <p:cNvPr id="32" name="Oval 7">
            <a:extLst>
              <a:ext uri="{FF2B5EF4-FFF2-40B4-BE49-F238E27FC236}">
                <a16:creationId xmlns:a16="http://schemas.microsoft.com/office/drawing/2014/main" id="{0F0F9887-9476-D55D-B4B0-582A4563C9A7}"/>
              </a:ext>
            </a:extLst>
          </p:cNvPr>
          <p:cNvSpPr/>
          <p:nvPr/>
        </p:nvSpPr>
        <p:spPr>
          <a:xfrm>
            <a:off x="6052053" y="294569"/>
            <a:ext cx="295710" cy="295710"/>
          </a:xfrm>
          <a:prstGeom prst="ellipse">
            <a:avLst/>
          </a:prstGeom>
          <a:solidFill>
            <a:srgbClr val="0B304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fr-FR" sz="1200" b="0" i="0" u="none" strike="noStrike" kern="1200" cap="none" spc="0" normalizeH="0" baseline="0" noProof="0">
              <a:ln>
                <a:noFill/>
              </a:ln>
              <a:solidFill>
                <a:prstClr val="white"/>
              </a:solidFill>
              <a:effectLst/>
              <a:uLnTx/>
              <a:uFillTx/>
              <a:latin typeface="Work Sans"/>
              <a:ea typeface="+mn-ea"/>
              <a:cs typeface="+mn-cs"/>
            </a:endParaRPr>
          </a:p>
        </p:txBody>
      </p:sp>
      <p:grpSp>
        <p:nvGrpSpPr>
          <p:cNvPr id="33" name="Google Shape;113;p13">
            <a:extLst>
              <a:ext uri="{FF2B5EF4-FFF2-40B4-BE49-F238E27FC236}">
                <a16:creationId xmlns:a16="http://schemas.microsoft.com/office/drawing/2014/main" id="{D1C3E9DF-CAB3-DF80-9261-7EA91D970571}"/>
              </a:ext>
            </a:extLst>
          </p:cNvPr>
          <p:cNvGrpSpPr/>
          <p:nvPr/>
        </p:nvGrpSpPr>
        <p:grpSpPr>
          <a:xfrm>
            <a:off x="5242006" y="600979"/>
            <a:ext cx="1105757" cy="67715"/>
            <a:chOff x="0" y="-9525"/>
            <a:chExt cx="436842" cy="26751"/>
          </a:xfrm>
        </p:grpSpPr>
        <p:sp>
          <p:nvSpPr>
            <p:cNvPr id="34" name="Google Shape;114;p13">
              <a:extLst>
                <a:ext uri="{FF2B5EF4-FFF2-40B4-BE49-F238E27FC236}">
                  <a16:creationId xmlns:a16="http://schemas.microsoft.com/office/drawing/2014/main" id="{04FE1829-6419-B94F-7E2E-50597CB16EEE}"/>
                </a:ext>
              </a:extLst>
            </p:cNvPr>
            <p:cNvSpPr/>
            <p:nvPr/>
          </p:nvSpPr>
          <p:spPr>
            <a:xfrm>
              <a:off x="0" y="0"/>
              <a:ext cx="436842" cy="17226"/>
            </a:xfrm>
            <a:custGeom>
              <a:avLst/>
              <a:gdLst/>
              <a:ahLst/>
              <a:cxnLst/>
              <a:rect l="l" t="t" r="r" b="b"/>
              <a:pathLst>
                <a:path w="436842" h="17226" extrusionOk="0">
                  <a:moveTo>
                    <a:pt x="0" y="0"/>
                  </a:moveTo>
                  <a:lnTo>
                    <a:pt x="436842" y="0"/>
                  </a:lnTo>
                  <a:lnTo>
                    <a:pt x="436842" y="17226"/>
                  </a:lnTo>
                  <a:lnTo>
                    <a:pt x="0" y="17226"/>
                  </a:lnTo>
                  <a:close/>
                </a:path>
              </a:pathLst>
            </a:custGeom>
            <a:solidFill>
              <a:srgbClr val="7FC241"/>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200" b="0" i="0" u="none" strike="noStrike" kern="1200" cap="none" spc="0" normalizeH="0" baseline="0" noProof="0">
                <a:ln>
                  <a:noFill/>
                </a:ln>
                <a:solidFill>
                  <a:prstClr val="black"/>
                </a:solidFill>
                <a:effectLst/>
                <a:uLnTx/>
                <a:uFillTx/>
                <a:latin typeface="Work Sans"/>
                <a:ea typeface="+mn-ea"/>
                <a:cs typeface="+mn-cs"/>
              </a:endParaRPr>
            </a:p>
          </p:txBody>
        </p:sp>
        <p:sp>
          <p:nvSpPr>
            <p:cNvPr id="35" name="Google Shape;115;p13">
              <a:extLst>
                <a:ext uri="{FF2B5EF4-FFF2-40B4-BE49-F238E27FC236}">
                  <a16:creationId xmlns:a16="http://schemas.microsoft.com/office/drawing/2014/main" id="{7F1DAB28-2A72-820D-5E87-3B1F98EC34A4}"/>
                </a:ext>
              </a:extLst>
            </p:cNvPr>
            <p:cNvSpPr txBox="1"/>
            <p:nvPr/>
          </p:nvSpPr>
          <p:spPr>
            <a:xfrm>
              <a:off x="0" y="-9525"/>
              <a:ext cx="436842" cy="26751"/>
            </a:xfrm>
            <a:prstGeom prst="rect">
              <a:avLst/>
            </a:prstGeom>
            <a:noFill/>
            <a:ln>
              <a:noFill/>
            </a:ln>
          </p:spPr>
          <p:txBody>
            <a:bodyPr spcFirstLastPara="1" wrap="square" lIns="44824" tIns="44824" rIns="44824" bIns="44824" anchor="ctr" anchorCtr="0">
              <a:noAutofit/>
            </a:bodyPr>
            <a:lstStyle/>
            <a:p>
              <a:pPr marL="0" marR="0" lvl="0" indent="0" algn="ctr" defTabSz="457200" rtl="0" eaLnBrk="1" fontAlgn="auto" latinLnBrk="0" hangingPunct="1">
                <a:lnSpc>
                  <a:spcPct val="80000"/>
                </a:lnSpc>
                <a:spcBef>
                  <a:spcPts val="0"/>
                </a:spcBef>
                <a:spcAft>
                  <a:spcPts val="0"/>
                </a:spcAft>
                <a:buClrTx/>
                <a:buSzTx/>
                <a:buFontTx/>
                <a:buNone/>
                <a:tabLst/>
                <a:defRPr/>
              </a:pPr>
              <a:endParaRPr kumimoji="0" lang="fr-FR" sz="1200" b="0" i="0" u="none" strike="noStrike" kern="1200" cap="none" spc="0" normalizeH="0" baseline="0" noProof="0">
                <a:ln>
                  <a:noFill/>
                </a:ln>
                <a:solidFill>
                  <a:prstClr val="black"/>
                </a:solidFill>
                <a:effectLst/>
                <a:uLnTx/>
                <a:uFillTx/>
                <a:latin typeface="Work Sans"/>
                <a:ea typeface="Calibri"/>
                <a:cs typeface="Calibri"/>
                <a:sym typeface="Calibri"/>
              </a:endParaRPr>
            </a:p>
          </p:txBody>
        </p:sp>
      </p:grpSp>
    </p:spTree>
    <p:extLst>
      <p:ext uri="{BB962C8B-B14F-4D97-AF65-F5344CB8AC3E}">
        <p14:creationId xmlns:p14="http://schemas.microsoft.com/office/powerpoint/2010/main" val="42688459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2E5BD3-9856-C99F-2BFE-D417B5B59709}"/>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C028A082-AAE3-2A82-85EC-45EE08D8E97A}"/>
              </a:ext>
            </a:extLst>
          </p:cNvPr>
          <p:cNvSpPr/>
          <p:nvPr/>
        </p:nvSpPr>
        <p:spPr>
          <a:xfrm>
            <a:off x="-53676" y="0"/>
            <a:ext cx="12245675"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Espace réservé du numéro de diapositive 2">
            <a:extLst>
              <a:ext uri="{FF2B5EF4-FFF2-40B4-BE49-F238E27FC236}">
                <a16:creationId xmlns:a16="http://schemas.microsoft.com/office/drawing/2014/main" id="{2482F03D-A379-4F33-6D2B-D1D4A0DAC849}"/>
              </a:ext>
            </a:extLst>
          </p:cNvPr>
          <p:cNvSpPr>
            <a:spLocks noGrp="1"/>
          </p:cNvSpPr>
          <p:nvPr>
            <p:ph type="sldNum" sz="quarter" idx="12"/>
          </p:nvPr>
        </p:nvSpPr>
        <p:spPr>
          <a:xfrm>
            <a:off x="8949648" y="6057016"/>
            <a:ext cx="27432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843DB3B-2DAE-45C8-8012-39AD7A5181D9}" type="slidenum">
              <a:rPr kumimoji="0" lang="fr-CI" sz="1100" b="0" i="0" u="none" strike="noStrike" kern="1200" cap="none" spc="0" normalizeH="0" baseline="0" noProof="0" smtClean="0">
                <a:ln>
                  <a:noFill/>
                </a:ln>
                <a:solidFill>
                  <a:prstClr val="white"/>
                </a:solidFill>
                <a:effectLst/>
                <a:uLnTx/>
                <a:uFillTx/>
                <a:latin typeface="Work Sans"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7</a:t>
            </a:fld>
            <a:endParaRPr kumimoji="0" lang="fr-CI" sz="1200" b="0" i="0" u="none" strike="noStrike" kern="1200" cap="none" spc="0" normalizeH="0" baseline="0" noProof="0">
              <a:ln>
                <a:noFill/>
              </a:ln>
              <a:solidFill>
                <a:prstClr val="white"/>
              </a:solidFill>
              <a:effectLst/>
              <a:uLnTx/>
              <a:uFillTx/>
              <a:latin typeface="Work Sans" pitchFamily="2" charset="0"/>
              <a:ea typeface="+mn-ea"/>
              <a:cs typeface="+mn-cs"/>
            </a:endParaRPr>
          </a:p>
        </p:txBody>
      </p:sp>
      <p:pic>
        <p:nvPicPr>
          <p:cNvPr id="8" name="Image 7" descr="Une image contenant texte, capture d’écran, tableau&#10;&#10;Le contenu généré par l’IA peut être incorrect.">
            <a:extLst>
              <a:ext uri="{FF2B5EF4-FFF2-40B4-BE49-F238E27FC236}">
                <a16:creationId xmlns:a16="http://schemas.microsoft.com/office/drawing/2014/main" id="{621A2DA3-2BF4-3021-12EC-80D46D151A30}"/>
              </a:ext>
            </a:extLst>
          </p:cNvPr>
          <p:cNvPicPr>
            <a:picLocks noChangeAspect="1"/>
          </p:cNvPicPr>
          <p:nvPr/>
        </p:nvPicPr>
        <p:blipFill>
          <a:blip r:embed="rId3">
            <a:extLst>
              <a:ext uri="{BEBA8EAE-BF5A-486C-A8C5-ECC9F3942E4B}">
                <a14:imgProps xmlns:a14="http://schemas.microsoft.com/office/drawing/2010/main">
                  <a14:imgLayer r:embed="rId4">
                    <a14:imgEffect>
                      <a14:artisticBlur radius="68"/>
                    </a14:imgEffect>
                  </a14:imgLayer>
                </a14:imgProps>
              </a:ext>
              <a:ext uri="{28A0092B-C50C-407E-A947-70E740481C1C}">
                <a14:useLocalDpi xmlns:a14="http://schemas.microsoft.com/office/drawing/2010/main" val="0"/>
              </a:ext>
            </a:extLst>
          </a:blip>
          <a:stretch>
            <a:fillRect/>
          </a:stretch>
        </p:blipFill>
        <p:spPr>
          <a:xfrm>
            <a:off x="-56433" y="0"/>
            <a:ext cx="12245674" cy="5710298"/>
          </a:xfrm>
          <a:prstGeom prst="rect">
            <a:avLst/>
          </a:prstGeom>
        </p:spPr>
      </p:pic>
      <p:sp>
        <p:nvSpPr>
          <p:cNvPr id="9" name="Rectangle 8">
            <a:extLst>
              <a:ext uri="{FF2B5EF4-FFF2-40B4-BE49-F238E27FC236}">
                <a16:creationId xmlns:a16="http://schemas.microsoft.com/office/drawing/2014/main" id="{44FE93F3-1C5A-C673-0975-1E79850CE418}"/>
              </a:ext>
            </a:extLst>
          </p:cNvPr>
          <p:cNvSpPr/>
          <p:nvPr/>
        </p:nvSpPr>
        <p:spPr>
          <a:xfrm>
            <a:off x="-88090" y="0"/>
            <a:ext cx="12245677" cy="5710299"/>
          </a:xfrm>
          <a:prstGeom prst="rect">
            <a:avLst/>
          </a:prstGeom>
          <a:solidFill>
            <a:schemeClr val="accent1">
              <a:lumMod val="50000"/>
              <a:alpha val="8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1" name="Groupe 10">
            <a:extLst>
              <a:ext uri="{FF2B5EF4-FFF2-40B4-BE49-F238E27FC236}">
                <a16:creationId xmlns:a16="http://schemas.microsoft.com/office/drawing/2014/main" id="{AFFA2BA1-CF47-789F-A741-9FB5089CCDA1}"/>
              </a:ext>
            </a:extLst>
          </p:cNvPr>
          <p:cNvGrpSpPr/>
          <p:nvPr/>
        </p:nvGrpSpPr>
        <p:grpSpPr>
          <a:xfrm>
            <a:off x="666640" y="2294267"/>
            <a:ext cx="5510424" cy="571933"/>
            <a:chOff x="530452" y="420669"/>
            <a:chExt cx="5510424" cy="571933"/>
          </a:xfrm>
        </p:grpSpPr>
        <p:sp>
          <p:nvSpPr>
            <p:cNvPr id="12" name="ZoneTexte 5152">
              <a:extLst>
                <a:ext uri="{FF2B5EF4-FFF2-40B4-BE49-F238E27FC236}">
                  <a16:creationId xmlns:a16="http://schemas.microsoft.com/office/drawing/2014/main" id="{B162F05A-A708-56A2-16DC-4BA39B9841D0}"/>
                </a:ext>
              </a:extLst>
            </p:cNvPr>
            <p:cNvSpPr txBox="1"/>
            <p:nvPr/>
          </p:nvSpPr>
          <p:spPr>
            <a:xfrm>
              <a:off x="530452" y="420669"/>
              <a:ext cx="5510424" cy="483209"/>
            </a:xfrm>
            <a:prstGeom prst="rect">
              <a:avLst/>
            </a:prstGeom>
            <a:noFill/>
            <a:ln cap="flat">
              <a:noFill/>
            </a:ln>
          </p:spPr>
          <p:txBody>
            <a:bodyPr vert="horz" wrap="square" lIns="91440" tIns="45720" rIns="91440" bIns="45720" anchor="t" anchorCtr="0" compatLnSpc="1">
              <a:spAutoFit/>
            </a:bodyPr>
            <a:lstStyle/>
            <a:p>
              <a:pPr defTabSz="414771" hangingPunct="0">
                <a:defRPr sz="1800" b="0" i="0" u="none" strike="noStrike" kern="0" cap="none" spc="0" baseline="0">
                  <a:solidFill>
                    <a:srgbClr val="000000"/>
                  </a:solidFill>
                  <a:uFillTx/>
                </a:defRPr>
              </a:pPr>
              <a:r>
                <a:rPr lang="fr-FR" sz="2500" b="1" dirty="0">
                  <a:solidFill>
                    <a:srgbClr val="FFFFFF"/>
                  </a:solidFill>
                  <a:latin typeface="Work Sans"/>
                </a:rPr>
                <a:t>PARTIE II : QUI SOMME NOUS ?</a:t>
              </a:r>
              <a:endParaRPr kumimoji="0" lang="fr-FR" sz="2540" b="1" i="0" u="none" strike="noStrike" kern="1200" cap="none" spc="0" normalizeH="0" baseline="0" noProof="0" dirty="0">
                <a:ln>
                  <a:noFill/>
                </a:ln>
                <a:solidFill>
                  <a:srgbClr val="FFFFFF"/>
                </a:solidFill>
                <a:effectLst/>
                <a:uLnTx/>
                <a:uFillTx/>
                <a:latin typeface="Work Sans" pitchFamily="2"/>
                <a:ea typeface="+mn-ea"/>
                <a:cs typeface="+mn-cs"/>
              </a:endParaRPr>
            </a:p>
          </p:txBody>
        </p:sp>
        <p:cxnSp>
          <p:nvCxnSpPr>
            <p:cNvPr id="13" name="Connecteur droit 5153">
              <a:extLst>
                <a:ext uri="{FF2B5EF4-FFF2-40B4-BE49-F238E27FC236}">
                  <a16:creationId xmlns:a16="http://schemas.microsoft.com/office/drawing/2014/main" id="{5E22B23F-1F6D-01AC-0454-6DC8A6B4801E}"/>
                </a:ext>
              </a:extLst>
            </p:cNvPr>
            <p:cNvCxnSpPr/>
            <p:nvPr/>
          </p:nvCxnSpPr>
          <p:spPr>
            <a:xfrm>
              <a:off x="1425320" y="992602"/>
              <a:ext cx="2004822" cy="0"/>
            </a:xfrm>
            <a:prstGeom prst="straightConnector1">
              <a:avLst/>
            </a:prstGeom>
            <a:noFill/>
            <a:ln w="28575" cap="flat">
              <a:solidFill>
                <a:srgbClr val="B8D4F0"/>
              </a:solidFill>
              <a:prstDash val="solid"/>
              <a:miter/>
            </a:ln>
          </p:spPr>
        </p:cxnSp>
      </p:grpSp>
      <p:sp>
        <p:nvSpPr>
          <p:cNvPr id="42" name="Rectangle 41">
            <a:extLst>
              <a:ext uri="{FF2B5EF4-FFF2-40B4-BE49-F238E27FC236}">
                <a16:creationId xmlns:a16="http://schemas.microsoft.com/office/drawing/2014/main" id="{C7994A01-E791-CC43-5815-2083F2B046E9}"/>
              </a:ext>
            </a:extLst>
          </p:cNvPr>
          <p:cNvSpPr/>
          <p:nvPr/>
        </p:nvSpPr>
        <p:spPr>
          <a:xfrm>
            <a:off x="-57016" y="5554944"/>
            <a:ext cx="12251191" cy="155355"/>
          </a:xfrm>
          <a:prstGeom prst="rect">
            <a:avLst/>
          </a:prstGeom>
          <a:solidFill>
            <a:srgbClr val="86BC2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44" name="Image 5172" descr="Une image contenant Graphique, Police, logo, texte&#10;&#10;Description générée automatiquement">
            <a:extLst>
              <a:ext uri="{FF2B5EF4-FFF2-40B4-BE49-F238E27FC236}">
                <a16:creationId xmlns:a16="http://schemas.microsoft.com/office/drawing/2014/main" id="{CB6964D8-BDDC-E167-7F93-B04C8EAB8D38}"/>
              </a:ext>
            </a:extLst>
          </p:cNvPr>
          <p:cNvPicPr>
            <a:picLocks noChangeAspect="1"/>
          </p:cNvPicPr>
          <p:nvPr/>
        </p:nvPicPr>
        <p:blipFill>
          <a:blip r:embed="rId5"/>
          <a:stretch>
            <a:fillRect/>
          </a:stretch>
        </p:blipFill>
        <p:spPr>
          <a:xfrm>
            <a:off x="11467508" y="4902201"/>
            <a:ext cx="690079" cy="656740"/>
          </a:xfrm>
          <a:prstGeom prst="rect">
            <a:avLst/>
          </a:prstGeom>
          <a:noFill/>
          <a:ln cap="flat">
            <a:noFill/>
          </a:ln>
        </p:spPr>
      </p:pic>
    </p:spTree>
    <p:extLst>
      <p:ext uri="{BB962C8B-B14F-4D97-AF65-F5344CB8AC3E}">
        <p14:creationId xmlns:p14="http://schemas.microsoft.com/office/powerpoint/2010/main" val="4162843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3">
          <a:extLst>
            <a:ext uri="{FF2B5EF4-FFF2-40B4-BE49-F238E27FC236}">
              <a16:creationId xmlns:a16="http://schemas.microsoft.com/office/drawing/2014/main" id="{DE1952AE-5919-3F81-7143-1F7B3BFF95F6}"/>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EEFE2277-F74E-8594-CEB7-A4CC1A5CF5D0}"/>
              </a:ext>
            </a:extLst>
          </p:cNvPr>
          <p:cNvSpPr/>
          <p:nvPr/>
        </p:nvSpPr>
        <p:spPr>
          <a:xfrm>
            <a:off x="0" y="0"/>
            <a:ext cx="6114379" cy="68580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a:latin typeface="Work Sans"/>
            </a:endParaRPr>
          </a:p>
        </p:txBody>
      </p:sp>
      <p:sp>
        <p:nvSpPr>
          <p:cNvPr id="2" name="Rectangle 1">
            <a:extLst>
              <a:ext uri="{FF2B5EF4-FFF2-40B4-BE49-F238E27FC236}">
                <a16:creationId xmlns:a16="http://schemas.microsoft.com/office/drawing/2014/main" id="{FA218241-A297-69C9-34D8-7AE98C505B31}"/>
              </a:ext>
            </a:extLst>
          </p:cNvPr>
          <p:cNvSpPr/>
          <p:nvPr/>
        </p:nvSpPr>
        <p:spPr>
          <a:xfrm>
            <a:off x="6114380" y="0"/>
            <a:ext cx="6202882" cy="68580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srgbClr val="156082"/>
              </a:solidFill>
              <a:effectLst/>
              <a:uLnTx/>
              <a:uFillTx/>
              <a:latin typeface="Work Sans"/>
              <a:ea typeface="+mn-ea"/>
              <a:cs typeface="+mn-cs"/>
            </a:endParaRPr>
          </a:p>
        </p:txBody>
      </p:sp>
      <p:sp>
        <p:nvSpPr>
          <p:cNvPr id="8" name="Oval 7">
            <a:extLst>
              <a:ext uri="{FF2B5EF4-FFF2-40B4-BE49-F238E27FC236}">
                <a16:creationId xmlns:a16="http://schemas.microsoft.com/office/drawing/2014/main" id="{A5AA133C-AE54-B953-9E4C-37B60A5C8E7A}"/>
              </a:ext>
            </a:extLst>
          </p:cNvPr>
          <p:cNvSpPr/>
          <p:nvPr/>
        </p:nvSpPr>
        <p:spPr>
          <a:xfrm>
            <a:off x="3220742" y="191162"/>
            <a:ext cx="308140" cy="308140"/>
          </a:xfrm>
          <a:prstGeom prst="ellipse">
            <a:avLst/>
          </a:prstGeom>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fr-FR" sz="1200" b="0" i="0" u="none" strike="noStrike" kern="1200" cap="none" spc="0" normalizeH="0" baseline="0" noProof="0">
              <a:ln>
                <a:noFill/>
              </a:ln>
              <a:solidFill>
                <a:prstClr val="white"/>
              </a:solidFill>
              <a:effectLst/>
              <a:uLnTx/>
              <a:uFillTx/>
              <a:latin typeface="Work Sans"/>
              <a:ea typeface="+mn-ea"/>
              <a:cs typeface="+mn-cs"/>
            </a:endParaRPr>
          </a:p>
        </p:txBody>
      </p:sp>
      <p:grpSp>
        <p:nvGrpSpPr>
          <p:cNvPr id="113" name="Google Shape;113;p13">
            <a:extLst>
              <a:ext uri="{FF2B5EF4-FFF2-40B4-BE49-F238E27FC236}">
                <a16:creationId xmlns:a16="http://schemas.microsoft.com/office/drawing/2014/main" id="{D3E03392-AA26-67BE-9E22-C763875EE3E5}"/>
              </a:ext>
            </a:extLst>
          </p:cNvPr>
          <p:cNvGrpSpPr/>
          <p:nvPr/>
        </p:nvGrpSpPr>
        <p:grpSpPr>
          <a:xfrm>
            <a:off x="2161761" y="499302"/>
            <a:ext cx="1105757" cy="67715"/>
            <a:chOff x="0" y="-9525"/>
            <a:chExt cx="436842" cy="26751"/>
          </a:xfrm>
        </p:grpSpPr>
        <p:sp>
          <p:nvSpPr>
            <p:cNvPr id="114" name="Google Shape;114;p13">
              <a:extLst>
                <a:ext uri="{FF2B5EF4-FFF2-40B4-BE49-F238E27FC236}">
                  <a16:creationId xmlns:a16="http://schemas.microsoft.com/office/drawing/2014/main" id="{371719C8-0927-E7D4-41D6-EC07438C2029}"/>
                </a:ext>
              </a:extLst>
            </p:cNvPr>
            <p:cNvSpPr/>
            <p:nvPr/>
          </p:nvSpPr>
          <p:spPr>
            <a:xfrm>
              <a:off x="0" y="0"/>
              <a:ext cx="436842" cy="17226"/>
            </a:xfrm>
            <a:custGeom>
              <a:avLst/>
              <a:gdLst/>
              <a:ahLst/>
              <a:cxnLst/>
              <a:rect l="l" t="t" r="r" b="b"/>
              <a:pathLst>
                <a:path w="436842" h="17226" extrusionOk="0">
                  <a:moveTo>
                    <a:pt x="0" y="0"/>
                  </a:moveTo>
                  <a:lnTo>
                    <a:pt x="436842" y="0"/>
                  </a:lnTo>
                  <a:lnTo>
                    <a:pt x="436842" y="17226"/>
                  </a:lnTo>
                  <a:lnTo>
                    <a:pt x="0" y="17226"/>
                  </a:lnTo>
                  <a:close/>
                </a:path>
              </a:pathLst>
            </a:custGeom>
            <a:solidFill>
              <a:srgbClr val="7FC241"/>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200" b="0" i="0" u="none" strike="noStrike" kern="1200" cap="none" spc="0" normalizeH="0" baseline="0" noProof="0">
                <a:ln>
                  <a:noFill/>
                </a:ln>
                <a:solidFill>
                  <a:prstClr val="black"/>
                </a:solidFill>
                <a:effectLst/>
                <a:uLnTx/>
                <a:uFillTx/>
                <a:latin typeface="Work Sans"/>
                <a:ea typeface="+mn-ea"/>
                <a:cs typeface="+mn-cs"/>
              </a:endParaRPr>
            </a:p>
          </p:txBody>
        </p:sp>
        <p:sp>
          <p:nvSpPr>
            <p:cNvPr id="115" name="Google Shape;115;p13">
              <a:extLst>
                <a:ext uri="{FF2B5EF4-FFF2-40B4-BE49-F238E27FC236}">
                  <a16:creationId xmlns:a16="http://schemas.microsoft.com/office/drawing/2014/main" id="{78064ADD-7450-AEC1-6F8F-43C6BC99092D}"/>
                </a:ext>
              </a:extLst>
            </p:cNvPr>
            <p:cNvSpPr txBox="1"/>
            <p:nvPr/>
          </p:nvSpPr>
          <p:spPr>
            <a:xfrm>
              <a:off x="0" y="-9525"/>
              <a:ext cx="436842" cy="26751"/>
            </a:xfrm>
            <a:prstGeom prst="rect">
              <a:avLst/>
            </a:prstGeom>
            <a:noFill/>
            <a:ln>
              <a:noFill/>
            </a:ln>
          </p:spPr>
          <p:txBody>
            <a:bodyPr spcFirstLastPara="1" wrap="square" lIns="44824" tIns="44824" rIns="44824" bIns="44824" anchor="ctr" anchorCtr="0">
              <a:noAutofit/>
            </a:bodyPr>
            <a:lstStyle/>
            <a:p>
              <a:pPr marL="0" marR="0" lvl="0" indent="0" algn="ctr" defTabSz="457200" rtl="0" eaLnBrk="1" fontAlgn="auto" latinLnBrk="0" hangingPunct="1">
                <a:lnSpc>
                  <a:spcPct val="80000"/>
                </a:lnSpc>
                <a:spcBef>
                  <a:spcPts val="0"/>
                </a:spcBef>
                <a:spcAft>
                  <a:spcPts val="0"/>
                </a:spcAft>
                <a:buClrTx/>
                <a:buSzTx/>
                <a:buFontTx/>
                <a:buNone/>
                <a:tabLst/>
                <a:defRPr/>
              </a:pPr>
              <a:endParaRPr kumimoji="0" lang="fr-FR" sz="1200" b="0" i="0" u="none" strike="noStrike" kern="1200" cap="none" spc="0" normalizeH="0" baseline="0" noProof="0">
                <a:ln>
                  <a:noFill/>
                </a:ln>
                <a:solidFill>
                  <a:prstClr val="black"/>
                </a:solidFill>
                <a:effectLst/>
                <a:uLnTx/>
                <a:uFillTx/>
                <a:latin typeface="Work Sans"/>
                <a:ea typeface="Calibri"/>
                <a:cs typeface="Calibri"/>
                <a:sym typeface="Calibri"/>
              </a:endParaRPr>
            </a:p>
          </p:txBody>
        </p:sp>
      </p:grpSp>
      <p:sp>
        <p:nvSpPr>
          <p:cNvPr id="117" name="Google Shape;117;p13">
            <a:extLst>
              <a:ext uri="{FF2B5EF4-FFF2-40B4-BE49-F238E27FC236}">
                <a16:creationId xmlns:a16="http://schemas.microsoft.com/office/drawing/2014/main" id="{36E9823E-D9F6-0A94-F9C8-FBB1AA4BD6ED}"/>
              </a:ext>
            </a:extLst>
          </p:cNvPr>
          <p:cNvSpPr txBox="1"/>
          <p:nvPr/>
        </p:nvSpPr>
        <p:spPr>
          <a:xfrm>
            <a:off x="254714" y="142100"/>
            <a:ext cx="2966028" cy="406265"/>
          </a:xfrm>
          <a:prstGeom prst="rect">
            <a:avLst/>
          </a:prstGeom>
          <a:noFill/>
          <a:ln>
            <a:noFill/>
          </a:ln>
        </p:spPr>
        <p:txBody>
          <a:bodyPr spcFirstLastPara="1" wrap="square" lIns="0" tIns="0" rIns="0" bIns="0" anchor="t" anchorCtr="0">
            <a:spAutoFit/>
          </a:bodyPr>
          <a:lstStyle/>
          <a:p>
            <a:pPr marL="0" marR="0" lvl="0" indent="0" algn="l" defTabSz="457200" rtl="0" eaLnBrk="1" fontAlgn="auto" latinLnBrk="0" hangingPunct="1">
              <a:lnSpc>
                <a:spcPct val="109972"/>
              </a:lnSpc>
              <a:spcBef>
                <a:spcPts val="0"/>
              </a:spcBef>
              <a:spcAft>
                <a:spcPts val="0"/>
              </a:spcAft>
              <a:buClrTx/>
              <a:buSzTx/>
              <a:buFontTx/>
              <a:buNone/>
              <a:tabLst/>
              <a:defRPr/>
            </a:pPr>
            <a:r>
              <a:rPr kumimoji="0" lang="fr-FR" sz="2400" b="1" i="0" u="none" strike="noStrike" kern="1200" cap="none" spc="0" normalizeH="0" baseline="0" noProof="0" dirty="0">
                <a:ln>
                  <a:noFill/>
                </a:ln>
                <a:solidFill>
                  <a:srgbClr val="7FC241"/>
                </a:solidFill>
                <a:effectLst/>
                <a:uLnTx/>
                <a:uFillTx/>
                <a:latin typeface="Work Sans"/>
                <a:ea typeface="Work Sans"/>
                <a:cs typeface="Work Sans"/>
                <a:sym typeface="Work Sans"/>
              </a:rPr>
              <a:t>Qui sommes nous ?</a:t>
            </a:r>
            <a:endParaRPr kumimoji="0" lang="fr-FR" sz="2400" b="0" i="0" u="none" strike="noStrike" kern="1200" cap="none" spc="0" normalizeH="0" baseline="0" noProof="0" dirty="0">
              <a:ln>
                <a:noFill/>
              </a:ln>
              <a:solidFill>
                <a:prstClr val="black"/>
              </a:solidFill>
              <a:effectLst/>
              <a:uLnTx/>
              <a:uFillTx/>
              <a:latin typeface="Work Sans"/>
              <a:ea typeface="+mn-ea"/>
              <a:cs typeface="+mn-cs"/>
            </a:endParaRPr>
          </a:p>
        </p:txBody>
      </p:sp>
      <p:grpSp>
        <p:nvGrpSpPr>
          <p:cNvPr id="4" name="Groupe 3">
            <a:extLst>
              <a:ext uri="{FF2B5EF4-FFF2-40B4-BE49-F238E27FC236}">
                <a16:creationId xmlns:a16="http://schemas.microsoft.com/office/drawing/2014/main" id="{69F3ECC3-6F32-F847-F099-5ABD65794A34}"/>
              </a:ext>
            </a:extLst>
          </p:cNvPr>
          <p:cNvGrpSpPr/>
          <p:nvPr/>
        </p:nvGrpSpPr>
        <p:grpSpPr>
          <a:xfrm>
            <a:off x="6524079" y="855802"/>
            <a:ext cx="5511312" cy="5798425"/>
            <a:chOff x="6314619" y="819436"/>
            <a:chExt cx="5772673" cy="5361702"/>
          </a:xfrm>
        </p:grpSpPr>
        <p:sp>
          <p:nvSpPr>
            <p:cNvPr id="93" name="Google Shape;93;p13">
              <a:extLst>
                <a:ext uri="{FF2B5EF4-FFF2-40B4-BE49-F238E27FC236}">
                  <a16:creationId xmlns:a16="http://schemas.microsoft.com/office/drawing/2014/main" id="{200A88DB-33DD-7FC7-F426-FC54A2DAAAFC}"/>
                </a:ext>
              </a:extLst>
            </p:cNvPr>
            <p:cNvSpPr/>
            <p:nvPr/>
          </p:nvSpPr>
          <p:spPr>
            <a:xfrm>
              <a:off x="6349546" y="819436"/>
              <a:ext cx="2947446" cy="1596407"/>
            </a:xfrm>
            <a:custGeom>
              <a:avLst/>
              <a:gdLst/>
              <a:ahLst/>
              <a:cxnLst/>
              <a:rect l="l" t="t" r="r" b="b"/>
              <a:pathLst>
                <a:path w="904624" h="630679" extrusionOk="0">
                  <a:moveTo>
                    <a:pt x="0" y="0"/>
                  </a:moveTo>
                  <a:lnTo>
                    <a:pt x="904624" y="0"/>
                  </a:lnTo>
                  <a:lnTo>
                    <a:pt x="904624" y="630679"/>
                  </a:lnTo>
                  <a:lnTo>
                    <a:pt x="0" y="630679"/>
                  </a:lnTo>
                  <a:close/>
                </a:path>
              </a:pathLst>
            </a:custGeom>
            <a:solidFill>
              <a:srgbClr val="804040"/>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200" b="0" i="0" u="none" strike="noStrike" kern="1200" cap="none" spc="0" normalizeH="0" baseline="0" noProof="0">
                <a:ln>
                  <a:noFill/>
                </a:ln>
                <a:solidFill>
                  <a:prstClr val="black"/>
                </a:solidFill>
                <a:effectLst/>
                <a:uLnTx/>
                <a:uFillTx/>
                <a:latin typeface="Work Sans"/>
                <a:ea typeface="+mn-ea"/>
                <a:cs typeface="+mn-cs"/>
              </a:endParaRPr>
            </a:p>
          </p:txBody>
        </p:sp>
        <p:sp>
          <p:nvSpPr>
            <p:cNvPr id="95" name="Google Shape;95;p13">
              <a:extLst>
                <a:ext uri="{FF2B5EF4-FFF2-40B4-BE49-F238E27FC236}">
                  <a16:creationId xmlns:a16="http://schemas.microsoft.com/office/drawing/2014/main" id="{6C45E30E-7BF9-BD33-538D-36E2AA132B36}"/>
                </a:ext>
              </a:extLst>
            </p:cNvPr>
            <p:cNvSpPr/>
            <p:nvPr/>
          </p:nvSpPr>
          <p:spPr>
            <a:xfrm>
              <a:off x="9286554" y="829876"/>
              <a:ext cx="2797400" cy="1596406"/>
            </a:xfrm>
            <a:custGeom>
              <a:avLst/>
              <a:gdLst/>
              <a:ahLst/>
              <a:cxnLst/>
              <a:rect l="l" t="t" r="r" b="b"/>
              <a:pathLst>
                <a:path w="457875" h="357288" extrusionOk="0">
                  <a:moveTo>
                    <a:pt x="0" y="0"/>
                  </a:moveTo>
                  <a:lnTo>
                    <a:pt x="457875" y="0"/>
                  </a:lnTo>
                  <a:lnTo>
                    <a:pt x="457875" y="357288"/>
                  </a:lnTo>
                  <a:lnTo>
                    <a:pt x="0" y="357288"/>
                  </a:lnTo>
                  <a:close/>
                </a:path>
              </a:pathLst>
            </a:custGeom>
            <a:blipFill rotWithShape="1">
              <a:blip r:embed="rId3">
                <a:alphaModFix/>
              </a:blip>
              <a:stretch>
                <a:fillRect l="-17712" r="-17712"/>
              </a:stretch>
            </a:blip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200" b="0" i="0" u="none" strike="noStrike" kern="1200" cap="none" spc="0" normalizeH="0" baseline="0" noProof="0">
                <a:ln>
                  <a:noFill/>
                </a:ln>
                <a:solidFill>
                  <a:prstClr val="black"/>
                </a:solidFill>
                <a:effectLst/>
                <a:uLnTx/>
                <a:uFillTx/>
                <a:latin typeface="Work Sans"/>
                <a:ea typeface="+mn-ea"/>
                <a:cs typeface="+mn-cs"/>
              </a:endParaRPr>
            </a:p>
          </p:txBody>
        </p:sp>
        <p:sp>
          <p:nvSpPr>
            <p:cNvPr id="97" name="Google Shape;97;p13">
              <a:extLst>
                <a:ext uri="{FF2B5EF4-FFF2-40B4-BE49-F238E27FC236}">
                  <a16:creationId xmlns:a16="http://schemas.microsoft.com/office/drawing/2014/main" id="{F32A921E-ABA9-96F0-D010-3DC9E695CB3B}"/>
                </a:ext>
              </a:extLst>
            </p:cNvPr>
            <p:cNvSpPr/>
            <p:nvPr/>
          </p:nvSpPr>
          <p:spPr>
            <a:xfrm>
              <a:off x="9285846" y="2415573"/>
              <a:ext cx="2797399" cy="1824616"/>
            </a:xfrm>
            <a:custGeom>
              <a:avLst/>
              <a:gdLst/>
              <a:ahLst/>
              <a:cxnLst/>
              <a:rect l="l" t="t" r="r" b="b"/>
              <a:pathLst>
                <a:path w="807952" h="728977" extrusionOk="0">
                  <a:moveTo>
                    <a:pt x="0" y="0"/>
                  </a:moveTo>
                  <a:lnTo>
                    <a:pt x="807952" y="0"/>
                  </a:lnTo>
                  <a:lnTo>
                    <a:pt x="807952" y="728977"/>
                  </a:lnTo>
                  <a:lnTo>
                    <a:pt x="0" y="728977"/>
                  </a:lnTo>
                  <a:close/>
                </a:path>
              </a:pathLst>
            </a:custGeom>
            <a:solidFill>
              <a:srgbClr val="7FC241"/>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200" b="0" i="0" u="none" strike="noStrike" kern="1200" cap="none" spc="0" normalizeH="0" baseline="0" noProof="0">
                <a:ln>
                  <a:noFill/>
                </a:ln>
                <a:solidFill>
                  <a:prstClr val="black"/>
                </a:solidFill>
                <a:effectLst/>
                <a:uLnTx/>
                <a:uFillTx/>
                <a:latin typeface="Work Sans"/>
                <a:ea typeface="+mn-ea"/>
                <a:cs typeface="+mn-cs"/>
              </a:endParaRPr>
            </a:p>
          </p:txBody>
        </p:sp>
        <p:grpSp>
          <p:nvGrpSpPr>
            <p:cNvPr id="99" name="Google Shape;99;p13">
              <a:extLst>
                <a:ext uri="{FF2B5EF4-FFF2-40B4-BE49-F238E27FC236}">
                  <a16:creationId xmlns:a16="http://schemas.microsoft.com/office/drawing/2014/main" id="{9DE6ED59-E395-E826-7E6A-CD2BD5D3E012}"/>
                </a:ext>
              </a:extLst>
            </p:cNvPr>
            <p:cNvGrpSpPr/>
            <p:nvPr/>
          </p:nvGrpSpPr>
          <p:grpSpPr>
            <a:xfrm>
              <a:off x="6342067" y="4192729"/>
              <a:ext cx="2959241" cy="1983296"/>
              <a:chOff x="0" y="-9525"/>
              <a:chExt cx="905159" cy="791771"/>
            </a:xfrm>
          </p:grpSpPr>
          <p:sp>
            <p:nvSpPr>
              <p:cNvPr id="100" name="Google Shape;100;p13">
                <a:extLst>
                  <a:ext uri="{FF2B5EF4-FFF2-40B4-BE49-F238E27FC236}">
                    <a16:creationId xmlns:a16="http://schemas.microsoft.com/office/drawing/2014/main" id="{76EFB39C-807D-9E26-A713-B49D160ACB94}"/>
                  </a:ext>
                </a:extLst>
              </p:cNvPr>
              <p:cNvSpPr/>
              <p:nvPr/>
            </p:nvSpPr>
            <p:spPr>
              <a:xfrm>
                <a:off x="0" y="0"/>
                <a:ext cx="905158" cy="782246"/>
              </a:xfrm>
              <a:custGeom>
                <a:avLst/>
                <a:gdLst/>
                <a:ahLst/>
                <a:cxnLst/>
                <a:rect l="l" t="t" r="r" b="b"/>
                <a:pathLst>
                  <a:path w="905158" h="782246" extrusionOk="0">
                    <a:moveTo>
                      <a:pt x="0" y="0"/>
                    </a:moveTo>
                    <a:lnTo>
                      <a:pt x="905158" y="0"/>
                    </a:lnTo>
                    <a:lnTo>
                      <a:pt x="905158" y="782246"/>
                    </a:lnTo>
                    <a:lnTo>
                      <a:pt x="0" y="782246"/>
                    </a:lnTo>
                    <a:close/>
                  </a:path>
                </a:pathLst>
              </a:custGeom>
              <a:no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200" b="0" i="0" u="none" strike="noStrike" kern="1200" cap="none" spc="0" normalizeH="0" baseline="0" noProof="0">
                  <a:ln>
                    <a:noFill/>
                  </a:ln>
                  <a:solidFill>
                    <a:prstClr val="black"/>
                  </a:solidFill>
                  <a:effectLst/>
                  <a:uLnTx/>
                  <a:uFillTx/>
                  <a:latin typeface="Work Sans"/>
                  <a:ea typeface="+mn-ea"/>
                  <a:cs typeface="+mn-cs"/>
                </a:endParaRPr>
              </a:p>
            </p:txBody>
          </p:sp>
          <p:sp>
            <p:nvSpPr>
              <p:cNvPr id="101" name="Google Shape;101;p13">
                <a:extLst>
                  <a:ext uri="{FF2B5EF4-FFF2-40B4-BE49-F238E27FC236}">
                    <a16:creationId xmlns:a16="http://schemas.microsoft.com/office/drawing/2014/main" id="{F0D59F37-1103-D8B1-0B23-74503521B674}"/>
                  </a:ext>
                </a:extLst>
              </p:cNvPr>
              <p:cNvSpPr txBox="1"/>
              <p:nvPr/>
            </p:nvSpPr>
            <p:spPr>
              <a:xfrm>
                <a:off x="5202" y="-9525"/>
                <a:ext cx="899957" cy="791771"/>
              </a:xfrm>
              <a:prstGeom prst="rect">
                <a:avLst/>
              </a:prstGeom>
              <a:solidFill>
                <a:schemeClr val="bg1">
                  <a:lumMod val="65000"/>
                </a:schemeClr>
              </a:solidFill>
              <a:ln>
                <a:noFill/>
              </a:ln>
            </p:spPr>
            <p:txBody>
              <a:bodyPr spcFirstLastPara="1" wrap="square" lIns="44824" tIns="44824" rIns="44824" bIns="44824" anchor="ctr" anchorCtr="0">
                <a:noAutofit/>
              </a:bodyPr>
              <a:lstStyle/>
              <a:p>
                <a:pPr marL="0" marR="0" lvl="0" indent="0" algn="ctr" defTabSz="457200" rtl="0" eaLnBrk="1" fontAlgn="auto" latinLnBrk="0" hangingPunct="1">
                  <a:lnSpc>
                    <a:spcPct val="80000"/>
                  </a:lnSpc>
                  <a:spcBef>
                    <a:spcPts val="0"/>
                  </a:spcBef>
                  <a:spcAft>
                    <a:spcPts val="0"/>
                  </a:spcAft>
                  <a:buClrTx/>
                  <a:buSzTx/>
                  <a:buFontTx/>
                  <a:buNone/>
                  <a:tabLst/>
                  <a:defRPr/>
                </a:pPr>
                <a:endParaRPr kumimoji="0" lang="fr-FR" sz="1200" b="0" i="0" u="none" strike="noStrike" kern="1200" cap="none" spc="0" normalizeH="0" baseline="0" noProof="0">
                  <a:ln>
                    <a:noFill/>
                  </a:ln>
                  <a:solidFill>
                    <a:prstClr val="black"/>
                  </a:solidFill>
                  <a:effectLst/>
                  <a:uLnTx/>
                  <a:uFillTx/>
                  <a:latin typeface="Work Sans"/>
                  <a:ea typeface="Calibri"/>
                  <a:cs typeface="Calibri"/>
                  <a:sym typeface="Calibri"/>
                </a:endParaRPr>
              </a:p>
            </p:txBody>
          </p:sp>
        </p:grpSp>
        <p:sp>
          <p:nvSpPr>
            <p:cNvPr id="124" name="Google Shape;124;p13">
              <a:extLst>
                <a:ext uri="{FF2B5EF4-FFF2-40B4-BE49-F238E27FC236}">
                  <a16:creationId xmlns:a16="http://schemas.microsoft.com/office/drawing/2014/main" id="{68FE3901-A122-C079-C04E-8CC18D767F49}"/>
                </a:ext>
              </a:extLst>
            </p:cNvPr>
            <p:cNvSpPr txBox="1"/>
            <p:nvPr/>
          </p:nvSpPr>
          <p:spPr>
            <a:xfrm>
              <a:off x="6464826" y="1237515"/>
              <a:ext cx="2706449" cy="1097063"/>
            </a:xfrm>
            <a:prstGeom prst="rect">
              <a:avLst/>
            </a:prstGeom>
            <a:noFill/>
            <a:ln>
              <a:noFill/>
            </a:ln>
          </p:spPr>
          <p:txBody>
            <a:bodyPr spcFirstLastPara="1" wrap="square" lIns="0" tIns="0" rIns="0" bIns="0" anchor="t" anchorCtr="0">
              <a:spAutoFit/>
            </a:bodyPr>
            <a:lstStyle/>
            <a:p>
              <a:pPr marL="0" marR="0" lvl="0" indent="0" algn="just" defTabSz="457200" rtl="0" eaLnBrk="1" fontAlgn="auto" latinLnBrk="0" hangingPunct="1">
                <a:lnSpc>
                  <a:spcPct val="140046"/>
                </a:lnSpc>
                <a:spcBef>
                  <a:spcPts val="0"/>
                </a:spcBef>
                <a:spcAft>
                  <a:spcPts val="0"/>
                </a:spcAft>
                <a:buClrTx/>
                <a:buSzTx/>
                <a:buFontTx/>
                <a:buNone/>
                <a:tabLst/>
                <a:defRPr/>
              </a:pPr>
              <a:r>
                <a:rPr kumimoji="0" lang="fr-FR" sz="1100" b="0" i="0" u="none" strike="noStrike" kern="1200" cap="none" spc="0" normalizeH="0" baseline="0" noProof="0" dirty="0">
                  <a:ln>
                    <a:noFill/>
                  </a:ln>
                  <a:solidFill>
                    <a:srgbClr val="FFFFFF"/>
                  </a:solidFill>
                  <a:effectLst/>
                  <a:uLnTx/>
                  <a:uFillTx/>
                  <a:latin typeface="Work Sans"/>
                  <a:ea typeface="Work Sans"/>
                  <a:cs typeface="Work Sans"/>
                  <a:sym typeface="Work Sans"/>
                </a:rPr>
                <a:t>Nous sommes intransigeants sur la qualité. Pour ce faire, nos missions sont assurées dans le strict respect des règles de qualité, d'éthique et d'indépendance. </a:t>
              </a:r>
              <a:endParaRPr kumimoji="0" lang="fr-FR" sz="1100" b="0" i="0" u="none" strike="noStrike" kern="1200" cap="none" spc="0" normalizeH="0" baseline="0" noProof="0" dirty="0">
                <a:ln>
                  <a:noFill/>
                </a:ln>
                <a:solidFill>
                  <a:prstClr val="black"/>
                </a:solidFill>
                <a:effectLst/>
                <a:uLnTx/>
                <a:uFillTx/>
                <a:latin typeface="Work Sans"/>
                <a:ea typeface="+mn-ea"/>
                <a:cs typeface="+mn-cs"/>
              </a:endParaRPr>
            </a:p>
          </p:txBody>
        </p:sp>
        <p:sp>
          <p:nvSpPr>
            <p:cNvPr id="125" name="Google Shape;125;p13">
              <a:extLst>
                <a:ext uri="{FF2B5EF4-FFF2-40B4-BE49-F238E27FC236}">
                  <a16:creationId xmlns:a16="http://schemas.microsoft.com/office/drawing/2014/main" id="{08F3B6FE-662F-6AB5-754B-D42F2E16C0D9}"/>
                </a:ext>
              </a:extLst>
            </p:cNvPr>
            <p:cNvSpPr txBox="1"/>
            <p:nvPr/>
          </p:nvSpPr>
          <p:spPr>
            <a:xfrm>
              <a:off x="6755241" y="1035319"/>
              <a:ext cx="2149898" cy="239359"/>
            </a:xfrm>
            <a:prstGeom prst="rect">
              <a:avLst/>
            </a:prstGeom>
            <a:noFill/>
            <a:ln>
              <a:noFill/>
            </a:ln>
          </p:spPr>
          <p:txBody>
            <a:bodyPr spcFirstLastPara="1" wrap="square" lIns="0" tIns="0" rIns="0" bIns="0" anchor="t" anchorCtr="0">
              <a:spAutoFit/>
            </a:bodyPr>
            <a:lstStyle/>
            <a:p>
              <a:pPr marL="0" marR="0" lvl="0" indent="0" algn="ctr" defTabSz="457200" rtl="0" eaLnBrk="1" fontAlgn="auto" latinLnBrk="0" hangingPunct="1">
                <a:lnSpc>
                  <a:spcPct val="140000"/>
                </a:lnSpc>
                <a:spcBef>
                  <a:spcPts val="0"/>
                </a:spcBef>
                <a:spcAft>
                  <a:spcPts val="0"/>
                </a:spcAft>
                <a:buClrTx/>
                <a:buSzTx/>
                <a:buFontTx/>
                <a:buNone/>
                <a:tabLst/>
                <a:defRPr/>
              </a:pPr>
              <a:r>
                <a:rPr kumimoji="0" lang="fr-FR" sz="1200" b="1" i="0" u="none" strike="noStrike" kern="1200" cap="none" spc="0" normalizeH="0" baseline="0" noProof="0" dirty="0">
                  <a:ln>
                    <a:noFill/>
                  </a:ln>
                  <a:solidFill>
                    <a:srgbClr val="FFFFFF"/>
                  </a:solidFill>
                  <a:effectLst/>
                  <a:uLnTx/>
                  <a:uFillTx/>
                  <a:latin typeface="Work Sans"/>
                  <a:ea typeface="Open Sans"/>
                  <a:cs typeface="Open Sans"/>
                  <a:sym typeface="Open Sans"/>
                </a:rPr>
                <a:t>Notre Technicité</a:t>
              </a:r>
              <a:endParaRPr kumimoji="0" lang="fr-FR" sz="1200" b="0" i="0" u="none" strike="noStrike" kern="1200" cap="none" spc="0" normalizeH="0" baseline="0" noProof="0" dirty="0">
                <a:ln>
                  <a:noFill/>
                </a:ln>
                <a:solidFill>
                  <a:prstClr val="black"/>
                </a:solidFill>
                <a:effectLst/>
                <a:uLnTx/>
                <a:uFillTx/>
                <a:latin typeface="Work Sans"/>
                <a:ea typeface="+mn-ea"/>
                <a:cs typeface="+mn-cs"/>
              </a:endParaRPr>
            </a:p>
          </p:txBody>
        </p:sp>
        <p:sp>
          <p:nvSpPr>
            <p:cNvPr id="126" name="Google Shape;126;p13">
              <a:extLst>
                <a:ext uri="{FF2B5EF4-FFF2-40B4-BE49-F238E27FC236}">
                  <a16:creationId xmlns:a16="http://schemas.microsoft.com/office/drawing/2014/main" id="{2615C62D-8BE0-E5F5-27CD-4336337D9492}"/>
                </a:ext>
              </a:extLst>
            </p:cNvPr>
            <p:cNvSpPr txBox="1"/>
            <p:nvPr/>
          </p:nvSpPr>
          <p:spPr>
            <a:xfrm>
              <a:off x="9433561" y="2774258"/>
              <a:ext cx="2504794" cy="1241320"/>
            </a:xfrm>
            <a:prstGeom prst="rect">
              <a:avLst/>
            </a:prstGeom>
            <a:noFill/>
            <a:ln>
              <a:noFill/>
            </a:ln>
          </p:spPr>
          <p:txBody>
            <a:bodyPr spcFirstLastPara="1" wrap="square" lIns="0" tIns="0" rIns="0" bIns="0" anchor="t" anchorCtr="0">
              <a:spAutoFit/>
            </a:bodyPr>
            <a:lstStyle/>
            <a:p>
              <a:pPr marL="0" marR="0" lvl="0" indent="0" algn="just" defTabSz="457200" rtl="0" eaLnBrk="1" fontAlgn="auto" latinLnBrk="0" hangingPunct="1">
                <a:lnSpc>
                  <a:spcPct val="131975"/>
                </a:lnSpc>
                <a:spcBef>
                  <a:spcPts val="0"/>
                </a:spcBef>
                <a:spcAft>
                  <a:spcPts val="0"/>
                </a:spcAft>
                <a:buClrTx/>
                <a:buSzTx/>
                <a:buFontTx/>
                <a:buNone/>
                <a:tabLst/>
                <a:defRPr/>
              </a:pPr>
              <a:r>
                <a:rPr kumimoji="0" lang="fr-FR" sz="1100" b="0" i="0" u="none" strike="noStrike" kern="1200" cap="none" spc="0" normalizeH="0" baseline="0" noProof="0" dirty="0">
                  <a:ln>
                    <a:noFill/>
                  </a:ln>
                  <a:solidFill>
                    <a:srgbClr val="FFFFFF"/>
                  </a:solidFill>
                  <a:effectLst/>
                  <a:uLnTx/>
                  <a:uFillTx/>
                  <a:latin typeface="Work Sans"/>
                  <a:ea typeface="Work Sans"/>
                  <a:cs typeface="Work Sans"/>
                  <a:sym typeface="Work Sans"/>
                </a:rPr>
                <a:t>Notre culture d'entreprise et notre organisation du travail nous permettent de nous adapter aux spécificités de chacun de nos clients. </a:t>
              </a:r>
              <a:endParaRPr kumimoji="0" lang="fr-FR" sz="1100" b="0" i="0" u="none" strike="noStrike" kern="1200" cap="none" spc="0" normalizeH="0" baseline="0" noProof="0" dirty="0">
                <a:ln>
                  <a:noFill/>
                </a:ln>
                <a:solidFill>
                  <a:prstClr val="black"/>
                </a:solidFill>
                <a:effectLst/>
                <a:uLnTx/>
                <a:uFillTx/>
                <a:latin typeface="Work Sans"/>
                <a:ea typeface="+mn-ea"/>
                <a:cs typeface="+mn-cs"/>
              </a:endParaRPr>
            </a:p>
            <a:p>
              <a:pPr marL="0" marR="0" lvl="0" indent="0" algn="just" defTabSz="457200" rtl="0" eaLnBrk="1" fontAlgn="auto" latinLnBrk="0" hangingPunct="1">
                <a:lnSpc>
                  <a:spcPct val="131975"/>
                </a:lnSpc>
                <a:spcBef>
                  <a:spcPts val="0"/>
                </a:spcBef>
                <a:spcAft>
                  <a:spcPts val="0"/>
                </a:spcAft>
                <a:buClrTx/>
                <a:buSzTx/>
                <a:buFontTx/>
                <a:buNone/>
                <a:tabLst/>
                <a:defRPr/>
              </a:pPr>
              <a:endParaRPr kumimoji="0" lang="fr-FR" sz="1100" b="0" i="0" u="none" strike="noStrike" kern="1200" cap="none" spc="0" normalizeH="0" baseline="0" noProof="0" dirty="0">
                <a:ln>
                  <a:noFill/>
                </a:ln>
                <a:solidFill>
                  <a:srgbClr val="FFFFFF"/>
                </a:solidFill>
                <a:effectLst/>
                <a:uLnTx/>
                <a:uFillTx/>
                <a:latin typeface="Work Sans"/>
                <a:ea typeface="Work Sans"/>
                <a:cs typeface="Work Sans"/>
                <a:sym typeface="Work Sans"/>
              </a:endParaRPr>
            </a:p>
          </p:txBody>
        </p:sp>
        <p:sp>
          <p:nvSpPr>
            <p:cNvPr id="127" name="Google Shape;127;p13">
              <a:extLst>
                <a:ext uri="{FF2B5EF4-FFF2-40B4-BE49-F238E27FC236}">
                  <a16:creationId xmlns:a16="http://schemas.microsoft.com/office/drawing/2014/main" id="{6E6939D0-0A3D-913D-70C6-710F4B628BE2}"/>
                </a:ext>
              </a:extLst>
            </p:cNvPr>
            <p:cNvSpPr txBox="1"/>
            <p:nvPr/>
          </p:nvSpPr>
          <p:spPr>
            <a:xfrm>
              <a:off x="9921950" y="2504842"/>
              <a:ext cx="1581960" cy="239359"/>
            </a:xfrm>
            <a:prstGeom prst="rect">
              <a:avLst/>
            </a:prstGeom>
            <a:noFill/>
            <a:ln>
              <a:noFill/>
            </a:ln>
          </p:spPr>
          <p:txBody>
            <a:bodyPr spcFirstLastPara="1" wrap="square" lIns="0" tIns="0" rIns="0" bIns="0" anchor="t" anchorCtr="0">
              <a:spAutoFit/>
            </a:bodyPr>
            <a:lstStyle/>
            <a:p>
              <a:pPr marL="0" marR="0" lvl="0" indent="0" algn="ctr" defTabSz="457200" rtl="0" eaLnBrk="1" fontAlgn="auto" latinLnBrk="0" hangingPunct="1">
                <a:lnSpc>
                  <a:spcPct val="140000"/>
                </a:lnSpc>
                <a:spcBef>
                  <a:spcPts val="0"/>
                </a:spcBef>
                <a:spcAft>
                  <a:spcPts val="0"/>
                </a:spcAft>
                <a:buClrTx/>
                <a:buSzTx/>
                <a:buFontTx/>
                <a:buNone/>
                <a:tabLst/>
                <a:defRPr/>
              </a:pPr>
              <a:r>
                <a:rPr kumimoji="0" lang="fr-FR" sz="1200" b="1" i="0" u="none" strike="noStrike" kern="1200" cap="none" spc="0" normalizeH="0" baseline="0" noProof="0" dirty="0">
                  <a:ln>
                    <a:noFill/>
                  </a:ln>
                  <a:solidFill>
                    <a:srgbClr val="FFFFFF"/>
                  </a:solidFill>
                  <a:effectLst/>
                  <a:uLnTx/>
                  <a:uFillTx/>
                  <a:latin typeface="Work Sans"/>
                  <a:ea typeface="Work Sans"/>
                  <a:cs typeface="Work Sans"/>
                  <a:sym typeface="Work Sans"/>
                </a:rPr>
                <a:t>Notre agilité</a:t>
              </a:r>
              <a:endParaRPr kumimoji="0" lang="fr-FR" sz="1200" b="0" i="0" u="none" strike="noStrike" kern="1200" cap="none" spc="0" normalizeH="0" baseline="0" noProof="0" dirty="0">
                <a:ln>
                  <a:noFill/>
                </a:ln>
                <a:solidFill>
                  <a:prstClr val="black"/>
                </a:solidFill>
                <a:effectLst/>
                <a:uLnTx/>
                <a:uFillTx/>
                <a:latin typeface="Work Sans"/>
                <a:ea typeface="+mn-ea"/>
                <a:cs typeface="+mn-cs"/>
              </a:endParaRPr>
            </a:p>
          </p:txBody>
        </p:sp>
        <p:sp>
          <p:nvSpPr>
            <p:cNvPr id="128" name="Google Shape;128;p13">
              <a:extLst>
                <a:ext uri="{FF2B5EF4-FFF2-40B4-BE49-F238E27FC236}">
                  <a16:creationId xmlns:a16="http://schemas.microsoft.com/office/drawing/2014/main" id="{61894723-2D52-E2FF-D95A-EF1AF6892FE4}"/>
                </a:ext>
              </a:extLst>
            </p:cNvPr>
            <p:cNvSpPr txBox="1"/>
            <p:nvPr/>
          </p:nvSpPr>
          <p:spPr>
            <a:xfrm>
              <a:off x="6504480" y="4727184"/>
              <a:ext cx="2657195" cy="1097063"/>
            </a:xfrm>
            <a:prstGeom prst="rect">
              <a:avLst/>
            </a:prstGeom>
            <a:noFill/>
            <a:ln>
              <a:noFill/>
            </a:ln>
          </p:spPr>
          <p:txBody>
            <a:bodyPr spcFirstLastPara="1" wrap="square" lIns="0" tIns="0" rIns="0" bIns="0" anchor="t" anchorCtr="0">
              <a:spAutoFit/>
            </a:bodyPr>
            <a:lstStyle/>
            <a:p>
              <a:pPr marL="0" marR="0" lvl="0" indent="0" algn="just" defTabSz="457200" rtl="0" eaLnBrk="1" fontAlgn="auto" latinLnBrk="0" hangingPunct="1">
                <a:lnSpc>
                  <a:spcPct val="140046"/>
                </a:lnSpc>
                <a:spcBef>
                  <a:spcPts val="0"/>
                </a:spcBef>
                <a:spcAft>
                  <a:spcPts val="0"/>
                </a:spcAft>
                <a:buClrTx/>
                <a:buSzTx/>
                <a:buFontTx/>
                <a:buNone/>
                <a:tabLst/>
                <a:defRPr/>
              </a:pPr>
              <a:r>
                <a:rPr kumimoji="0" lang="fr-FR" sz="1100" b="0" i="0" u="none" strike="noStrike" kern="1200" cap="none" spc="0" normalizeH="0" baseline="0" noProof="0" dirty="0">
                  <a:ln>
                    <a:noFill/>
                  </a:ln>
                  <a:solidFill>
                    <a:srgbClr val="FFFFFF"/>
                  </a:solidFill>
                  <a:effectLst/>
                  <a:uLnTx/>
                  <a:uFillTx/>
                  <a:latin typeface="Work Sans"/>
                  <a:ea typeface="Work Sans"/>
                  <a:cs typeface="Work Sans"/>
                  <a:sym typeface="Work Sans"/>
                </a:rPr>
                <a:t>Nous privilégions une relation de qualité avec nos clients. A cet effet, nous écoutons avec empathie, visons à comprendre vos besoins et vous épaulons avec conviction. </a:t>
              </a:r>
              <a:endParaRPr kumimoji="0" lang="fr-FR" sz="1100" b="0" i="0" u="none" strike="noStrike" kern="1200" cap="none" spc="0" normalizeH="0" baseline="0" noProof="0" dirty="0">
                <a:ln>
                  <a:noFill/>
                </a:ln>
                <a:solidFill>
                  <a:prstClr val="black"/>
                </a:solidFill>
                <a:effectLst/>
                <a:uLnTx/>
                <a:uFillTx/>
                <a:latin typeface="Work Sans"/>
                <a:ea typeface="+mn-ea"/>
                <a:cs typeface="+mn-cs"/>
              </a:endParaRPr>
            </a:p>
          </p:txBody>
        </p:sp>
        <p:sp>
          <p:nvSpPr>
            <p:cNvPr id="129" name="Google Shape;129;p13">
              <a:extLst>
                <a:ext uri="{FF2B5EF4-FFF2-40B4-BE49-F238E27FC236}">
                  <a16:creationId xmlns:a16="http://schemas.microsoft.com/office/drawing/2014/main" id="{E500196B-F67D-9CE5-912A-DE811BA81C04}"/>
                </a:ext>
              </a:extLst>
            </p:cNvPr>
            <p:cNvSpPr txBox="1"/>
            <p:nvPr/>
          </p:nvSpPr>
          <p:spPr>
            <a:xfrm>
              <a:off x="6314619" y="4376830"/>
              <a:ext cx="2976650" cy="239359"/>
            </a:xfrm>
            <a:prstGeom prst="rect">
              <a:avLst/>
            </a:prstGeom>
            <a:noFill/>
            <a:ln>
              <a:noFill/>
            </a:ln>
          </p:spPr>
          <p:txBody>
            <a:bodyPr spcFirstLastPara="1" wrap="square" lIns="0" tIns="0" rIns="0" bIns="0" anchor="t" anchorCtr="0">
              <a:spAutoFit/>
            </a:bodyPr>
            <a:lstStyle/>
            <a:p>
              <a:pPr marL="0" marR="0" lvl="0" indent="0" algn="ctr" defTabSz="457200" rtl="0" eaLnBrk="1" fontAlgn="auto" latinLnBrk="0" hangingPunct="1">
                <a:lnSpc>
                  <a:spcPct val="140000"/>
                </a:lnSpc>
                <a:spcBef>
                  <a:spcPts val="0"/>
                </a:spcBef>
                <a:spcAft>
                  <a:spcPts val="0"/>
                </a:spcAft>
                <a:buClrTx/>
                <a:buSzTx/>
                <a:buFontTx/>
                <a:buNone/>
                <a:tabLst/>
                <a:defRPr/>
              </a:pPr>
              <a:r>
                <a:rPr kumimoji="0" lang="fr-FR" sz="1200" b="1" i="0" u="none" strike="noStrike" kern="1200" cap="none" spc="0" normalizeH="0" baseline="0" noProof="0" dirty="0">
                  <a:ln>
                    <a:noFill/>
                  </a:ln>
                  <a:solidFill>
                    <a:srgbClr val="FFFFFF"/>
                  </a:solidFill>
                  <a:effectLst/>
                  <a:uLnTx/>
                  <a:uFillTx/>
                  <a:latin typeface="Work Sans"/>
                  <a:ea typeface="Open Sans"/>
                  <a:cs typeface="Open Sans"/>
                  <a:sym typeface="Open Sans"/>
                </a:rPr>
                <a:t>Une relation client privilégiée</a:t>
              </a:r>
              <a:endParaRPr kumimoji="0" lang="fr-FR" sz="1200" b="0" i="0" u="none" strike="noStrike" kern="1200" cap="none" spc="0" normalizeH="0" baseline="0" noProof="0" dirty="0">
                <a:ln>
                  <a:noFill/>
                </a:ln>
                <a:solidFill>
                  <a:prstClr val="black"/>
                </a:solidFill>
                <a:effectLst/>
                <a:uLnTx/>
                <a:uFillTx/>
                <a:latin typeface="Work Sans"/>
                <a:ea typeface="+mn-ea"/>
                <a:cs typeface="+mn-cs"/>
              </a:endParaRPr>
            </a:p>
          </p:txBody>
        </p:sp>
        <p:pic>
          <p:nvPicPr>
            <p:cNvPr id="9" name="Picture 8" descr="A person and person talking&#10;&#10;AI-generated content may be incorrect.">
              <a:extLst>
                <a:ext uri="{FF2B5EF4-FFF2-40B4-BE49-F238E27FC236}">
                  <a16:creationId xmlns:a16="http://schemas.microsoft.com/office/drawing/2014/main" id="{5127C6B4-D6B7-1B38-DE64-6F8275393453}"/>
                </a:ext>
              </a:extLst>
            </p:cNvPr>
            <p:cNvPicPr>
              <a:picLocks noChangeAspect="1"/>
            </p:cNvPicPr>
            <p:nvPr/>
          </p:nvPicPr>
          <p:blipFill>
            <a:blip r:embed="rId4"/>
            <a:stretch>
              <a:fillRect/>
            </a:stretch>
          </p:blipFill>
          <p:spPr>
            <a:xfrm>
              <a:off x="6360221" y="2404822"/>
              <a:ext cx="2926333" cy="1821495"/>
            </a:xfrm>
            <a:prstGeom prst="rect">
              <a:avLst/>
            </a:prstGeom>
          </p:spPr>
        </p:pic>
        <p:pic>
          <p:nvPicPr>
            <p:cNvPr id="10" name="Picture 9" descr="Men sitting at a table with laptops and a large screen&#10;&#10;AI-generated content may be incorrect.">
              <a:extLst>
                <a:ext uri="{FF2B5EF4-FFF2-40B4-BE49-F238E27FC236}">
                  <a16:creationId xmlns:a16="http://schemas.microsoft.com/office/drawing/2014/main" id="{51FA52B4-B65D-B143-5215-114D01D1FFA2}"/>
                </a:ext>
              </a:extLst>
            </p:cNvPr>
            <p:cNvPicPr>
              <a:picLocks noChangeAspect="1"/>
            </p:cNvPicPr>
            <p:nvPr/>
          </p:nvPicPr>
          <p:blipFill>
            <a:blip r:embed="rId5"/>
            <a:stretch>
              <a:fillRect/>
            </a:stretch>
          </p:blipFill>
          <p:spPr>
            <a:xfrm>
              <a:off x="9290464" y="4236341"/>
              <a:ext cx="2796828" cy="1944797"/>
            </a:xfrm>
            <a:prstGeom prst="rect">
              <a:avLst/>
            </a:prstGeom>
          </p:spPr>
        </p:pic>
      </p:grpSp>
      <p:sp>
        <p:nvSpPr>
          <p:cNvPr id="3" name="Rectangle 2">
            <a:extLst>
              <a:ext uri="{FF2B5EF4-FFF2-40B4-BE49-F238E27FC236}">
                <a16:creationId xmlns:a16="http://schemas.microsoft.com/office/drawing/2014/main" id="{77EE0674-2D2B-30C9-2144-5EA82BFC49F3}"/>
              </a:ext>
            </a:extLst>
          </p:cNvPr>
          <p:cNvSpPr/>
          <p:nvPr/>
        </p:nvSpPr>
        <p:spPr>
          <a:xfrm>
            <a:off x="368320" y="2933142"/>
            <a:ext cx="5448741" cy="99171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just">
              <a:lnSpc>
                <a:spcPct val="140000"/>
              </a:lnSpc>
              <a:defRPr/>
            </a:pPr>
            <a:r>
              <a:rPr lang="fr-FR" sz="1500" b="1" dirty="0">
                <a:solidFill>
                  <a:srgbClr val="156082">
                    <a:lumMod val="75000"/>
                  </a:srgbClr>
                </a:solidFill>
                <a:latin typeface="Work Sans"/>
                <a:ea typeface="Work Sans"/>
                <a:cs typeface="Work Sans"/>
                <a:sym typeface="Work Sans"/>
              </a:rPr>
              <a:t>Y3 Audit et conseils </a:t>
            </a:r>
            <a:r>
              <a:rPr lang="fr-FR" sz="1500" dirty="0">
                <a:solidFill>
                  <a:srgbClr val="156082">
                    <a:lumMod val="75000"/>
                  </a:srgbClr>
                </a:solidFill>
                <a:latin typeface="Work Sans"/>
                <a:ea typeface="Work Sans"/>
                <a:cs typeface="Work Sans"/>
                <a:sym typeface="Work Sans"/>
              </a:rPr>
              <a:t>a été fondé par deux visionnaires, </a:t>
            </a:r>
            <a:r>
              <a:rPr lang="fr-FR" sz="1500" b="1" dirty="0">
                <a:solidFill>
                  <a:srgbClr val="156082">
                    <a:lumMod val="75000"/>
                  </a:srgbClr>
                </a:solidFill>
                <a:latin typeface="Work Sans"/>
                <a:ea typeface="Work Sans"/>
                <a:cs typeface="Work Sans"/>
                <a:sym typeface="Work Sans"/>
              </a:rPr>
              <a:t>Georges YAO-YAO et Yves DODO</a:t>
            </a:r>
            <a:r>
              <a:rPr lang="fr-FR" sz="1500" dirty="0">
                <a:solidFill>
                  <a:srgbClr val="156082">
                    <a:lumMod val="75000"/>
                  </a:srgbClr>
                </a:solidFill>
                <a:latin typeface="Work Sans"/>
                <a:ea typeface="Work Sans"/>
                <a:cs typeface="Work Sans"/>
                <a:sym typeface="Work Sans"/>
              </a:rPr>
              <a:t>; animés d'une passion commune :</a:t>
            </a:r>
            <a:endParaRPr lang="fr-FR" sz="1500" dirty="0">
              <a:solidFill>
                <a:srgbClr val="156082">
                  <a:lumMod val="75000"/>
                </a:srgbClr>
              </a:solidFill>
              <a:latin typeface="Work Sans"/>
            </a:endParaRPr>
          </a:p>
          <a:p>
            <a:pPr lvl="0" algn="just">
              <a:lnSpc>
                <a:spcPct val="140000"/>
              </a:lnSpc>
              <a:defRPr/>
            </a:pPr>
            <a:r>
              <a:rPr lang="fr-FR" sz="1500" dirty="0">
                <a:solidFill>
                  <a:srgbClr val="156082">
                    <a:lumMod val="75000"/>
                  </a:srgbClr>
                </a:solidFill>
                <a:latin typeface="Work Sans"/>
                <a:ea typeface="Work Sans"/>
                <a:cs typeface="Work Sans"/>
                <a:sym typeface="Work Sans"/>
              </a:rPr>
              <a:t>Transformer la manière dont les entreprises abordent la gestion de leurs défis financiers, stratégiques et opérationnels. </a:t>
            </a:r>
          </a:p>
          <a:p>
            <a:pPr lvl="0" algn="just">
              <a:lnSpc>
                <a:spcPct val="140000"/>
              </a:lnSpc>
              <a:defRPr/>
            </a:pPr>
            <a:endParaRPr lang="fr-FR" sz="1500" dirty="0">
              <a:solidFill>
                <a:srgbClr val="156082">
                  <a:lumMod val="75000"/>
                </a:srgbClr>
              </a:solidFill>
              <a:latin typeface="Work Sans"/>
              <a:ea typeface="Work Sans"/>
              <a:cs typeface="Work Sans"/>
              <a:sym typeface="Work Sans"/>
            </a:endParaRPr>
          </a:p>
          <a:p>
            <a:pPr lvl="0" algn="just">
              <a:lnSpc>
                <a:spcPct val="140000"/>
              </a:lnSpc>
              <a:defRPr/>
            </a:pPr>
            <a:r>
              <a:rPr lang="fr-FR" sz="1500" dirty="0">
                <a:solidFill>
                  <a:srgbClr val="156082">
                    <a:lumMod val="75000"/>
                  </a:srgbClr>
                </a:solidFill>
                <a:latin typeface="Work Sans"/>
                <a:ea typeface="Work Sans"/>
                <a:cs typeface="Work Sans"/>
                <a:sym typeface="Work Sans"/>
              </a:rPr>
              <a:t>Forts de leurs années d'expérience dans des cabinets de renoms, ils ont décidé d'unir leurs forces pour créer une </a:t>
            </a:r>
            <a:r>
              <a:rPr lang="fr-FR" sz="1500" b="1" dirty="0">
                <a:solidFill>
                  <a:srgbClr val="156082">
                    <a:lumMod val="75000"/>
                  </a:srgbClr>
                </a:solidFill>
                <a:latin typeface="Work Sans"/>
                <a:ea typeface="Work Sans"/>
                <a:cs typeface="Work Sans"/>
                <a:sym typeface="Work Sans"/>
              </a:rPr>
              <a:t>structure qui offre la qualité des Big 4 à des prix plus abordables.</a:t>
            </a:r>
            <a:endParaRPr lang="fr-FR" sz="1500" b="1" dirty="0">
              <a:solidFill>
                <a:srgbClr val="156082">
                  <a:lumMod val="75000"/>
                </a:srgbClr>
              </a:solidFill>
              <a:latin typeface="Work Sans"/>
              <a:sym typeface="Work Sans"/>
            </a:endParaRPr>
          </a:p>
          <a:p>
            <a:pPr lvl="0" algn="just">
              <a:lnSpc>
                <a:spcPct val="140000"/>
              </a:lnSpc>
              <a:defRPr/>
            </a:pPr>
            <a:endParaRPr lang="fr-FR" sz="1500" dirty="0">
              <a:solidFill>
                <a:srgbClr val="156082">
                  <a:lumMod val="75000"/>
                </a:srgbClr>
              </a:solidFill>
              <a:latin typeface="Work Sans"/>
              <a:sym typeface="Work Sans"/>
            </a:endParaRPr>
          </a:p>
          <a:p>
            <a:pPr lvl="0" algn="just">
              <a:lnSpc>
                <a:spcPct val="140000"/>
              </a:lnSpc>
              <a:defRPr/>
            </a:pPr>
            <a:r>
              <a:rPr lang="fr-FR" sz="1500" dirty="0">
                <a:solidFill>
                  <a:srgbClr val="156082">
                    <a:lumMod val="75000"/>
                  </a:srgbClr>
                </a:solidFill>
                <a:latin typeface="Work Sans"/>
                <a:sym typeface="Work Sans"/>
              </a:rPr>
              <a:t>Y3 Aujourd’hui c’est :</a:t>
            </a:r>
          </a:p>
          <a:p>
            <a:pPr marL="285750" lvl="0" indent="-285750" algn="just">
              <a:lnSpc>
                <a:spcPct val="140000"/>
              </a:lnSpc>
              <a:buFont typeface="Wingdings" panose="05000000000000000000" pitchFamily="2" charset="2"/>
              <a:buChar char="Ø"/>
              <a:defRPr/>
            </a:pPr>
            <a:r>
              <a:rPr lang="fr-FR" sz="1500" b="1" dirty="0">
                <a:solidFill>
                  <a:srgbClr val="156082">
                    <a:lumMod val="75000"/>
                  </a:srgbClr>
                </a:solidFill>
                <a:latin typeface="Work Sans"/>
                <a:sym typeface="Work Sans"/>
              </a:rPr>
              <a:t>Plus de 200 missions réalisées</a:t>
            </a:r>
          </a:p>
          <a:p>
            <a:pPr marL="285750" lvl="0" indent="-285750" algn="just">
              <a:lnSpc>
                <a:spcPct val="140000"/>
              </a:lnSpc>
              <a:buFont typeface="Wingdings" panose="05000000000000000000" pitchFamily="2" charset="2"/>
              <a:buChar char="Ø"/>
              <a:defRPr/>
            </a:pPr>
            <a:r>
              <a:rPr lang="fr-FR" sz="1500" b="1" dirty="0">
                <a:solidFill>
                  <a:srgbClr val="156082">
                    <a:lumMod val="75000"/>
                  </a:srgbClr>
                </a:solidFill>
                <a:latin typeface="Work Sans"/>
                <a:sym typeface="Work Sans"/>
              </a:rPr>
              <a:t>Environ 50 collaborateurs </a:t>
            </a:r>
          </a:p>
          <a:p>
            <a:pPr marL="285750" lvl="0" indent="-285750" algn="just">
              <a:lnSpc>
                <a:spcPct val="140000"/>
              </a:lnSpc>
              <a:buFont typeface="Wingdings" panose="05000000000000000000" pitchFamily="2" charset="2"/>
              <a:buChar char="Ø"/>
              <a:defRPr/>
            </a:pPr>
            <a:r>
              <a:rPr lang="fr-FR" sz="1500" b="1" dirty="0">
                <a:solidFill>
                  <a:srgbClr val="156082">
                    <a:lumMod val="75000"/>
                  </a:srgbClr>
                </a:solidFill>
                <a:latin typeface="Work Sans"/>
                <a:sym typeface="Work Sans"/>
              </a:rPr>
              <a:t>4 principaux métiers : Expertise Comptable, Audit, Conseil Financier, Conseil Opérationnel</a:t>
            </a:r>
            <a:endParaRPr lang="fr-FR" sz="1500" b="1" dirty="0">
              <a:solidFill>
                <a:srgbClr val="156082">
                  <a:lumMod val="75000"/>
                </a:srgbClr>
              </a:solidFill>
              <a:latin typeface="Work Sans"/>
            </a:endParaRPr>
          </a:p>
        </p:txBody>
      </p:sp>
      <p:sp>
        <p:nvSpPr>
          <p:cNvPr id="6" name="Espace réservé du numéro de diapositive 2">
            <a:extLst>
              <a:ext uri="{FF2B5EF4-FFF2-40B4-BE49-F238E27FC236}">
                <a16:creationId xmlns:a16="http://schemas.microsoft.com/office/drawing/2014/main" id="{D86EA83E-5DDA-9306-6F3B-9F1778AADD39}"/>
              </a:ext>
            </a:extLst>
          </p:cNvPr>
          <p:cNvSpPr>
            <a:spLocks noGrp="1"/>
          </p:cNvSpPr>
          <p:nvPr>
            <p:ph type="sldNum" sz="quarter" idx="12"/>
          </p:nvPr>
        </p:nvSpPr>
        <p:spPr>
          <a:xfrm>
            <a:off x="9574064" y="6390988"/>
            <a:ext cx="27432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843DB3B-2DAE-45C8-8012-39AD7A5181D9}" type="slidenum">
              <a:rPr kumimoji="0" lang="fr-CI" sz="1100" b="0" i="0" u="none" strike="noStrike" kern="1200" cap="none" spc="0" normalizeH="0" baseline="0" noProof="0" smtClean="0">
                <a:ln>
                  <a:noFill/>
                </a:ln>
                <a:solidFill>
                  <a:schemeClr val="tx1"/>
                </a:solidFill>
                <a:effectLst/>
                <a:uLnTx/>
                <a:uFillTx/>
                <a:latin typeface="Work Sans"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8</a:t>
            </a:fld>
            <a:endParaRPr kumimoji="0" lang="fr-CI" sz="1200" b="0" i="0" u="none" strike="noStrike" kern="1200" cap="none" spc="0" normalizeH="0" baseline="0" noProof="0">
              <a:ln>
                <a:noFill/>
              </a:ln>
              <a:solidFill>
                <a:schemeClr val="tx1"/>
              </a:solidFill>
              <a:effectLst/>
              <a:uLnTx/>
              <a:uFillTx/>
              <a:latin typeface="Work Sans" pitchFamily="2" charset="0"/>
              <a:ea typeface="+mn-ea"/>
              <a:cs typeface="+mn-cs"/>
            </a:endParaRPr>
          </a:p>
        </p:txBody>
      </p:sp>
    </p:spTree>
    <p:extLst>
      <p:ext uri="{BB962C8B-B14F-4D97-AF65-F5344CB8AC3E}">
        <p14:creationId xmlns:p14="http://schemas.microsoft.com/office/powerpoint/2010/main" val="6704223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r="-18000"/>
          </a:stretch>
        </a:blipFill>
        <a:effectLst/>
      </p:bgPr>
    </p:bg>
    <p:spTree>
      <p:nvGrpSpPr>
        <p:cNvPr id="1" name=""/>
        <p:cNvGrpSpPr/>
        <p:nvPr/>
      </p:nvGrpSpPr>
      <p:grpSpPr>
        <a:xfrm>
          <a:off x="0" y="0"/>
          <a:ext cx="0" cy="0"/>
          <a:chOff x="0" y="0"/>
          <a:chExt cx="0" cy="0"/>
        </a:xfrm>
      </p:grpSpPr>
      <p:sp>
        <p:nvSpPr>
          <p:cNvPr id="7" name="Content Placeholder 4">
            <a:extLst>
              <a:ext uri="{FF2B5EF4-FFF2-40B4-BE49-F238E27FC236}">
                <a16:creationId xmlns:a16="http://schemas.microsoft.com/office/drawing/2014/main" id="{4BE3732D-BD51-45B6-8CD0-7CD72A6CD89F}"/>
              </a:ext>
            </a:extLst>
          </p:cNvPr>
          <p:cNvSpPr txBox="1">
            <a:spLocks/>
          </p:cNvSpPr>
          <p:nvPr/>
        </p:nvSpPr>
        <p:spPr>
          <a:xfrm>
            <a:off x="5414495" y="1527448"/>
            <a:ext cx="4812936" cy="5119533"/>
          </a:xfrm>
          <a:prstGeom prst="rect">
            <a:avLst/>
          </a:prstGeom>
        </p:spPr>
        <p:txBody>
          <a:bodyPr vert="horz" lIns="0" tIns="0" rIns="0" bIns="0" rtlCol="0">
            <a:noAutofit/>
          </a:bodyPr>
          <a:lstStyle>
            <a:lvl1pPr marL="0" indent="0" algn="l" defTabSz="990571" rtl="0" eaLnBrk="1" latinLnBrk="0" hangingPunct="1">
              <a:spcBef>
                <a:spcPts val="0"/>
              </a:spcBef>
              <a:spcAft>
                <a:spcPts val="1083"/>
              </a:spcAft>
              <a:buSzPct val="100000"/>
              <a:buFont typeface="Arial" panose="020B0604020202020204" pitchFamily="34" charset="0"/>
              <a:buNone/>
              <a:defRPr sz="1000" b="0" kern="1200">
                <a:solidFill>
                  <a:schemeClr val="tx1"/>
                </a:solidFill>
                <a:latin typeface="+mn-lt"/>
                <a:ea typeface="+mn-ea"/>
                <a:cs typeface="+mn-cs"/>
              </a:defRPr>
            </a:lvl1pPr>
            <a:lvl2pPr marL="0" indent="0" algn="l" defTabSz="990571" rtl="0" eaLnBrk="1" latinLnBrk="0" hangingPunct="1">
              <a:spcBef>
                <a:spcPts val="0"/>
              </a:spcBef>
              <a:spcAft>
                <a:spcPts val="1083"/>
              </a:spcAft>
              <a:buClrTx/>
              <a:buSzPct val="100000"/>
              <a:buFont typeface="Arial"/>
              <a:buNone/>
              <a:defRPr lang="en-US" sz="1000" b="1" kern="1200" dirty="0" smtClean="0">
                <a:solidFill>
                  <a:schemeClr val="tx1"/>
                </a:solidFill>
                <a:latin typeface="+mn-lt"/>
                <a:ea typeface="+mn-ea"/>
                <a:cs typeface="+mn-cs"/>
              </a:defRPr>
            </a:lvl2pPr>
            <a:lvl3pPr marL="191094" indent="-191094" algn="l" defTabSz="990571" rtl="0" eaLnBrk="1" latinLnBrk="0" hangingPunct="1">
              <a:spcBef>
                <a:spcPts val="0"/>
              </a:spcBef>
              <a:spcAft>
                <a:spcPts val="1083"/>
              </a:spcAft>
              <a:buClrTx/>
              <a:buSzPct val="100000"/>
              <a:buFont typeface="Arial" panose="020B0604020202020204" pitchFamily="34" charset="0"/>
              <a:buChar char="•"/>
              <a:defRPr lang="en-US" sz="1000" kern="1200" dirty="0" smtClean="0">
                <a:solidFill>
                  <a:schemeClr val="tx1"/>
                </a:solidFill>
                <a:latin typeface="+mn-lt"/>
                <a:ea typeface="+mn-ea"/>
                <a:cs typeface="+mn-cs"/>
              </a:defRPr>
            </a:lvl3pPr>
            <a:lvl4pPr marL="386089" indent="-191094" algn="l" defTabSz="990571" rtl="0" eaLnBrk="1" latinLnBrk="0" hangingPunct="1">
              <a:spcBef>
                <a:spcPts val="0"/>
              </a:spcBef>
              <a:spcAft>
                <a:spcPts val="1083"/>
              </a:spcAft>
              <a:buClrTx/>
              <a:buSzPct val="100000"/>
              <a:buFont typeface="Verdana" panose="020B0604030504040204" pitchFamily="34" charset="0"/>
              <a:buChar char="−"/>
              <a:defRPr lang="en-US" sz="1000" kern="1200" baseline="0" dirty="0" smtClean="0">
                <a:solidFill>
                  <a:schemeClr val="tx1"/>
                </a:solidFill>
                <a:latin typeface="+mn-lt"/>
                <a:ea typeface="+mn-ea"/>
                <a:cs typeface="+mn-cs"/>
              </a:defRPr>
            </a:lvl4pPr>
            <a:lvl5pPr marL="577182" indent="-191094" algn="l" defTabSz="865030" rtl="0" eaLnBrk="1" latinLnBrk="0" hangingPunct="1">
              <a:spcBef>
                <a:spcPts val="0"/>
              </a:spcBef>
              <a:spcAft>
                <a:spcPts val="1083"/>
              </a:spcAft>
              <a:buClrTx/>
              <a:buSzPct val="100000"/>
              <a:buFont typeface="Verdana" panose="020B0604030504040204" pitchFamily="34" charset="0"/>
              <a:buChar char="−"/>
              <a:tabLst/>
              <a:defRPr lang="en-US" sz="1000" kern="1200" baseline="0" dirty="0" smtClean="0">
                <a:solidFill>
                  <a:schemeClr val="tx1"/>
                </a:solidFill>
                <a:latin typeface="+mn-lt"/>
                <a:ea typeface="+mn-ea"/>
                <a:cs typeface="+mn-cs"/>
              </a:defRPr>
            </a:lvl5pPr>
            <a:lvl6pPr marL="577182" indent="-191094" algn="l" defTabSz="990571" rtl="0" eaLnBrk="1" latinLnBrk="0" hangingPunct="1">
              <a:spcBef>
                <a:spcPts val="0"/>
              </a:spcBef>
              <a:spcAft>
                <a:spcPts val="1083"/>
              </a:spcAft>
              <a:buFont typeface="Verdana" panose="020B0604030504040204" pitchFamily="34" charset="0"/>
              <a:buChar char="−"/>
              <a:defRPr sz="1300" kern="1200" baseline="0">
                <a:solidFill>
                  <a:schemeClr val="tx1"/>
                </a:solidFill>
                <a:latin typeface="+mn-lt"/>
                <a:ea typeface="+mn-ea"/>
                <a:cs typeface="+mn-cs"/>
              </a:defRPr>
            </a:lvl6pPr>
            <a:lvl7pPr marL="577182" indent="-191094" algn="l" defTabSz="990571" rtl="0" eaLnBrk="1" latinLnBrk="0" hangingPunct="1">
              <a:spcBef>
                <a:spcPts val="0"/>
              </a:spcBef>
              <a:spcAft>
                <a:spcPts val="1083"/>
              </a:spcAft>
              <a:buFont typeface="Verdana" panose="020B0604030504040204" pitchFamily="34" charset="0"/>
              <a:buChar char="−"/>
              <a:defRPr sz="1300" kern="1200">
                <a:solidFill>
                  <a:schemeClr val="tx1"/>
                </a:solidFill>
                <a:latin typeface="+mn-lt"/>
                <a:ea typeface="+mn-ea"/>
                <a:cs typeface="+mn-cs"/>
              </a:defRPr>
            </a:lvl7pPr>
            <a:lvl8pPr marL="577182" indent="-191094" algn="l" defTabSz="990571" rtl="0" eaLnBrk="1" latinLnBrk="0" hangingPunct="1">
              <a:spcBef>
                <a:spcPts val="0"/>
              </a:spcBef>
              <a:spcAft>
                <a:spcPts val="1083"/>
              </a:spcAft>
              <a:buFont typeface="Verdana" panose="020B0604030504040204" pitchFamily="34" charset="0"/>
              <a:buChar char="−"/>
              <a:defRPr sz="1300" kern="1200" baseline="0">
                <a:solidFill>
                  <a:schemeClr val="tx1"/>
                </a:solidFill>
                <a:latin typeface="+mn-lt"/>
                <a:ea typeface="+mn-ea"/>
                <a:cs typeface="+mn-cs"/>
              </a:defRPr>
            </a:lvl8pPr>
            <a:lvl9pPr marL="577182" indent="-191094" algn="l" defTabSz="990571" rtl="0" eaLnBrk="1" latinLnBrk="0" hangingPunct="1">
              <a:spcBef>
                <a:spcPts val="0"/>
              </a:spcBef>
              <a:spcAft>
                <a:spcPts val="1083"/>
              </a:spcAft>
              <a:buFont typeface="Verdana" panose="020B0604030504040204" pitchFamily="34" charset="0"/>
              <a:buChar char="−"/>
              <a:defRPr sz="1300" kern="1200" baseline="0">
                <a:solidFill>
                  <a:schemeClr val="tx1"/>
                </a:solidFill>
                <a:latin typeface="+mn-lt"/>
                <a:ea typeface="+mn-ea"/>
                <a:cs typeface="+mn-cs"/>
              </a:defRPr>
            </a:lvl9pPr>
          </a:lstStyle>
          <a:p>
            <a:pPr marL="0" marR="0" lvl="0" indent="0" algn="l" defTabSz="990571" rtl="0" eaLnBrk="0" fontAlgn="auto" latinLnBrk="0" hangingPunct="0">
              <a:lnSpc>
                <a:spcPct val="100000"/>
              </a:lnSpc>
              <a:spcBef>
                <a:spcPts val="623"/>
              </a:spcBef>
              <a:spcAft>
                <a:spcPts val="0"/>
              </a:spcAft>
              <a:buClr>
                <a:srgbClr val="92D050"/>
              </a:buClr>
              <a:buSzPct val="100000"/>
              <a:buFont typeface="Arial" panose="020B0604020202020204" pitchFamily="34" charset="0"/>
              <a:buNone/>
              <a:tabLst>
                <a:tab pos="4454017" algn="l"/>
              </a:tabLst>
              <a:defRPr/>
            </a:pPr>
            <a:endParaRPr kumimoji="0" lang="fr-FR" sz="942" b="0" i="0" u="none" strike="noStrike" kern="1200" cap="none" spc="0" normalizeH="0" baseline="0" noProof="0">
              <a:ln>
                <a:noFill/>
              </a:ln>
              <a:solidFill>
                <a:srgbClr val="FF0000"/>
              </a:solidFill>
              <a:effectLst/>
              <a:uLnTx/>
              <a:uFillTx/>
              <a:latin typeface="Work Sans" panose="00000500000000000000" pitchFamily="2" charset="0"/>
              <a:ea typeface="+mn-ea"/>
              <a:cs typeface="+mn-cs"/>
            </a:endParaRPr>
          </a:p>
        </p:txBody>
      </p:sp>
      <p:sp>
        <p:nvSpPr>
          <p:cNvPr id="2" name="ZoneTexte 1">
            <a:extLst>
              <a:ext uri="{FF2B5EF4-FFF2-40B4-BE49-F238E27FC236}">
                <a16:creationId xmlns:a16="http://schemas.microsoft.com/office/drawing/2014/main" id="{6081AC73-AC45-1570-CA8D-87049E3052E9}"/>
              </a:ext>
            </a:extLst>
          </p:cNvPr>
          <p:cNvSpPr txBox="1"/>
          <p:nvPr/>
        </p:nvSpPr>
        <p:spPr>
          <a:xfrm>
            <a:off x="1016000" y="6326909"/>
            <a:ext cx="988291" cy="434109"/>
          </a:xfrm>
          <a:prstGeom prst="rect">
            <a:avLst/>
          </a:prstGeom>
          <a:solidFill>
            <a:srgbClr val="043D5D"/>
          </a:solid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Espace réservé du numéro de diapositive 2">
            <a:extLst>
              <a:ext uri="{FF2B5EF4-FFF2-40B4-BE49-F238E27FC236}">
                <a16:creationId xmlns:a16="http://schemas.microsoft.com/office/drawing/2014/main" id="{3073FC58-1630-2BB3-DFE7-C1C07E9D2E74}"/>
              </a:ext>
            </a:extLst>
          </p:cNvPr>
          <p:cNvSpPr>
            <a:spLocks noGrp="1"/>
          </p:cNvSpPr>
          <p:nvPr>
            <p:ph type="sldNum" sz="quarter" idx="12"/>
          </p:nvPr>
        </p:nvSpPr>
        <p:spPr>
          <a:xfrm>
            <a:off x="8949648" y="6057016"/>
            <a:ext cx="27432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843DB3B-2DAE-45C8-8012-39AD7A5181D9}" type="slidenum">
              <a:rPr kumimoji="0" lang="fr-CI" sz="1100" b="0" i="0" u="none" strike="noStrike" kern="1200" cap="none" spc="0" normalizeH="0" baseline="0" noProof="0" smtClean="0">
                <a:ln>
                  <a:noFill/>
                </a:ln>
                <a:solidFill>
                  <a:prstClr val="white"/>
                </a:solidFill>
                <a:effectLst/>
                <a:uLnTx/>
                <a:uFillTx/>
                <a:latin typeface="Work Sans"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9</a:t>
            </a:fld>
            <a:endParaRPr kumimoji="0" lang="fr-CI" sz="1200" b="0" i="0" u="none" strike="noStrike" kern="1200" cap="none" spc="0" normalizeH="0" baseline="0" noProof="0">
              <a:ln>
                <a:noFill/>
              </a:ln>
              <a:solidFill>
                <a:prstClr val="white"/>
              </a:solidFill>
              <a:effectLst/>
              <a:uLnTx/>
              <a:uFillTx/>
              <a:latin typeface="Work Sans" pitchFamily="2" charset="0"/>
              <a:ea typeface="+mn-ea"/>
              <a:cs typeface="+mn-cs"/>
            </a:endParaRPr>
          </a:p>
        </p:txBody>
      </p:sp>
      <p:sp>
        <p:nvSpPr>
          <p:cNvPr id="8" name="Google Shape;263;g2b1e267cfcf_0_489">
            <a:extLst>
              <a:ext uri="{FF2B5EF4-FFF2-40B4-BE49-F238E27FC236}">
                <a16:creationId xmlns:a16="http://schemas.microsoft.com/office/drawing/2014/main" id="{56EF2656-4A14-43F8-1B41-2C4E1586C524}"/>
              </a:ext>
            </a:extLst>
          </p:cNvPr>
          <p:cNvSpPr txBox="1"/>
          <p:nvPr/>
        </p:nvSpPr>
        <p:spPr>
          <a:xfrm>
            <a:off x="363318" y="160002"/>
            <a:ext cx="11168100" cy="461700"/>
          </a:xfrm>
          <a:prstGeom prst="rect">
            <a:avLst/>
          </a:prstGeom>
          <a:noFill/>
          <a:ln>
            <a:noFill/>
          </a:ln>
        </p:spPr>
        <p:txBody>
          <a:bodyPr spcFirstLastPara="1" wrap="square" lIns="91425" tIns="45700" rIns="91425" bIns="45700" anchor="t" anchorCtr="0">
            <a:spAutoFit/>
          </a:bodyPr>
          <a:lstStyle/>
          <a:p>
            <a:pPr marL="0" marR="0" lvl="0" indent="0" algn="l" defTabSz="457200" rtl="0" eaLnBrk="1" fontAlgn="auto" latinLnBrk="0" hangingPunct="1">
              <a:lnSpc>
                <a:spcPct val="100000"/>
              </a:lnSpc>
              <a:spcBef>
                <a:spcPts val="0"/>
              </a:spcBef>
              <a:spcAft>
                <a:spcPts val="0"/>
              </a:spcAft>
              <a:buClr>
                <a:srgbClr val="70AD47"/>
              </a:buClr>
              <a:buSzPts val="2400"/>
              <a:buFont typeface="Work Sans"/>
              <a:buNone/>
              <a:tabLst/>
              <a:defRPr/>
            </a:pPr>
            <a:r>
              <a:rPr kumimoji="0" lang="fr-FR" sz="2400" b="1" i="0" u="none" strike="noStrike" kern="1200" cap="none" spc="0" normalizeH="0" baseline="0" noProof="0">
                <a:ln>
                  <a:noFill/>
                </a:ln>
                <a:solidFill>
                  <a:srgbClr val="70AD47"/>
                </a:solidFill>
                <a:effectLst/>
                <a:uLnTx/>
                <a:uFillTx/>
                <a:latin typeface="Work Sans"/>
                <a:ea typeface="Work Sans"/>
                <a:cs typeface="Work Sans"/>
                <a:sym typeface="Work Sans"/>
              </a:rPr>
              <a:t>Vous êtes au cœur de nos valeurs </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nvGrpSpPr>
          <p:cNvPr id="9" name="Google Shape;264;g2b1e267cfcf_0_489">
            <a:extLst>
              <a:ext uri="{FF2B5EF4-FFF2-40B4-BE49-F238E27FC236}">
                <a16:creationId xmlns:a16="http://schemas.microsoft.com/office/drawing/2014/main" id="{39F3AFE0-9F40-C21C-F462-E80A95E0CA4B}"/>
              </a:ext>
            </a:extLst>
          </p:cNvPr>
          <p:cNvGrpSpPr/>
          <p:nvPr/>
        </p:nvGrpSpPr>
        <p:grpSpPr>
          <a:xfrm>
            <a:off x="0" y="1051007"/>
            <a:ext cx="12192000" cy="5019600"/>
            <a:chOff x="0" y="1051007"/>
            <a:chExt cx="12192000" cy="5019600"/>
          </a:xfrm>
        </p:grpSpPr>
        <p:sp>
          <p:nvSpPr>
            <p:cNvPr id="10" name="Google Shape;265;g2b1e267cfcf_0_489">
              <a:extLst>
                <a:ext uri="{FF2B5EF4-FFF2-40B4-BE49-F238E27FC236}">
                  <a16:creationId xmlns:a16="http://schemas.microsoft.com/office/drawing/2014/main" id="{B2314A04-7A98-65DD-28E8-7DE285144176}"/>
                </a:ext>
              </a:extLst>
            </p:cNvPr>
            <p:cNvSpPr/>
            <p:nvPr/>
          </p:nvSpPr>
          <p:spPr>
            <a:xfrm>
              <a:off x="0" y="1051007"/>
              <a:ext cx="12192000" cy="5019600"/>
            </a:xfrm>
            <a:prstGeom prst="rect">
              <a:avLst/>
            </a:prstGeom>
            <a:solidFill>
              <a:srgbClr val="E1EFD8"/>
            </a:solidFill>
            <a:ln>
              <a:noFill/>
            </a:ln>
          </p:spPr>
          <p:txBody>
            <a:bodyPr spcFirstLastPara="1" wrap="square" lIns="91425" tIns="45700" rIns="91425" bIns="45700" anchor="ctr" anchorCtr="0">
              <a:noAutofit/>
            </a:bodyPr>
            <a:lstStyle/>
            <a:p>
              <a:pPr marL="0" marR="0" lvl="0" indent="0" algn="ctr" defTabSz="457200" rtl="0" eaLnBrk="1" fontAlgn="auto" latinLnBrk="0" hangingPunct="1">
                <a:lnSpc>
                  <a:spcPct val="100000"/>
                </a:lnSpc>
                <a:spcBef>
                  <a:spcPts val="0"/>
                </a:spcBef>
                <a:spcAft>
                  <a:spcPts val="0"/>
                </a:spcAft>
                <a:buClr>
                  <a:prstClr val="white"/>
                </a:buClr>
                <a:buSzPts val="1800"/>
                <a:buFont typeface="Calibri"/>
                <a:buNone/>
                <a:tabLst/>
                <a:defRPr/>
              </a:pPr>
              <a:endParaRPr kumimoji="0" sz="1800" b="0" i="0" u="none" strike="noStrike" kern="1200" cap="none" spc="0" normalizeH="0" baseline="0" noProof="0">
                <a:ln>
                  <a:noFill/>
                </a:ln>
                <a:solidFill>
                  <a:srgbClr val="FFFFFF"/>
                </a:solidFill>
                <a:effectLst/>
                <a:uLnTx/>
                <a:uFillTx/>
                <a:latin typeface="Calibri"/>
                <a:ea typeface="Calibri"/>
                <a:cs typeface="Calibri"/>
                <a:sym typeface="Calibri"/>
              </a:endParaRPr>
            </a:p>
          </p:txBody>
        </p:sp>
        <p:sp>
          <p:nvSpPr>
            <p:cNvPr id="11" name="Google Shape;266;g2b1e267cfcf_0_489">
              <a:extLst>
                <a:ext uri="{FF2B5EF4-FFF2-40B4-BE49-F238E27FC236}">
                  <a16:creationId xmlns:a16="http://schemas.microsoft.com/office/drawing/2014/main" id="{F02ED296-5BD8-BA1F-92B4-310C03840A04}"/>
                </a:ext>
              </a:extLst>
            </p:cNvPr>
            <p:cNvSpPr txBox="1"/>
            <p:nvPr/>
          </p:nvSpPr>
          <p:spPr>
            <a:xfrm>
              <a:off x="3320226" y="2230062"/>
              <a:ext cx="1768500" cy="393900"/>
            </a:xfrm>
            <a:prstGeom prst="rect">
              <a:avLst/>
            </a:prstGeom>
            <a:noFill/>
            <a:ln>
              <a:noFill/>
            </a:ln>
          </p:spPr>
          <p:txBody>
            <a:bodyPr spcFirstLastPara="1" wrap="square" lIns="0" tIns="12050" rIns="0" bIns="0" anchor="t" anchorCtr="0">
              <a:spAutoFit/>
            </a:bodyPr>
            <a:lstStyle/>
            <a:p>
              <a:pPr marL="12700" marR="5080" lvl="0" indent="0" algn="ctr" defTabSz="457200" rtl="0" eaLnBrk="1" fontAlgn="auto" latinLnBrk="0" hangingPunct="1">
                <a:lnSpc>
                  <a:spcPct val="100000"/>
                </a:lnSpc>
                <a:spcBef>
                  <a:spcPts val="0"/>
                </a:spcBef>
                <a:spcAft>
                  <a:spcPts val="0"/>
                </a:spcAft>
                <a:buClr>
                  <a:srgbClr val="70AD47"/>
                </a:buClr>
                <a:buSzPts val="1200"/>
                <a:buFont typeface="Work Sans"/>
                <a:buNone/>
                <a:tabLst/>
                <a:defRPr/>
              </a:pPr>
              <a:r>
                <a:rPr kumimoji="0" lang="fr-FR" sz="1200" b="1" i="0" u="none" strike="noStrike" kern="1200" cap="none" spc="0" normalizeH="0" baseline="0" noProof="0">
                  <a:ln>
                    <a:noFill/>
                  </a:ln>
                  <a:solidFill>
                    <a:srgbClr val="70AD47"/>
                  </a:solidFill>
                  <a:effectLst/>
                  <a:uLnTx/>
                  <a:uFillTx/>
                  <a:latin typeface="Work Sans"/>
                  <a:ea typeface="Work Sans"/>
                  <a:cs typeface="Work Sans"/>
                  <a:sym typeface="Work Sans"/>
                </a:rPr>
                <a:t>NOTRE </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a:p>
              <a:pPr marL="12700" marR="5080" lvl="0" indent="0" algn="ctr" defTabSz="457200" rtl="0" eaLnBrk="1" fontAlgn="auto" latinLnBrk="0" hangingPunct="1">
                <a:lnSpc>
                  <a:spcPct val="100000"/>
                </a:lnSpc>
                <a:spcBef>
                  <a:spcPts val="95"/>
                </a:spcBef>
                <a:spcAft>
                  <a:spcPts val="0"/>
                </a:spcAft>
                <a:buClr>
                  <a:srgbClr val="70AD47"/>
                </a:buClr>
                <a:buSzPts val="1200"/>
                <a:buFont typeface="Work Sans"/>
                <a:buNone/>
                <a:tabLst/>
                <a:defRPr/>
              </a:pPr>
              <a:r>
                <a:rPr kumimoji="0" lang="fr-FR" sz="1200" b="1" i="0" u="none" strike="noStrike" kern="1200" cap="none" spc="0" normalizeH="0" baseline="0" noProof="0">
                  <a:ln>
                    <a:noFill/>
                  </a:ln>
                  <a:solidFill>
                    <a:srgbClr val="70AD47"/>
                  </a:solidFill>
                  <a:effectLst/>
                  <a:uLnTx/>
                  <a:uFillTx/>
                  <a:latin typeface="Work Sans"/>
                  <a:ea typeface="Work Sans"/>
                  <a:cs typeface="Work Sans"/>
                  <a:sym typeface="Work Sans"/>
                </a:rPr>
                <a:t>TECHNICITÉ</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pic>
          <p:nvPicPr>
            <p:cNvPr id="13" name="Google Shape;267;g2b1e267cfcf_0_489" descr="solution ">
              <a:extLst>
                <a:ext uri="{FF2B5EF4-FFF2-40B4-BE49-F238E27FC236}">
                  <a16:creationId xmlns:a16="http://schemas.microsoft.com/office/drawing/2014/main" id="{2086A2FF-F719-583D-6EE5-81426D4F5F71}"/>
                </a:ext>
              </a:extLst>
            </p:cNvPr>
            <p:cNvPicPr preferRelativeResize="0"/>
            <p:nvPr/>
          </p:nvPicPr>
          <p:blipFill rotWithShape="1">
            <a:blip r:embed="rId3">
              <a:alphaModFix/>
            </a:blip>
            <a:srcRect/>
            <a:stretch/>
          </p:blipFill>
          <p:spPr>
            <a:xfrm>
              <a:off x="3916334" y="1609157"/>
              <a:ext cx="566371" cy="566371"/>
            </a:xfrm>
            <a:prstGeom prst="rect">
              <a:avLst/>
            </a:prstGeom>
            <a:noFill/>
            <a:ln>
              <a:noFill/>
            </a:ln>
          </p:spPr>
        </p:pic>
        <p:sp>
          <p:nvSpPr>
            <p:cNvPr id="14" name="Google Shape;268;g2b1e267cfcf_0_489">
              <a:extLst>
                <a:ext uri="{FF2B5EF4-FFF2-40B4-BE49-F238E27FC236}">
                  <a16:creationId xmlns:a16="http://schemas.microsoft.com/office/drawing/2014/main" id="{2C3A6E34-FF97-4360-5E9A-C5C7BC76C4B7}"/>
                </a:ext>
              </a:extLst>
            </p:cNvPr>
            <p:cNvSpPr txBox="1"/>
            <p:nvPr/>
          </p:nvSpPr>
          <p:spPr>
            <a:xfrm>
              <a:off x="3318495" y="2767498"/>
              <a:ext cx="1866000" cy="1446900"/>
            </a:xfrm>
            <a:prstGeom prst="rect">
              <a:avLst/>
            </a:prstGeom>
            <a:noFill/>
            <a:ln>
              <a:noFill/>
            </a:ln>
          </p:spPr>
          <p:txBody>
            <a:bodyPr spcFirstLastPara="1" wrap="square" lIns="91425" tIns="45700" rIns="91425" bIns="45700" anchor="t" anchorCtr="0">
              <a:spAutoFit/>
            </a:bodyPr>
            <a:lstStyle/>
            <a:p>
              <a:pPr marL="0" marR="0" lvl="0" indent="0" algn="ctr" defTabSz="457200" rtl="0" eaLnBrk="1" fontAlgn="auto" latinLnBrk="0" hangingPunct="1">
                <a:lnSpc>
                  <a:spcPct val="100000"/>
                </a:lnSpc>
                <a:spcBef>
                  <a:spcPts val="0"/>
                </a:spcBef>
                <a:spcAft>
                  <a:spcPts val="0"/>
                </a:spcAft>
                <a:buClr>
                  <a:srgbClr val="1F3864"/>
                </a:buClr>
                <a:buSzPts val="1100"/>
                <a:buFont typeface="Work Sans"/>
                <a:buNone/>
                <a:tabLst/>
                <a:defRPr/>
              </a:pPr>
              <a:r>
                <a:rPr kumimoji="0" lang="fr-FR" sz="1100" b="0" i="0" u="none" strike="noStrike" kern="1200" cap="none" spc="0" normalizeH="0" baseline="0" noProof="0">
                  <a:ln>
                    <a:noFill/>
                  </a:ln>
                  <a:solidFill>
                    <a:srgbClr val="1F3864"/>
                  </a:solidFill>
                  <a:effectLst/>
                  <a:uLnTx/>
                  <a:uFillTx/>
                  <a:latin typeface="Work Sans"/>
                  <a:ea typeface="Work Sans"/>
                  <a:cs typeface="Work Sans"/>
                  <a:sym typeface="Work Sans"/>
                </a:rPr>
                <a:t>Nous sommes </a:t>
              </a:r>
              <a:r>
                <a:rPr kumimoji="0" lang="fr-FR" sz="1100" b="1" i="0" u="none" strike="noStrike" kern="1200" cap="none" spc="0" normalizeH="0" baseline="0" noProof="0">
                  <a:ln>
                    <a:noFill/>
                  </a:ln>
                  <a:solidFill>
                    <a:srgbClr val="1F3864"/>
                  </a:solidFill>
                  <a:effectLst/>
                  <a:uLnTx/>
                  <a:uFillTx/>
                  <a:latin typeface="Work Sans"/>
                  <a:ea typeface="Work Sans"/>
                  <a:cs typeface="Work Sans"/>
                  <a:sym typeface="Work Sans"/>
                </a:rPr>
                <a:t>intransigeants </a:t>
              </a:r>
              <a:r>
                <a:rPr kumimoji="0" lang="fr-FR" sz="1100" b="0" i="0" u="none" strike="noStrike" kern="1200" cap="none" spc="0" normalizeH="0" baseline="0" noProof="0">
                  <a:ln>
                    <a:noFill/>
                  </a:ln>
                  <a:solidFill>
                    <a:srgbClr val="1F3864"/>
                  </a:solidFill>
                  <a:effectLst/>
                  <a:uLnTx/>
                  <a:uFillTx/>
                  <a:latin typeface="Work Sans"/>
                  <a:ea typeface="Work Sans"/>
                  <a:cs typeface="Work Sans"/>
                  <a:sym typeface="Work Sans"/>
                </a:rPr>
                <a:t>sur</a:t>
              </a:r>
              <a:r>
                <a:rPr kumimoji="0" lang="fr-FR" sz="1100" b="1" i="0" u="none" strike="noStrike" kern="1200" cap="none" spc="0" normalizeH="0" baseline="0" noProof="0">
                  <a:ln>
                    <a:noFill/>
                  </a:ln>
                  <a:solidFill>
                    <a:srgbClr val="1F3864"/>
                  </a:solidFill>
                  <a:effectLst/>
                  <a:uLnTx/>
                  <a:uFillTx/>
                  <a:latin typeface="Work Sans"/>
                  <a:ea typeface="Work Sans"/>
                  <a:cs typeface="Work Sans"/>
                  <a:sym typeface="Work Sans"/>
                </a:rPr>
                <a:t> </a:t>
              </a:r>
              <a:r>
                <a:rPr kumimoji="0" lang="fr-FR" sz="1100" b="0" i="0" u="none" strike="noStrike" kern="1200" cap="none" spc="0" normalizeH="0" baseline="0" noProof="0">
                  <a:ln>
                    <a:noFill/>
                  </a:ln>
                  <a:solidFill>
                    <a:srgbClr val="1F3864"/>
                  </a:solidFill>
                  <a:effectLst/>
                  <a:uLnTx/>
                  <a:uFillTx/>
                  <a:latin typeface="Work Sans"/>
                  <a:ea typeface="Work Sans"/>
                  <a:cs typeface="Work Sans"/>
                  <a:sym typeface="Work Sans"/>
                </a:rPr>
                <a:t>la</a:t>
              </a:r>
              <a:r>
                <a:rPr kumimoji="0" lang="fr-FR" sz="1100" b="1" i="0" u="none" strike="noStrike" kern="1200" cap="none" spc="0" normalizeH="0" baseline="0" noProof="0">
                  <a:ln>
                    <a:noFill/>
                  </a:ln>
                  <a:solidFill>
                    <a:srgbClr val="1F3864"/>
                  </a:solidFill>
                  <a:effectLst/>
                  <a:uLnTx/>
                  <a:uFillTx/>
                  <a:latin typeface="Work Sans"/>
                  <a:ea typeface="Work Sans"/>
                  <a:cs typeface="Work Sans"/>
                  <a:sym typeface="Work Sans"/>
                </a:rPr>
                <a:t> qualité. </a:t>
              </a:r>
              <a:r>
                <a:rPr kumimoji="0" lang="fr-FR" sz="1100" b="0" i="0" u="none" strike="noStrike" kern="1200" cap="none" spc="0" normalizeH="0" baseline="0" noProof="0">
                  <a:ln>
                    <a:noFill/>
                  </a:ln>
                  <a:solidFill>
                    <a:srgbClr val="1F3864"/>
                  </a:solidFill>
                  <a:effectLst/>
                  <a:uLnTx/>
                  <a:uFillTx/>
                  <a:latin typeface="Work Sans"/>
                  <a:ea typeface="Work Sans"/>
                  <a:cs typeface="Work Sans"/>
                  <a:sym typeface="Work Sans"/>
                </a:rPr>
                <a:t>Pour ce faire, nos missions sont assurées dans le strict</a:t>
              </a:r>
              <a:r>
                <a:rPr kumimoji="0" lang="fr-FR" sz="1100" b="1" i="0" u="none" strike="noStrike" kern="1200" cap="none" spc="0" normalizeH="0" baseline="0" noProof="0">
                  <a:ln>
                    <a:noFill/>
                  </a:ln>
                  <a:solidFill>
                    <a:srgbClr val="1F3864"/>
                  </a:solidFill>
                  <a:effectLst/>
                  <a:uLnTx/>
                  <a:uFillTx/>
                  <a:latin typeface="Work Sans"/>
                  <a:ea typeface="Work Sans"/>
                  <a:cs typeface="Work Sans"/>
                  <a:sym typeface="Work Sans"/>
                </a:rPr>
                <a:t> respect des règles </a:t>
              </a:r>
              <a:r>
                <a:rPr kumimoji="0" lang="fr-FR" sz="1100" b="0" i="0" u="none" strike="noStrike" kern="1200" cap="none" spc="0" normalizeH="0" baseline="0" noProof="0">
                  <a:ln>
                    <a:noFill/>
                  </a:ln>
                  <a:solidFill>
                    <a:srgbClr val="1F3864"/>
                  </a:solidFill>
                  <a:effectLst/>
                  <a:uLnTx/>
                  <a:uFillTx/>
                  <a:latin typeface="Work Sans"/>
                  <a:ea typeface="Work Sans"/>
                  <a:cs typeface="Work Sans"/>
                  <a:sym typeface="Work Sans"/>
                </a:rPr>
                <a:t>de </a:t>
              </a:r>
              <a:r>
                <a:rPr kumimoji="0" lang="fr-FR" sz="1100" b="1" i="0" u="none" strike="noStrike" kern="1200" cap="none" spc="0" normalizeH="0" baseline="0" noProof="0">
                  <a:ln>
                    <a:noFill/>
                  </a:ln>
                  <a:solidFill>
                    <a:srgbClr val="1F3864"/>
                  </a:solidFill>
                  <a:effectLst/>
                  <a:uLnTx/>
                  <a:uFillTx/>
                  <a:latin typeface="Work Sans"/>
                  <a:ea typeface="Work Sans"/>
                  <a:cs typeface="Work Sans"/>
                  <a:sym typeface="Work Sans"/>
                </a:rPr>
                <a:t>qualité, </a:t>
              </a:r>
              <a:r>
                <a:rPr kumimoji="0" lang="fr-FR" sz="1100" b="0" i="0" u="none" strike="noStrike" kern="1200" cap="none" spc="0" normalizeH="0" baseline="0" noProof="0">
                  <a:ln>
                    <a:noFill/>
                  </a:ln>
                  <a:solidFill>
                    <a:srgbClr val="1F3864"/>
                  </a:solidFill>
                  <a:effectLst/>
                  <a:uLnTx/>
                  <a:uFillTx/>
                  <a:latin typeface="Work Sans"/>
                  <a:ea typeface="Work Sans"/>
                  <a:cs typeface="Work Sans"/>
                  <a:sym typeface="Work Sans"/>
                </a:rPr>
                <a:t>d’</a:t>
              </a:r>
              <a:r>
                <a:rPr kumimoji="0" lang="fr-FR" sz="1100" b="1" i="0" u="none" strike="noStrike" kern="1200" cap="none" spc="0" normalizeH="0" baseline="0" noProof="0">
                  <a:ln>
                    <a:noFill/>
                  </a:ln>
                  <a:solidFill>
                    <a:srgbClr val="1F3864"/>
                  </a:solidFill>
                  <a:effectLst/>
                  <a:uLnTx/>
                  <a:uFillTx/>
                  <a:latin typeface="Work Sans"/>
                  <a:ea typeface="Work Sans"/>
                  <a:cs typeface="Work Sans"/>
                  <a:sym typeface="Work Sans"/>
                </a:rPr>
                <a:t>éthique </a:t>
              </a:r>
              <a:r>
                <a:rPr kumimoji="0" lang="fr-FR" sz="1100" b="0" i="0" u="none" strike="noStrike" kern="1200" cap="none" spc="0" normalizeH="0" baseline="0" noProof="0">
                  <a:ln>
                    <a:noFill/>
                  </a:ln>
                  <a:solidFill>
                    <a:srgbClr val="1F3864"/>
                  </a:solidFill>
                  <a:effectLst/>
                  <a:uLnTx/>
                  <a:uFillTx/>
                  <a:latin typeface="Work Sans"/>
                  <a:ea typeface="Work Sans"/>
                  <a:cs typeface="Work Sans"/>
                  <a:sym typeface="Work Sans"/>
                </a:rPr>
                <a:t>et</a:t>
              </a:r>
              <a:r>
                <a:rPr kumimoji="0" lang="fr-FR" sz="1100" b="1" i="0" u="none" strike="noStrike" kern="1200" cap="none" spc="0" normalizeH="0" baseline="0" noProof="0">
                  <a:ln>
                    <a:noFill/>
                  </a:ln>
                  <a:solidFill>
                    <a:srgbClr val="1F3864"/>
                  </a:solidFill>
                  <a:effectLst/>
                  <a:uLnTx/>
                  <a:uFillTx/>
                  <a:latin typeface="Work Sans"/>
                  <a:ea typeface="Work Sans"/>
                  <a:cs typeface="Work Sans"/>
                  <a:sym typeface="Work Sans"/>
                </a:rPr>
                <a:t> </a:t>
              </a:r>
              <a:r>
                <a:rPr kumimoji="0" lang="fr-FR" sz="1100" b="0" i="0" u="none" strike="noStrike" kern="1200" cap="none" spc="0" normalizeH="0" baseline="0" noProof="0">
                  <a:ln>
                    <a:noFill/>
                  </a:ln>
                  <a:solidFill>
                    <a:srgbClr val="1F3864"/>
                  </a:solidFill>
                  <a:effectLst/>
                  <a:uLnTx/>
                  <a:uFillTx/>
                  <a:latin typeface="Work Sans"/>
                  <a:ea typeface="Work Sans"/>
                  <a:cs typeface="Work Sans"/>
                  <a:sym typeface="Work Sans"/>
                </a:rPr>
                <a:t>d’</a:t>
              </a:r>
              <a:r>
                <a:rPr kumimoji="0" lang="fr-FR" sz="1100" b="1" i="0" u="none" strike="noStrike" kern="1200" cap="none" spc="0" normalizeH="0" baseline="0" noProof="0">
                  <a:ln>
                    <a:noFill/>
                  </a:ln>
                  <a:solidFill>
                    <a:srgbClr val="1F3864"/>
                  </a:solidFill>
                  <a:effectLst/>
                  <a:uLnTx/>
                  <a:uFillTx/>
                  <a:latin typeface="Work Sans"/>
                  <a:ea typeface="Work Sans"/>
                  <a:cs typeface="Work Sans"/>
                  <a:sym typeface="Work Sans"/>
                </a:rPr>
                <a:t>indépendance. </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15" name="Google Shape;269;g2b1e267cfcf_0_489">
              <a:extLst>
                <a:ext uri="{FF2B5EF4-FFF2-40B4-BE49-F238E27FC236}">
                  <a16:creationId xmlns:a16="http://schemas.microsoft.com/office/drawing/2014/main" id="{7FBBD8E7-A3F2-D424-431C-1294D55B5AE4}"/>
                </a:ext>
              </a:extLst>
            </p:cNvPr>
            <p:cNvSpPr/>
            <p:nvPr/>
          </p:nvSpPr>
          <p:spPr>
            <a:xfrm>
              <a:off x="442213" y="1686050"/>
              <a:ext cx="2613114" cy="4090109"/>
            </a:xfrm>
            <a:custGeom>
              <a:avLst/>
              <a:gdLst/>
              <a:ahLst/>
              <a:cxnLst/>
              <a:rect l="l" t="t" r="r" b="b"/>
              <a:pathLst>
                <a:path w="3531235" h="1920239" extrusionOk="0">
                  <a:moveTo>
                    <a:pt x="3531108" y="0"/>
                  </a:moveTo>
                  <a:lnTo>
                    <a:pt x="0" y="0"/>
                  </a:lnTo>
                  <a:lnTo>
                    <a:pt x="0" y="1920239"/>
                  </a:lnTo>
                  <a:lnTo>
                    <a:pt x="3531108" y="1920239"/>
                  </a:lnTo>
                  <a:lnTo>
                    <a:pt x="3531108" y="0"/>
                  </a:lnTo>
                  <a:close/>
                </a:path>
              </a:pathLst>
            </a:custGeom>
            <a:solidFill>
              <a:srgbClr val="A8D08C"/>
            </a:solidFill>
            <a:ln>
              <a:noFill/>
            </a:ln>
          </p:spPr>
          <p:txBody>
            <a:bodyPr spcFirstLastPara="1" wrap="square" lIns="0" tIns="0" rIns="0" bIns="0" anchor="t" anchorCtr="0">
              <a:noAutofit/>
            </a:bodyPr>
            <a:lstStyle/>
            <a:p>
              <a:pPr marL="0" marR="0" lvl="0" indent="0" algn="l" defTabSz="457200" rtl="0" eaLnBrk="1" fontAlgn="auto" latinLnBrk="0" hangingPunct="1">
                <a:lnSpc>
                  <a:spcPct val="100000"/>
                </a:lnSpc>
                <a:spcBef>
                  <a:spcPts val="0"/>
                </a:spcBef>
                <a:spcAft>
                  <a:spcPts val="0"/>
                </a:spcAft>
                <a:buClr>
                  <a:prstClr val="black"/>
                </a:buClr>
                <a:buSzPts val="1800"/>
                <a:buFont typeface="Calibri"/>
                <a:buNone/>
                <a:tabLst/>
                <a:defRPr/>
              </a:pPr>
              <a:endParaRPr kumimoji="0" sz="18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16" name="Google Shape;270;g2b1e267cfcf_0_489">
              <a:extLst>
                <a:ext uri="{FF2B5EF4-FFF2-40B4-BE49-F238E27FC236}">
                  <a16:creationId xmlns:a16="http://schemas.microsoft.com/office/drawing/2014/main" id="{4E1C5EDA-EC01-DF25-8A27-D3917DCE4B42}"/>
                </a:ext>
              </a:extLst>
            </p:cNvPr>
            <p:cNvSpPr txBox="1"/>
            <p:nvPr/>
          </p:nvSpPr>
          <p:spPr>
            <a:xfrm>
              <a:off x="5868435" y="4838777"/>
              <a:ext cx="2681700" cy="939000"/>
            </a:xfrm>
            <a:prstGeom prst="rect">
              <a:avLst/>
            </a:prstGeom>
            <a:noFill/>
            <a:ln>
              <a:noFill/>
            </a:ln>
          </p:spPr>
          <p:txBody>
            <a:bodyPr spcFirstLastPara="1" wrap="square" lIns="91425" tIns="45700" rIns="91425" bIns="45700" anchor="t" anchorCtr="0">
              <a:spAutoFit/>
            </a:bodyPr>
            <a:lstStyle/>
            <a:p>
              <a:pPr marL="0" marR="0" lvl="0" indent="0" algn="ctr" defTabSz="457200" rtl="0" eaLnBrk="1" fontAlgn="auto" latinLnBrk="0" hangingPunct="1">
                <a:lnSpc>
                  <a:spcPct val="100000"/>
                </a:lnSpc>
                <a:spcBef>
                  <a:spcPts val="0"/>
                </a:spcBef>
                <a:spcAft>
                  <a:spcPts val="0"/>
                </a:spcAft>
                <a:buClr>
                  <a:srgbClr val="1F3864"/>
                </a:buClr>
                <a:buSzPts val="1100"/>
                <a:buFont typeface="Work Sans"/>
                <a:buNone/>
                <a:tabLst/>
                <a:defRPr/>
              </a:pPr>
              <a:r>
                <a:rPr kumimoji="0" lang="fr-FR" sz="1100" b="0" i="0" u="none" strike="noStrike" kern="1200" cap="none" spc="0" normalizeH="0" baseline="0" noProof="0">
                  <a:ln>
                    <a:noFill/>
                  </a:ln>
                  <a:solidFill>
                    <a:srgbClr val="1F3864"/>
                  </a:solidFill>
                  <a:effectLst/>
                  <a:uLnTx/>
                  <a:uFillTx/>
                  <a:latin typeface="Work Sans"/>
                  <a:ea typeface="Work Sans"/>
                  <a:cs typeface="Work Sans"/>
                  <a:sym typeface="Work Sans"/>
                </a:rPr>
                <a:t>Notre </a:t>
              </a:r>
              <a:r>
                <a:rPr kumimoji="0" lang="fr-FR" sz="1100" b="1" i="0" u="none" strike="noStrike" kern="1200" cap="none" spc="0" normalizeH="0" baseline="0" noProof="0">
                  <a:ln>
                    <a:noFill/>
                  </a:ln>
                  <a:solidFill>
                    <a:srgbClr val="1F3864"/>
                  </a:solidFill>
                  <a:effectLst/>
                  <a:uLnTx/>
                  <a:uFillTx/>
                  <a:latin typeface="Work Sans"/>
                  <a:ea typeface="Work Sans"/>
                  <a:cs typeface="Work Sans"/>
                  <a:sym typeface="Work Sans"/>
                </a:rPr>
                <a:t>culture d’entreprise</a:t>
              </a:r>
              <a:r>
                <a:rPr kumimoji="0" lang="fr-FR" sz="1100" b="0" i="0" u="none" strike="noStrike" kern="1200" cap="none" spc="0" normalizeH="0" baseline="0" noProof="0">
                  <a:ln>
                    <a:noFill/>
                  </a:ln>
                  <a:solidFill>
                    <a:srgbClr val="1F3864"/>
                  </a:solidFill>
                  <a:effectLst/>
                  <a:uLnTx/>
                  <a:uFillTx/>
                  <a:latin typeface="Work Sans"/>
                  <a:ea typeface="Work Sans"/>
                  <a:cs typeface="Work Sans"/>
                  <a:sym typeface="Work Sans"/>
                </a:rPr>
                <a:t> et notre </a:t>
              </a:r>
              <a:r>
                <a:rPr kumimoji="0" lang="fr-FR" sz="1100" b="1" i="0" u="none" strike="noStrike" kern="1200" cap="none" spc="0" normalizeH="0" baseline="0" noProof="0">
                  <a:ln>
                    <a:noFill/>
                  </a:ln>
                  <a:solidFill>
                    <a:srgbClr val="1F3864"/>
                  </a:solidFill>
                  <a:effectLst/>
                  <a:uLnTx/>
                  <a:uFillTx/>
                  <a:latin typeface="Work Sans"/>
                  <a:ea typeface="Work Sans"/>
                  <a:cs typeface="Work Sans"/>
                  <a:sym typeface="Work Sans"/>
                </a:rPr>
                <a:t>organisation du travail </a:t>
              </a:r>
              <a:r>
                <a:rPr kumimoji="0" lang="fr-FR" sz="1100" b="0" i="0" u="none" strike="noStrike" kern="1200" cap="none" spc="0" normalizeH="0" baseline="0" noProof="0">
                  <a:ln>
                    <a:noFill/>
                  </a:ln>
                  <a:solidFill>
                    <a:srgbClr val="1F3864"/>
                  </a:solidFill>
                  <a:effectLst/>
                  <a:uLnTx/>
                  <a:uFillTx/>
                  <a:latin typeface="Work Sans"/>
                  <a:ea typeface="Work Sans"/>
                  <a:cs typeface="Work Sans"/>
                  <a:sym typeface="Work Sans"/>
                </a:rPr>
                <a:t>nous permettent de nous adapter aux </a:t>
              </a:r>
              <a:r>
                <a:rPr kumimoji="0" lang="fr-FR" sz="1100" b="1" i="0" u="none" strike="noStrike" kern="1200" cap="none" spc="0" normalizeH="0" baseline="0" noProof="0">
                  <a:ln>
                    <a:noFill/>
                  </a:ln>
                  <a:solidFill>
                    <a:srgbClr val="1F3864"/>
                  </a:solidFill>
                  <a:effectLst/>
                  <a:uLnTx/>
                  <a:uFillTx/>
                  <a:latin typeface="Work Sans"/>
                  <a:ea typeface="Work Sans"/>
                  <a:cs typeface="Work Sans"/>
                  <a:sym typeface="Work Sans"/>
                </a:rPr>
                <a:t>spécificités</a:t>
              </a:r>
              <a:r>
                <a:rPr kumimoji="0" lang="fr-FR" sz="1100" b="0" i="0" u="none" strike="noStrike" kern="1200" cap="none" spc="0" normalizeH="0" baseline="0" noProof="0">
                  <a:ln>
                    <a:noFill/>
                  </a:ln>
                  <a:solidFill>
                    <a:srgbClr val="1F3864"/>
                  </a:solidFill>
                  <a:effectLst/>
                  <a:uLnTx/>
                  <a:uFillTx/>
                  <a:latin typeface="Work Sans"/>
                  <a:ea typeface="Work Sans"/>
                  <a:cs typeface="Work Sans"/>
                  <a:sym typeface="Work Sans"/>
                </a:rPr>
                <a:t> de chacun de nos clients.</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grpSp>
          <p:nvGrpSpPr>
            <p:cNvPr id="17" name="Google Shape;271;g2b1e267cfcf_0_489">
              <a:extLst>
                <a:ext uri="{FF2B5EF4-FFF2-40B4-BE49-F238E27FC236}">
                  <a16:creationId xmlns:a16="http://schemas.microsoft.com/office/drawing/2014/main" id="{02FBDDE0-2AC4-0D39-1887-FB7297BAB374}"/>
                </a:ext>
              </a:extLst>
            </p:cNvPr>
            <p:cNvGrpSpPr/>
            <p:nvPr/>
          </p:nvGrpSpPr>
          <p:grpSpPr>
            <a:xfrm>
              <a:off x="5518349" y="1768938"/>
              <a:ext cx="3246169" cy="1851793"/>
              <a:chOff x="5703449" y="2019558"/>
              <a:chExt cx="3246169" cy="1851793"/>
            </a:xfrm>
          </p:grpSpPr>
          <p:sp>
            <p:nvSpPr>
              <p:cNvPr id="44" name="Google Shape;272;g2b1e267cfcf_0_489">
                <a:extLst>
                  <a:ext uri="{FF2B5EF4-FFF2-40B4-BE49-F238E27FC236}">
                    <a16:creationId xmlns:a16="http://schemas.microsoft.com/office/drawing/2014/main" id="{D416DA20-8312-6EEF-FF5F-EC32E1C3B9D1}"/>
                  </a:ext>
                </a:extLst>
              </p:cNvPr>
              <p:cNvSpPr/>
              <p:nvPr/>
            </p:nvSpPr>
            <p:spPr>
              <a:xfrm>
                <a:off x="5703449" y="2020330"/>
                <a:ext cx="1480820" cy="1400175"/>
              </a:xfrm>
              <a:custGeom>
                <a:avLst/>
                <a:gdLst/>
                <a:ahLst/>
                <a:cxnLst/>
                <a:rect l="l" t="t" r="r" b="b"/>
                <a:pathLst>
                  <a:path w="1480820" h="1400175" extrusionOk="0">
                    <a:moveTo>
                      <a:pt x="0" y="699894"/>
                    </a:moveTo>
                    <a:lnTo>
                      <a:pt x="1601" y="747811"/>
                    </a:lnTo>
                    <a:lnTo>
                      <a:pt x="6336" y="794862"/>
                    </a:lnTo>
                    <a:lnTo>
                      <a:pt x="14101" y="840942"/>
                    </a:lnTo>
                    <a:lnTo>
                      <a:pt x="24792" y="885947"/>
                    </a:lnTo>
                    <a:lnTo>
                      <a:pt x="38308" y="929773"/>
                    </a:lnTo>
                    <a:lnTo>
                      <a:pt x="54543" y="972315"/>
                    </a:lnTo>
                    <a:lnTo>
                      <a:pt x="73395" y="1013470"/>
                    </a:lnTo>
                    <a:lnTo>
                      <a:pt x="94760" y="1053133"/>
                    </a:lnTo>
                    <a:lnTo>
                      <a:pt x="118535" y="1091199"/>
                    </a:lnTo>
                    <a:lnTo>
                      <a:pt x="144616" y="1127566"/>
                    </a:lnTo>
                    <a:lnTo>
                      <a:pt x="172901" y="1162127"/>
                    </a:lnTo>
                    <a:lnTo>
                      <a:pt x="203285" y="1194780"/>
                    </a:lnTo>
                    <a:lnTo>
                      <a:pt x="235666" y="1225419"/>
                    </a:lnTo>
                    <a:lnTo>
                      <a:pt x="269939" y="1253942"/>
                    </a:lnTo>
                    <a:lnTo>
                      <a:pt x="306002" y="1280242"/>
                    </a:lnTo>
                    <a:lnTo>
                      <a:pt x="343751" y="1304217"/>
                    </a:lnTo>
                    <a:lnTo>
                      <a:pt x="383083" y="1325761"/>
                    </a:lnTo>
                    <a:lnTo>
                      <a:pt x="423895" y="1344771"/>
                    </a:lnTo>
                    <a:lnTo>
                      <a:pt x="466082" y="1361143"/>
                    </a:lnTo>
                    <a:lnTo>
                      <a:pt x="509542" y="1374771"/>
                    </a:lnTo>
                    <a:lnTo>
                      <a:pt x="554171" y="1385553"/>
                    </a:lnTo>
                    <a:lnTo>
                      <a:pt x="599866" y="1393383"/>
                    </a:lnTo>
                    <a:lnTo>
                      <a:pt x="646523" y="1398157"/>
                    </a:lnTo>
                    <a:lnTo>
                      <a:pt x="694039" y="1399772"/>
                    </a:lnTo>
                    <a:lnTo>
                      <a:pt x="694039" y="1221774"/>
                    </a:lnTo>
                    <a:lnTo>
                      <a:pt x="646727" y="1219594"/>
                    </a:lnTo>
                    <a:lnTo>
                      <a:pt x="600404" y="1213162"/>
                    </a:lnTo>
                    <a:lnTo>
                      <a:pt x="555296" y="1202643"/>
                    </a:lnTo>
                    <a:lnTo>
                      <a:pt x="511627" y="1188200"/>
                    </a:lnTo>
                    <a:lnTo>
                      <a:pt x="469621" y="1169996"/>
                    </a:lnTo>
                    <a:lnTo>
                      <a:pt x="429505" y="1148195"/>
                    </a:lnTo>
                    <a:lnTo>
                      <a:pt x="391501" y="1122962"/>
                    </a:lnTo>
                    <a:lnTo>
                      <a:pt x="355835" y="1094458"/>
                    </a:lnTo>
                    <a:lnTo>
                      <a:pt x="322731" y="1062849"/>
                    </a:lnTo>
                    <a:lnTo>
                      <a:pt x="292415" y="1028297"/>
                    </a:lnTo>
                    <a:lnTo>
                      <a:pt x="265110" y="990967"/>
                    </a:lnTo>
                    <a:lnTo>
                      <a:pt x="241041" y="951022"/>
                    </a:lnTo>
                    <a:lnTo>
                      <a:pt x="220434" y="908626"/>
                    </a:lnTo>
                    <a:lnTo>
                      <a:pt x="203512" y="863941"/>
                    </a:lnTo>
                    <a:lnTo>
                      <a:pt x="190728" y="818188"/>
                    </a:lnTo>
                    <a:lnTo>
                      <a:pt x="182211" y="772264"/>
                    </a:lnTo>
                    <a:lnTo>
                      <a:pt x="177844" y="726403"/>
                    </a:lnTo>
                    <a:lnTo>
                      <a:pt x="177512" y="680838"/>
                    </a:lnTo>
                    <a:lnTo>
                      <a:pt x="181098" y="635802"/>
                    </a:lnTo>
                    <a:lnTo>
                      <a:pt x="188487" y="591529"/>
                    </a:lnTo>
                    <a:lnTo>
                      <a:pt x="199563" y="548250"/>
                    </a:lnTo>
                    <a:lnTo>
                      <a:pt x="214210" y="506199"/>
                    </a:lnTo>
                    <a:lnTo>
                      <a:pt x="232312" y="465609"/>
                    </a:lnTo>
                    <a:lnTo>
                      <a:pt x="253754" y="426714"/>
                    </a:lnTo>
                    <a:lnTo>
                      <a:pt x="278419" y="389746"/>
                    </a:lnTo>
                    <a:lnTo>
                      <a:pt x="306193" y="354937"/>
                    </a:lnTo>
                    <a:lnTo>
                      <a:pt x="336958" y="322523"/>
                    </a:lnTo>
                    <a:lnTo>
                      <a:pt x="370599" y="292734"/>
                    </a:lnTo>
                    <a:lnTo>
                      <a:pt x="407000" y="265805"/>
                    </a:lnTo>
                    <a:lnTo>
                      <a:pt x="446046" y="241969"/>
                    </a:lnTo>
                    <a:lnTo>
                      <a:pt x="487621" y="221457"/>
                    </a:lnTo>
                    <a:lnTo>
                      <a:pt x="531608" y="204505"/>
                    </a:lnTo>
                    <a:lnTo>
                      <a:pt x="576923" y="191590"/>
                    </a:lnTo>
                    <a:lnTo>
                      <a:pt x="622405" y="182984"/>
                    </a:lnTo>
                    <a:lnTo>
                      <a:pt x="667822" y="178570"/>
                    </a:lnTo>
                    <a:lnTo>
                      <a:pt x="712946" y="178232"/>
                    </a:lnTo>
                    <a:lnTo>
                      <a:pt x="757544" y="181851"/>
                    </a:lnTo>
                    <a:lnTo>
                      <a:pt x="801387" y="189312"/>
                    </a:lnTo>
                    <a:lnTo>
                      <a:pt x="844243" y="200497"/>
                    </a:lnTo>
                    <a:lnTo>
                      <a:pt x="885883" y="215289"/>
                    </a:lnTo>
                    <a:lnTo>
                      <a:pt x="926076" y="233571"/>
                    </a:lnTo>
                    <a:lnTo>
                      <a:pt x="964591" y="255226"/>
                    </a:lnTo>
                    <a:lnTo>
                      <a:pt x="1001197" y="280137"/>
                    </a:lnTo>
                    <a:lnTo>
                      <a:pt x="1035665" y="308187"/>
                    </a:lnTo>
                    <a:lnTo>
                      <a:pt x="1067764" y="339258"/>
                    </a:lnTo>
                    <a:lnTo>
                      <a:pt x="1097262" y="373235"/>
                    </a:lnTo>
                    <a:lnTo>
                      <a:pt x="1123930" y="409999"/>
                    </a:lnTo>
                    <a:lnTo>
                      <a:pt x="1147537" y="449433"/>
                    </a:lnTo>
                    <a:lnTo>
                      <a:pt x="1167852" y="491421"/>
                    </a:lnTo>
                    <a:lnTo>
                      <a:pt x="1184645" y="535846"/>
                    </a:lnTo>
                    <a:lnTo>
                      <a:pt x="1077725" y="528245"/>
                    </a:lnTo>
                    <a:lnTo>
                      <a:pt x="1298032" y="742727"/>
                    </a:lnTo>
                    <a:lnTo>
                      <a:pt x="1480334" y="556748"/>
                    </a:lnTo>
                    <a:lnTo>
                      <a:pt x="1371836" y="549068"/>
                    </a:lnTo>
                    <a:lnTo>
                      <a:pt x="1359743" y="501679"/>
                    </a:lnTo>
                    <a:lnTo>
                      <a:pt x="1344599" y="455776"/>
                    </a:lnTo>
                    <a:lnTo>
                      <a:pt x="1326532" y="411460"/>
                    </a:lnTo>
                    <a:lnTo>
                      <a:pt x="1305667" y="368834"/>
                    </a:lnTo>
                    <a:lnTo>
                      <a:pt x="1282130" y="328001"/>
                    </a:lnTo>
                    <a:lnTo>
                      <a:pt x="1256047" y="289061"/>
                    </a:lnTo>
                    <a:lnTo>
                      <a:pt x="1227543" y="252118"/>
                    </a:lnTo>
                    <a:lnTo>
                      <a:pt x="1196746" y="217274"/>
                    </a:lnTo>
                    <a:lnTo>
                      <a:pt x="1163779" y="184630"/>
                    </a:lnTo>
                    <a:lnTo>
                      <a:pt x="1128770" y="154289"/>
                    </a:lnTo>
                    <a:lnTo>
                      <a:pt x="1091845" y="126353"/>
                    </a:lnTo>
                    <a:lnTo>
                      <a:pt x="1053128" y="100924"/>
                    </a:lnTo>
                    <a:lnTo>
                      <a:pt x="1012747" y="78104"/>
                    </a:lnTo>
                    <a:lnTo>
                      <a:pt x="970827" y="57995"/>
                    </a:lnTo>
                    <a:lnTo>
                      <a:pt x="927494" y="40700"/>
                    </a:lnTo>
                    <a:lnTo>
                      <a:pt x="882874" y="26320"/>
                    </a:lnTo>
                    <a:lnTo>
                      <a:pt x="837092" y="14958"/>
                    </a:lnTo>
                    <a:lnTo>
                      <a:pt x="790275" y="6716"/>
                    </a:lnTo>
                    <a:lnTo>
                      <a:pt x="742549" y="1696"/>
                    </a:lnTo>
                    <a:lnTo>
                      <a:pt x="694039" y="0"/>
                    </a:lnTo>
                    <a:lnTo>
                      <a:pt x="646523" y="1614"/>
                    </a:lnTo>
                    <a:lnTo>
                      <a:pt x="599866" y="6389"/>
                    </a:lnTo>
                    <a:lnTo>
                      <a:pt x="554171" y="14220"/>
                    </a:lnTo>
                    <a:lnTo>
                      <a:pt x="509542" y="25001"/>
                    </a:lnTo>
                    <a:lnTo>
                      <a:pt x="466082" y="38631"/>
                    </a:lnTo>
                    <a:lnTo>
                      <a:pt x="423895" y="55003"/>
                    </a:lnTo>
                    <a:lnTo>
                      <a:pt x="383083" y="74014"/>
                    </a:lnTo>
                    <a:lnTo>
                      <a:pt x="343751" y="95559"/>
                    </a:lnTo>
                    <a:lnTo>
                      <a:pt x="306002" y="119535"/>
                    </a:lnTo>
                    <a:lnTo>
                      <a:pt x="269939" y="145836"/>
                    </a:lnTo>
                    <a:lnTo>
                      <a:pt x="235666" y="174359"/>
                    </a:lnTo>
                    <a:lnTo>
                      <a:pt x="203285" y="205000"/>
                    </a:lnTo>
                    <a:lnTo>
                      <a:pt x="172901" y="237653"/>
                    </a:lnTo>
                    <a:lnTo>
                      <a:pt x="144616" y="272216"/>
                    </a:lnTo>
                    <a:lnTo>
                      <a:pt x="118535" y="308583"/>
                    </a:lnTo>
                    <a:lnTo>
                      <a:pt x="94760" y="346651"/>
                    </a:lnTo>
                    <a:lnTo>
                      <a:pt x="73395" y="386314"/>
                    </a:lnTo>
                    <a:lnTo>
                      <a:pt x="54543" y="427470"/>
                    </a:lnTo>
                    <a:lnTo>
                      <a:pt x="38308" y="470013"/>
                    </a:lnTo>
                    <a:lnTo>
                      <a:pt x="24792" y="513840"/>
                    </a:lnTo>
                    <a:lnTo>
                      <a:pt x="14101" y="558845"/>
                    </a:lnTo>
                    <a:lnTo>
                      <a:pt x="6336" y="604925"/>
                    </a:lnTo>
                    <a:lnTo>
                      <a:pt x="1601" y="651976"/>
                    </a:lnTo>
                    <a:lnTo>
                      <a:pt x="0" y="699894"/>
                    </a:lnTo>
                    <a:close/>
                  </a:path>
                </a:pathLst>
              </a:custGeom>
              <a:solidFill>
                <a:srgbClr val="A9D18E"/>
              </a:solidFill>
              <a:ln>
                <a:noFill/>
              </a:ln>
            </p:spPr>
            <p:txBody>
              <a:bodyPr spcFirstLastPara="1" wrap="square" lIns="0" tIns="0" rIns="0" bIns="0" anchor="t" anchorCtr="0">
                <a:noAutofit/>
              </a:bodyPr>
              <a:lstStyle/>
              <a:p>
                <a:pPr marL="0" marR="0" lvl="0" indent="0" algn="l" defTabSz="457200" rtl="0" eaLnBrk="1" fontAlgn="auto" latinLnBrk="0" hangingPunct="1">
                  <a:lnSpc>
                    <a:spcPct val="100000"/>
                  </a:lnSpc>
                  <a:spcBef>
                    <a:spcPts val="0"/>
                  </a:spcBef>
                  <a:spcAft>
                    <a:spcPts val="0"/>
                  </a:spcAft>
                  <a:buClr>
                    <a:prstClr val="black"/>
                  </a:buClr>
                  <a:buSzPts val="1800"/>
                  <a:buFont typeface="Calibri"/>
                  <a:buNone/>
                  <a:tabLst/>
                  <a:defRPr/>
                </a:pPr>
                <a:endParaRPr kumimoji="0" sz="18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45" name="Google Shape;273;g2b1e267cfcf_0_489">
                <a:extLst>
                  <a:ext uri="{FF2B5EF4-FFF2-40B4-BE49-F238E27FC236}">
                    <a16:creationId xmlns:a16="http://schemas.microsoft.com/office/drawing/2014/main" id="{BECFDB3E-0A2D-7C1A-1153-E86A057ADFA0}"/>
                  </a:ext>
                </a:extLst>
              </p:cNvPr>
              <p:cNvSpPr/>
              <p:nvPr/>
            </p:nvSpPr>
            <p:spPr>
              <a:xfrm>
                <a:off x="6632297" y="2676916"/>
                <a:ext cx="1485900" cy="1194435"/>
              </a:xfrm>
              <a:custGeom>
                <a:avLst/>
                <a:gdLst/>
                <a:ahLst/>
                <a:cxnLst/>
                <a:rect l="l" t="t" r="r" b="b"/>
                <a:pathLst>
                  <a:path w="1485900" h="1194435" extrusionOk="0">
                    <a:moveTo>
                      <a:pt x="0" y="483996"/>
                    </a:moveTo>
                    <a:lnTo>
                      <a:pt x="782" y="530240"/>
                    </a:lnTo>
                    <a:lnTo>
                      <a:pt x="4586" y="575949"/>
                    </a:lnTo>
                    <a:lnTo>
                      <a:pt x="11332" y="620998"/>
                    </a:lnTo>
                    <a:lnTo>
                      <a:pt x="20941" y="665264"/>
                    </a:lnTo>
                    <a:lnTo>
                      <a:pt x="33334" y="708621"/>
                    </a:lnTo>
                    <a:lnTo>
                      <a:pt x="48433" y="750947"/>
                    </a:lnTo>
                    <a:lnTo>
                      <a:pt x="66159" y="792116"/>
                    </a:lnTo>
                    <a:lnTo>
                      <a:pt x="86433" y="832004"/>
                    </a:lnTo>
                    <a:lnTo>
                      <a:pt x="109175" y="870488"/>
                    </a:lnTo>
                    <a:lnTo>
                      <a:pt x="134308" y="907443"/>
                    </a:lnTo>
                    <a:lnTo>
                      <a:pt x="161752" y="942744"/>
                    </a:lnTo>
                    <a:lnTo>
                      <a:pt x="191428" y="976267"/>
                    </a:lnTo>
                    <a:lnTo>
                      <a:pt x="223258" y="1007889"/>
                    </a:lnTo>
                    <a:lnTo>
                      <a:pt x="257163" y="1037485"/>
                    </a:lnTo>
                    <a:lnTo>
                      <a:pt x="293064" y="1064931"/>
                    </a:lnTo>
                    <a:lnTo>
                      <a:pt x="330881" y="1090102"/>
                    </a:lnTo>
                    <a:lnTo>
                      <a:pt x="370537" y="1112875"/>
                    </a:lnTo>
                    <a:lnTo>
                      <a:pt x="411953" y="1133124"/>
                    </a:lnTo>
                    <a:lnTo>
                      <a:pt x="455048" y="1150726"/>
                    </a:lnTo>
                    <a:lnTo>
                      <a:pt x="499746" y="1165557"/>
                    </a:lnTo>
                    <a:lnTo>
                      <a:pt x="545966" y="1177492"/>
                    </a:lnTo>
                    <a:lnTo>
                      <a:pt x="592872" y="1186277"/>
                    </a:lnTo>
                    <a:lnTo>
                      <a:pt x="639618" y="1191790"/>
                    </a:lnTo>
                    <a:lnTo>
                      <a:pt x="686079" y="1194113"/>
                    </a:lnTo>
                    <a:lnTo>
                      <a:pt x="732131" y="1193323"/>
                    </a:lnTo>
                    <a:lnTo>
                      <a:pt x="777652" y="1189501"/>
                    </a:lnTo>
                    <a:lnTo>
                      <a:pt x="822516" y="1182725"/>
                    </a:lnTo>
                    <a:lnTo>
                      <a:pt x="866600" y="1173074"/>
                    </a:lnTo>
                    <a:lnTo>
                      <a:pt x="909781" y="1160627"/>
                    </a:lnTo>
                    <a:lnTo>
                      <a:pt x="951934" y="1145465"/>
                    </a:lnTo>
                    <a:lnTo>
                      <a:pt x="992936" y="1127665"/>
                    </a:lnTo>
                    <a:lnTo>
                      <a:pt x="1032663" y="1107307"/>
                    </a:lnTo>
                    <a:lnTo>
                      <a:pt x="1070990" y="1084471"/>
                    </a:lnTo>
                    <a:lnTo>
                      <a:pt x="1107795" y="1059235"/>
                    </a:lnTo>
                    <a:lnTo>
                      <a:pt x="1142953" y="1031678"/>
                    </a:lnTo>
                    <a:lnTo>
                      <a:pt x="1176341" y="1001881"/>
                    </a:lnTo>
                    <a:lnTo>
                      <a:pt x="1207835" y="969921"/>
                    </a:lnTo>
                    <a:lnTo>
                      <a:pt x="1237310" y="935878"/>
                    </a:lnTo>
                    <a:lnTo>
                      <a:pt x="1264644" y="899831"/>
                    </a:lnTo>
                    <a:lnTo>
                      <a:pt x="1289712" y="861860"/>
                    </a:lnTo>
                    <a:lnTo>
                      <a:pt x="1312390" y="822043"/>
                    </a:lnTo>
                    <a:lnTo>
                      <a:pt x="1332555" y="780460"/>
                    </a:lnTo>
                    <a:lnTo>
                      <a:pt x="1350083" y="737190"/>
                    </a:lnTo>
                    <a:lnTo>
                      <a:pt x="1364850" y="692312"/>
                    </a:lnTo>
                    <a:lnTo>
                      <a:pt x="1376732" y="645905"/>
                    </a:lnTo>
                    <a:lnTo>
                      <a:pt x="1485624" y="638194"/>
                    </a:lnTo>
                    <a:lnTo>
                      <a:pt x="1302771" y="451605"/>
                    </a:lnTo>
                    <a:lnTo>
                      <a:pt x="1081517" y="666839"/>
                    </a:lnTo>
                    <a:lnTo>
                      <a:pt x="1188753" y="659238"/>
                    </a:lnTo>
                    <a:lnTo>
                      <a:pt x="1171407" y="704388"/>
                    </a:lnTo>
                    <a:lnTo>
                      <a:pt x="1150038" y="747591"/>
                    </a:lnTo>
                    <a:lnTo>
                      <a:pt x="1124805" y="788581"/>
                    </a:lnTo>
                    <a:lnTo>
                      <a:pt x="1095866" y="827093"/>
                    </a:lnTo>
                    <a:lnTo>
                      <a:pt x="1063381" y="862865"/>
                    </a:lnTo>
                    <a:lnTo>
                      <a:pt x="1028498" y="894879"/>
                    </a:lnTo>
                    <a:lnTo>
                      <a:pt x="991544" y="923128"/>
                    </a:lnTo>
                    <a:lnTo>
                      <a:pt x="952777" y="947610"/>
                    </a:lnTo>
                    <a:lnTo>
                      <a:pt x="912456" y="968325"/>
                    </a:lnTo>
                    <a:lnTo>
                      <a:pt x="870841" y="985275"/>
                    </a:lnTo>
                    <a:lnTo>
                      <a:pt x="828191" y="998457"/>
                    </a:lnTo>
                    <a:lnTo>
                      <a:pt x="784765" y="1007873"/>
                    </a:lnTo>
                    <a:lnTo>
                      <a:pt x="740821" y="1013523"/>
                    </a:lnTo>
                    <a:lnTo>
                      <a:pt x="696619" y="1015406"/>
                    </a:lnTo>
                    <a:lnTo>
                      <a:pt x="652418" y="1013523"/>
                    </a:lnTo>
                    <a:lnTo>
                      <a:pt x="608476" y="1007873"/>
                    </a:lnTo>
                    <a:lnTo>
                      <a:pt x="565054" y="998457"/>
                    </a:lnTo>
                    <a:lnTo>
                      <a:pt x="522409" y="985275"/>
                    </a:lnTo>
                    <a:lnTo>
                      <a:pt x="480800" y="968325"/>
                    </a:lnTo>
                    <a:lnTo>
                      <a:pt x="440488" y="947610"/>
                    </a:lnTo>
                    <a:lnTo>
                      <a:pt x="401731" y="923128"/>
                    </a:lnTo>
                    <a:lnTo>
                      <a:pt x="364787" y="894879"/>
                    </a:lnTo>
                    <a:lnTo>
                      <a:pt x="329916" y="862865"/>
                    </a:lnTo>
                    <a:lnTo>
                      <a:pt x="298031" y="827840"/>
                    </a:lnTo>
                    <a:lnTo>
                      <a:pt x="269897" y="790736"/>
                    </a:lnTo>
                    <a:lnTo>
                      <a:pt x="245514" y="751812"/>
                    </a:lnTo>
                    <a:lnTo>
                      <a:pt x="224882" y="711329"/>
                    </a:lnTo>
                    <a:lnTo>
                      <a:pt x="208001" y="669546"/>
                    </a:lnTo>
                    <a:lnTo>
                      <a:pt x="194872" y="626723"/>
                    </a:lnTo>
                    <a:lnTo>
                      <a:pt x="185494" y="583121"/>
                    </a:lnTo>
                    <a:lnTo>
                      <a:pt x="179867" y="538998"/>
                    </a:lnTo>
                    <a:lnTo>
                      <a:pt x="177992" y="494615"/>
                    </a:lnTo>
                    <a:lnTo>
                      <a:pt x="179867" y="450233"/>
                    </a:lnTo>
                    <a:lnTo>
                      <a:pt x="185494" y="406110"/>
                    </a:lnTo>
                    <a:lnTo>
                      <a:pt x="194872" y="362507"/>
                    </a:lnTo>
                    <a:lnTo>
                      <a:pt x="208001" y="319684"/>
                    </a:lnTo>
                    <a:lnTo>
                      <a:pt x="224882" y="277900"/>
                    </a:lnTo>
                    <a:lnTo>
                      <a:pt x="245514" y="237416"/>
                    </a:lnTo>
                    <a:lnTo>
                      <a:pt x="269897" y="198491"/>
                    </a:lnTo>
                    <a:lnTo>
                      <a:pt x="298031" y="161386"/>
                    </a:lnTo>
                    <a:lnTo>
                      <a:pt x="329916" y="126360"/>
                    </a:lnTo>
                    <a:lnTo>
                      <a:pt x="204071" y="0"/>
                    </a:lnTo>
                    <a:lnTo>
                      <a:pt x="170274" y="36469"/>
                    </a:lnTo>
                    <a:lnTo>
                      <a:pt x="139258" y="75106"/>
                    </a:lnTo>
                    <a:lnTo>
                      <a:pt x="111111" y="115746"/>
                    </a:lnTo>
                    <a:lnTo>
                      <a:pt x="85924" y="158228"/>
                    </a:lnTo>
                    <a:lnTo>
                      <a:pt x="63786" y="202387"/>
                    </a:lnTo>
                    <a:lnTo>
                      <a:pt x="44788" y="248060"/>
                    </a:lnTo>
                    <a:lnTo>
                      <a:pt x="29017" y="295084"/>
                    </a:lnTo>
                    <a:lnTo>
                      <a:pt x="16565" y="343296"/>
                    </a:lnTo>
                    <a:lnTo>
                      <a:pt x="7812" y="390400"/>
                    </a:lnTo>
                    <a:lnTo>
                      <a:pt x="2317" y="437342"/>
                    </a:lnTo>
                    <a:lnTo>
                      <a:pt x="0" y="483996"/>
                    </a:lnTo>
                    <a:close/>
                  </a:path>
                </a:pathLst>
              </a:custGeom>
              <a:solidFill>
                <a:srgbClr val="A9D18E"/>
              </a:solidFill>
              <a:ln>
                <a:noFill/>
              </a:ln>
            </p:spPr>
            <p:txBody>
              <a:bodyPr spcFirstLastPara="1" wrap="square" lIns="0" tIns="0" rIns="0" bIns="0" anchor="t" anchorCtr="0">
                <a:noAutofit/>
              </a:bodyPr>
              <a:lstStyle/>
              <a:p>
                <a:pPr marL="0" marR="0" lvl="0" indent="0" algn="l" defTabSz="457200" rtl="0" eaLnBrk="1" fontAlgn="auto" latinLnBrk="0" hangingPunct="1">
                  <a:lnSpc>
                    <a:spcPct val="100000"/>
                  </a:lnSpc>
                  <a:spcBef>
                    <a:spcPts val="0"/>
                  </a:spcBef>
                  <a:spcAft>
                    <a:spcPts val="0"/>
                  </a:spcAft>
                  <a:buClr>
                    <a:prstClr val="black"/>
                  </a:buClr>
                  <a:buSzPts val="1800"/>
                  <a:buFont typeface="Calibri"/>
                  <a:buNone/>
                  <a:tabLst/>
                  <a:defRPr/>
                </a:pPr>
                <a:endParaRPr kumimoji="0" sz="18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46" name="Google Shape;274;g2b1e267cfcf_0_489">
                <a:extLst>
                  <a:ext uri="{FF2B5EF4-FFF2-40B4-BE49-F238E27FC236}">
                    <a16:creationId xmlns:a16="http://schemas.microsoft.com/office/drawing/2014/main" id="{4755A2E2-5123-E77C-B839-6CE3FB4C1D68}"/>
                  </a:ext>
                </a:extLst>
              </p:cNvPr>
              <p:cNvSpPr/>
              <p:nvPr/>
            </p:nvSpPr>
            <p:spPr>
              <a:xfrm>
                <a:off x="6632297" y="2676916"/>
                <a:ext cx="1485900" cy="1194435"/>
              </a:xfrm>
              <a:custGeom>
                <a:avLst/>
                <a:gdLst/>
                <a:ahLst/>
                <a:cxnLst/>
                <a:rect l="l" t="t" r="r" b="b"/>
                <a:pathLst>
                  <a:path w="1485900" h="1194435" extrusionOk="0">
                    <a:moveTo>
                      <a:pt x="204071" y="0"/>
                    </a:moveTo>
                    <a:lnTo>
                      <a:pt x="329916" y="126360"/>
                    </a:lnTo>
                    <a:lnTo>
                      <a:pt x="298031" y="161386"/>
                    </a:lnTo>
                    <a:lnTo>
                      <a:pt x="269897" y="198491"/>
                    </a:lnTo>
                    <a:lnTo>
                      <a:pt x="245514" y="237416"/>
                    </a:lnTo>
                    <a:lnTo>
                      <a:pt x="224882" y="277900"/>
                    </a:lnTo>
                    <a:lnTo>
                      <a:pt x="208001" y="319684"/>
                    </a:lnTo>
                    <a:lnTo>
                      <a:pt x="194872" y="362507"/>
                    </a:lnTo>
                    <a:lnTo>
                      <a:pt x="185494" y="406110"/>
                    </a:lnTo>
                    <a:lnTo>
                      <a:pt x="179867" y="450233"/>
                    </a:lnTo>
                    <a:lnTo>
                      <a:pt x="177992" y="494615"/>
                    </a:lnTo>
                    <a:lnTo>
                      <a:pt x="179867" y="538998"/>
                    </a:lnTo>
                    <a:lnTo>
                      <a:pt x="185494" y="583121"/>
                    </a:lnTo>
                    <a:lnTo>
                      <a:pt x="194872" y="626723"/>
                    </a:lnTo>
                    <a:lnTo>
                      <a:pt x="208001" y="669546"/>
                    </a:lnTo>
                    <a:lnTo>
                      <a:pt x="224882" y="711329"/>
                    </a:lnTo>
                    <a:lnTo>
                      <a:pt x="245514" y="751812"/>
                    </a:lnTo>
                    <a:lnTo>
                      <a:pt x="269897" y="790736"/>
                    </a:lnTo>
                    <a:lnTo>
                      <a:pt x="298031" y="827840"/>
                    </a:lnTo>
                    <a:lnTo>
                      <a:pt x="329916" y="862865"/>
                    </a:lnTo>
                    <a:lnTo>
                      <a:pt x="364787" y="894879"/>
                    </a:lnTo>
                    <a:lnTo>
                      <a:pt x="401731" y="923128"/>
                    </a:lnTo>
                    <a:lnTo>
                      <a:pt x="440488" y="947610"/>
                    </a:lnTo>
                    <a:lnTo>
                      <a:pt x="480800" y="968325"/>
                    </a:lnTo>
                    <a:lnTo>
                      <a:pt x="522409" y="985275"/>
                    </a:lnTo>
                    <a:lnTo>
                      <a:pt x="565054" y="998457"/>
                    </a:lnTo>
                    <a:lnTo>
                      <a:pt x="608476" y="1007873"/>
                    </a:lnTo>
                    <a:lnTo>
                      <a:pt x="652418" y="1013523"/>
                    </a:lnTo>
                    <a:lnTo>
                      <a:pt x="696619" y="1015406"/>
                    </a:lnTo>
                    <a:lnTo>
                      <a:pt x="740821" y="1013523"/>
                    </a:lnTo>
                    <a:lnTo>
                      <a:pt x="784765" y="1007873"/>
                    </a:lnTo>
                    <a:lnTo>
                      <a:pt x="828191" y="998457"/>
                    </a:lnTo>
                    <a:lnTo>
                      <a:pt x="870841" y="985275"/>
                    </a:lnTo>
                    <a:lnTo>
                      <a:pt x="912456" y="968325"/>
                    </a:lnTo>
                    <a:lnTo>
                      <a:pt x="952777" y="947610"/>
                    </a:lnTo>
                    <a:lnTo>
                      <a:pt x="991544" y="923128"/>
                    </a:lnTo>
                    <a:lnTo>
                      <a:pt x="1028498" y="894879"/>
                    </a:lnTo>
                    <a:lnTo>
                      <a:pt x="1063381" y="862865"/>
                    </a:lnTo>
                    <a:lnTo>
                      <a:pt x="1095866" y="827093"/>
                    </a:lnTo>
                    <a:lnTo>
                      <a:pt x="1124805" y="788581"/>
                    </a:lnTo>
                    <a:lnTo>
                      <a:pt x="1150038" y="747591"/>
                    </a:lnTo>
                    <a:lnTo>
                      <a:pt x="1171407" y="704388"/>
                    </a:lnTo>
                    <a:lnTo>
                      <a:pt x="1188753" y="659238"/>
                    </a:lnTo>
                    <a:lnTo>
                      <a:pt x="1081517" y="666839"/>
                    </a:lnTo>
                    <a:lnTo>
                      <a:pt x="1302771" y="451605"/>
                    </a:lnTo>
                    <a:lnTo>
                      <a:pt x="1485624" y="638194"/>
                    </a:lnTo>
                    <a:lnTo>
                      <a:pt x="1376732" y="645905"/>
                    </a:lnTo>
                    <a:lnTo>
                      <a:pt x="1364850" y="692312"/>
                    </a:lnTo>
                    <a:lnTo>
                      <a:pt x="1350083" y="737190"/>
                    </a:lnTo>
                    <a:lnTo>
                      <a:pt x="1332555" y="780460"/>
                    </a:lnTo>
                    <a:lnTo>
                      <a:pt x="1312390" y="822043"/>
                    </a:lnTo>
                    <a:lnTo>
                      <a:pt x="1289712" y="861860"/>
                    </a:lnTo>
                    <a:lnTo>
                      <a:pt x="1264644" y="899831"/>
                    </a:lnTo>
                    <a:lnTo>
                      <a:pt x="1237310" y="935878"/>
                    </a:lnTo>
                    <a:lnTo>
                      <a:pt x="1207835" y="969921"/>
                    </a:lnTo>
                    <a:lnTo>
                      <a:pt x="1176341" y="1001881"/>
                    </a:lnTo>
                    <a:lnTo>
                      <a:pt x="1142953" y="1031678"/>
                    </a:lnTo>
                    <a:lnTo>
                      <a:pt x="1107795" y="1059235"/>
                    </a:lnTo>
                    <a:lnTo>
                      <a:pt x="1070990" y="1084471"/>
                    </a:lnTo>
                    <a:lnTo>
                      <a:pt x="1032663" y="1107307"/>
                    </a:lnTo>
                    <a:lnTo>
                      <a:pt x="992936" y="1127665"/>
                    </a:lnTo>
                    <a:lnTo>
                      <a:pt x="951934" y="1145465"/>
                    </a:lnTo>
                    <a:lnTo>
                      <a:pt x="909781" y="1160627"/>
                    </a:lnTo>
                    <a:lnTo>
                      <a:pt x="866600" y="1173074"/>
                    </a:lnTo>
                    <a:lnTo>
                      <a:pt x="822516" y="1182725"/>
                    </a:lnTo>
                    <a:lnTo>
                      <a:pt x="777652" y="1189501"/>
                    </a:lnTo>
                    <a:lnTo>
                      <a:pt x="732131" y="1193323"/>
                    </a:lnTo>
                    <a:lnTo>
                      <a:pt x="686079" y="1194113"/>
                    </a:lnTo>
                    <a:lnTo>
                      <a:pt x="639618" y="1191790"/>
                    </a:lnTo>
                    <a:lnTo>
                      <a:pt x="592872" y="1186277"/>
                    </a:lnTo>
                    <a:lnTo>
                      <a:pt x="545966" y="1177492"/>
                    </a:lnTo>
                    <a:lnTo>
                      <a:pt x="499746" y="1165557"/>
                    </a:lnTo>
                    <a:lnTo>
                      <a:pt x="455048" y="1150726"/>
                    </a:lnTo>
                    <a:lnTo>
                      <a:pt x="411953" y="1133124"/>
                    </a:lnTo>
                    <a:lnTo>
                      <a:pt x="370537" y="1112875"/>
                    </a:lnTo>
                    <a:lnTo>
                      <a:pt x="330881" y="1090102"/>
                    </a:lnTo>
                    <a:lnTo>
                      <a:pt x="293064" y="1064931"/>
                    </a:lnTo>
                    <a:lnTo>
                      <a:pt x="257163" y="1037485"/>
                    </a:lnTo>
                    <a:lnTo>
                      <a:pt x="223258" y="1007889"/>
                    </a:lnTo>
                    <a:lnTo>
                      <a:pt x="191428" y="976267"/>
                    </a:lnTo>
                    <a:lnTo>
                      <a:pt x="161752" y="942744"/>
                    </a:lnTo>
                    <a:lnTo>
                      <a:pt x="134308" y="907443"/>
                    </a:lnTo>
                    <a:lnTo>
                      <a:pt x="109175" y="870488"/>
                    </a:lnTo>
                    <a:lnTo>
                      <a:pt x="86433" y="832004"/>
                    </a:lnTo>
                    <a:lnTo>
                      <a:pt x="66159" y="792116"/>
                    </a:lnTo>
                    <a:lnTo>
                      <a:pt x="48433" y="750947"/>
                    </a:lnTo>
                    <a:lnTo>
                      <a:pt x="33334" y="708621"/>
                    </a:lnTo>
                    <a:lnTo>
                      <a:pt x="20941" y="665264"/>
                    </a:lnTo>
                    <a:lnTo>
                      <a:pt x="11332" y="620998"/>
                    </a:lnTo>
                    <a:lnTo>
                      <a:pt x="4586" y="575949"/>
                    </a:lnTo>
                    <a:lnTo>
                      <a:pt x="782" y="530240"/>
                    </a:lnTo>
                    <a:lnTo>
                      <a:pt x="0" y="483996"/>
                    </a:lnTo>
                    <a:lnTo>
                      <a:pt x="2317" y="437342"/>
                    </a:lnTo>
                    <a:lnTo>
                      <a:pt x="7812" y="390400"/>
                    </a:lnTo>
                    <a:lnTo>
                      <a:pt x="16565" y="343296"/>
                    </a:lnTo>
                    <a:lnTo>
                      <a:pt x="29017" y="295084"/>
                    </a:lnTo>
                    <a:lnTo>
                      <a:pt x="44788" y="248060"/>
                    </a:lnTo>
                    <a:lnTo>
                      <a:pt x="63786" y="202387"/>
                    </a:lnTo>
                    <a:lnTo>
                      <a:pt x="85924" y="158228"/>
                    </a:lnTo>
                    <a:lnTo>
                      <a:pt x="111111" y="115746"/>
                    </a:lnTo>
                    <a:lnTo>
                      <a:pt x="139258" y="75106"/>
                    </a:lnTo>
                    <a:lnTo>
                      <a:pt x="170274" y="36469"/>
                    </a:lnTo>
                    <a:lnTo>
                      <a:pt x="204071" y="0"/>
                    </a:lnTo>
                    <a:close/>
                  </a:path>
                </a:pathLst>
              </a:custGeom>
              <a:solidFill>
                <a:srgbClr val="A9D18E"/>
              </a:solidFill>
              <a:ln w="17750"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defTabSz="457200" rtl="0" eaLnBrk="1" fontAlgn="auto" latinLnBrk="0" hangingPunct="1">
                  <a:lnSpc>
                    <a:spcPct val="100000"/>
                  </a:lnSpc>
                  <a:spcBef>
                    <a:spcPts val="0"/>
                  </a:spcBef>
                  <a:spcAft>
                    <a:spcPts val="0"/>
                  </a:spcAft>
                  <a:buClr>
                    <a:prstClr val="black"/>
                  </a:buClr>
                  <a:buSzPts val="1800"/>
                  <a:buFont typeface="Calibri"/>
                  <a:buNone/>
                  <a:tabLst/>
                  <a:defRPr/>
                </a:pPr>
                <a:endParaRPr kumimoji="0" sz="18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47" name="Google Shape;275;g2b1e267cfcf_0_489">
                <a:extLst>
                  <a:ext uri="{FF2B5EF4-FFF2-40B4-BE49-F238E27FC236}">
                    <a16:creationId xmlns:a16="http://schemas.microsoft.com/office/drawing/2014/main" id="{0B11C906-ACE1-68DE-F0AD-7DFE03AB1D35}"/>
                  </a:ext>
                </a:extLst>
              </p:cNvPr>
              <p:cNvSpPr/>
              <p:nvPr/>
            </p:nvSpPr>
            <p:spPr>
              <a:xfrm>
                <a:off x="7559603" y="2019558"/>
                <a:ext cx="1390015" cy="1395729"/>
              </a:xfrm>
              <a:custGeom>
                <a:avLst/>
                <a:gdLst/>
                <a:ahLst/>
                <a:cxnLst/>
                <a:rect l="l" t="t" r="r" b="b"/>
                <a:pathLst>
                  <a:path w="1390015" h="1395729" extrusionOk="0">
                    <a:moveTo>
                      <a:pt x="0" y="697696"/>
                    </a:moveTo>
                    <a:lnTo>
                      <a:pt x="1413" y="742310"/>
                    </a:lnTo>
                    <a:lnTo>
                      <a:pt x="5652" y="786777"/>
                    </a:lnTo>
                    <a:lnTo>
                      <a:pt x="12718" y="830951"/>
                    </a:lnTo>
                    <a:lnTo>
                      <a:pt x="22610" y="874684"/>
                    </a:lnTo>
                    <a:lnTo>
                      <a:pt x="35328" y="917829"/>
                    </a:lnTo>
                    <a:lnTo>
                      <a:pt x="50873" y="960240"/>
                    </a:lnTo>
                    <a:lnTo>
                      <a:pt x="69244" y="1001770"/>
                    </a:lnTo>
                    <a:lnTo>
                      <a:pt x="90441" y="1042271"/>
                    </a:lnTo>
                    <a:lnTo>
                      <a:pt x="114464" y="1081598"/>
                    </a:lnTo>
                    <a:lnTo>
                      <a:pt x="141314" y="1119603"/>
                    </a:lnTo>
                    <a:lnTo>
                      <a:pt x="170990" y="1156139"/>
                    </a:lnTo>
                    <a:lnTo>
                      <a:pt x="203492" y="1191059"/>
                    </a:lnTo>
                    <a:lnTo>
                      <a:pt x="328706" y="1065339"/>
                    </a:lnTo>
                    <a:lnTo>
                      <a:pt x="294297" y="1027215"/>
                    </a:lnTo>
                    <a:lnTo>
                      <a:pt x="264020" y="986168"/>
                    </a:lnTo>
                    <a:lnTo>
                      <a:pt x="238015" y="942542"/>
                    </a:lnTo>
                    <a:lnTo>
                      <a:pt x="216424" y="896680"/>
                    </a:lnTo>
                    <a:lnTo>
                      <a:pt x="199386" y="848925"/>
                    </a:lnTo>
                    <a:lnTo>
                      <a:pt x="187042" y="799620"/>
                    </a:lnTo>
                    <a:lnTo>
                      <a:pt x="179533" y="749110"/>
                    </a:lnTo>
                    <a:lnTo>
                      <a:pt x="176999" y="697736"/>
                    </a:lnTo>
                    <a:lnTo>
                      <a:pt x="179115" y="650409"/>
                    </a:lnTo>
                    <a:lnTo>
                      <a:pt x="185343" y="604272"/>
                    </a:lnTo>
                    <a:lnTo>
                      <a:pt x="195500" y="559508"/>
                    </a:lnTo>
                    <a:lnTo>
                      <a:pt x="209402" y="516300"/>
                    </a:lnTo>
                    <a:lnTo>
                      <a:pt x="226867" y="474833"/>
                    </a:lnTo>
                    <a:lnTo>
                      <a:pt x="247711" y="435291"/>
                    </a:lnTo>
                    <a:lnTo>
                      <a:pt x="271752" y="397856"/>
                    </a:lnTo>
                    <a:lnTo>
                      <a:pt x="298807" y="362712"/>
                    </a:lnTo>
                    <a:lnTo>
                      <a:pt x="328692" y="330044"/>
                    </a:lnTo>
                    <a:lnTo>
                      <a:pt x="361224" y="300035"/>
                    </a:lnTo>
                    <a:lnTo>
                      <a:pt x="396222" y="272869"/>
                    </a:lnTo>
                    <a:lnTo>
                      <a:pt x="433501" y="248728"/>
                    </a:lnTo>
                    <a:lnTo>
                      <a:pt x="472879" y="227798"/>
                    </a:lnTo>
                    <a:lnTo>
                      <a:pt x="514173" y="210261"/>
                    </a:lnTo>
                    <a:lnTo>
                      <a:pt x="557200" y="196302"/>
                    </a:lnTo>
                    <a:lnTo>
                      <a:pt x="601777" y="186103"/>
                    </a:lnTo>
                    <a:lnTo>
                      <a:pt x="647720" y="179850"/>
                    </a:lnTo>
                    <a:lnTo>
                      <a:pt x="694848" y="177724"/>
                    </a:lnTo>
                    <a:lnTo>
                      <a:pt x="741979" y="179850"/>
                    </a:lnTo>
                    <a:lnTo>
                      <a:pt x="787926" y="186103"/>
                    </a:lnTo>
                    <a:lnTo>
                      <a:pt x="832504" y="196302"/>
                    </a:lnTo>
                    <a:lnTo>
                      <a:pt x="875530" y="210261"/>
                    </a:lnTo>
                    <a:lnTo>
                      <a:pt x="916823" y="227798"/>
                    </a:lnTo>
                    <a:lnTo>
                      <a:pt x="956200" y="248728"/>
                    </a:lnTo>
                    <a:lnTo>
                      <a:pt x="993476" y="272869"/>
                    </a:lnTo>
                    <a:lnTo>
                      <a:pt x="1028470" y="300035"/>
                    </a:lnTo>
                    <a:lnTo>
                      <a:pt x="1060999" y="330044"/>
                    </a:lnTo>
                    <a:lnTo>
                      <a:pt x="1090881" y="362712"/>
                    </a:lnTo>
                    <a:lnTo>
                      <a:pt x="1117931" y="397856"/>
                    </a:lnTo>
                    <a:lnTo>
                      <a:pt x="1141968" y="435291"/>
                    </a:lnTo>
                    <a:lnTo>
                      <a:pt x="1162808" y="474833"/>
                    </a:lnTo>
                    <a:lnTo>
                      <a:pt x="1180269" y="516300"/>
                    </a:lnTo>
                    <a:lnTo>
                      <a:pt x="1194168" y="559508"/>
                    </a:lnTo>
                    <a:lnTo>
                      <a:pt x="1204322" y="604272"/>
                    </a:lnTo>
                    <a:lnTo>
                      <a:pt x="1210549" y="650409"/>
                    </a:lnTo>
                    <a:lnTo>
                      <a:pt x="1212665" y="697736"/>
                    </a:lnTo>
                    <a:lnTo>
                      <a:pt x="1210549" y="745050"/>
                    </a:lnTo>
                    <a:lnTo>
                      <a:pt x="1204322" y="791176"/>
                    </a:lnTo>
                    <a:lnTo>
                      <a:pt x="1194168" y="835929"/>
                    </a:lnTo>
                    <a:lnTo>
                      <a:pt x="1180269" y="879126"/>
                    </a:lnTo>
                    <a:lnTo>
                      <a:pt x="1162808" y="920584"/>
                    </a:lnTo>
                    <a:lnTo>
                      <a:pt x="1141968" y="960118"/>
                    </a:lnTo>
                    <a:lnTo>
                      <a:pt x="1117931" y="997545"/>
                    </a:lnTo>
                    <a:lnTo>
                      <a:pt x="1090881" y="1032681"/>
                    </a:lnTo>
                    <a:lnTo>
                      <a:pt x="1060999" y="1065343"/>
                    </a:lnTo>
                    <a:lnTo>
                      <a:pt x="1028470" y="1095347"/>
                    </a:lnTo>
                    <a:lnTo>
                      <a:pt x="993476" y="1122508"/>
                    </a:lnTo>
                    <a:lnTo>
                      <a:pt x="956200" y="1146644"/>
                    </a:lnTo>
                    <a:lnTo>
                      <a:pt x="916823" y="1167571"/>
                    </a:lnTo>
                    <a:lnTo>
                      <a:pt x="875530" y="1185105"/>
                    </a:lnTo>
                    <a:lnTo>
                      <a:pt x="832504" y="1199062"/>
                    </a:lnTo>
                    <a:lnTo>
                      <a:pt x="787926" y="1209259"/>
                    </a:lnTo>
                    <a:lnTo>
                      <a:pt x="741979" y="1215512"/>
                    </a:lnTo>
                    <a:lnTo>
                      <a:pt x="694848" y="1217637"/>
                    </a:lnTo>
                    <a:lnTo>
                      <a:pt x="694848" y="1395414"/>
                    </a:lnTo>
                    <a:lnTo>
                      <a:pt x="744892" y="1393603"/>
                    </a:lnTo>
                    <a:lnTo>
                      <a:pt x="794387" y="1388221"/>
                    </a:lnTo>
                    <a:lnTo>
                      <a:pt x="843157" y="1379339"/>
                    </a:lnTo>
                    <a:lnTo>
                      <a:pt x="891027" y="1367032"/>
                    </a:lnTo>
                    <a:lnTo>
                      <a:pt x="937822" y="1351370"/>
                    </a:lnTo>
                    <a:lnTo>
                      <a:pt x="983366" y="1332428"/>
                    </a:lnTo>
                    <a:lnTo>
                      <a:pt x="1027484" y="1310279"/>
                    </a:lnTo>
                    <a:lnTo>
                      <a:pt x="1070002" y="1284994"/>
                    </a:lnTo>
                    <a:lnTo>
                      <a:pt x="1110743" y="1256647"/>
                    </a:lnTo>
                    <a:lnTo>
                      <a:pt x="1149532" y="1225311"/>
                    </a:lnTo>
                    <a:lnTo>
                      <a:pt x="1186195" y="1191059"/>
                    </a:lnTo>
                    <a:lnTo>
                      <a:pt x="1218702" y="1156139"/>
                    </a:lnTo>
                    <a:lnTo>
                      <a:pt x="1248382" y="1119603"/>
                    </a:lnTo>
                    <a:lnTo>
                      <a:pt x="1275235" y="1081598"/>
                    </a:lnTo>
                    <a:lnTo>
                      <a:pt x="1299262" y="1042271"/>
                    </a:lnTo>
                    <a:lnTo>
                      <a:pt x="1320462" y="1001770"/>
                    </a:lnTo>
                    <a:lnTo>
                      <a:pt x="1338835" y="960240"/>
                    </a:lnTo>
                    <a:lnTo>
                      <a:pt x="1354382" y="917829"/>
                    </a:lnTo>
                    <a:lnTo>
                      <a:pt x="1367102" y="874684"/>
                    </a:lnTo>
                    <a:lnTo>
                      <a:pt x="1376995" y="830951"/>
                    </a:lnTo>
                    <a:lnTo>
                      <a:pt x="1384062" y="786777"/>
                    </a:lnTo>
                    <a:lnTo>
                      <a:pt x="1388302" y="742310"/>
                    </a:lnTo>
                    <a:lnTo>
                      <a:pt x="1389715" y="697696"/>
                    </a:lnTo>
                    <a:lnTo>
                      <a:pt x="1388302" y="653081"/>
                    </a:lnTo>
                    <a:lnTo>
                      <a:pt x="1384062" y="608614"/>
                    </a:lnTo>
                    <a:lnTo>
                      <a:pt x="1376995" y="564440"/>
                    </a:lnTo>
                    <a:lnTo>
                      <a:pt x="1367102" y="520707"/>
                    </a:lnTo>
                    <a:lnTo>
                      <a:pt x="1354382" y="477561"/>
                    </a:lnTo>
                    <a:lnTo>
                      <a:pt x="1338835" y="435150"/>
                    </a:lnTo>
                    <a:lnTo>
                      <a:pt x="1320462" y="393619"/>
                    </a:lnTo>
                    <a:lnTo>
                      <a:pt x="1299262" y="353117"/>
                    </a:lnTo>
                    <a:lnTo>
                      <a:pt x="1275235" y="313790"/>
                    </a:lnTo>
                    <a:lnTo>
                      <a:pt x="1248382" y="275785"/>
                    </a:lnTo>
                    <a:lnTo>
                      <a:pt x="1218702" y="239248"/>
                    </a:lnTo>
                    <a:lnTo>
                      <a:pt x="1186195" y="204327"/>
                    </a:lnTo>
                    <a:lnTo>
                      <a:pt x="1151421" y="171691"/>
                    </a:lnTo>
                    <a:lnTo>
                      <a:pt x="1115037" y="141893"/>
                    </a:lnTo>
                    <a:lnTo>
                      <a:pt x="1077190" y="114934"/>
                    </a:lnTo>
                    <a:lnTo>
                      <a:pt x="1038026" y="90812"/>
                    </a:lnTo>
                    <a:lnTo>
                      <a:pt x="997691" y="69527"/>
                    </a:lnTo>
                    <a:lnTo>
                      <a:pt x="956332" y="51081"/>
                    </a:lnTo>
                    <a:lnTo>
                      <a:pt x="914095" y="35473"/>
                    </a:lnTo>
                    <a:lnTo>
                      <a:pt x="871126" y="22703"/>
                    </a:lnTo>
                    <a:lnTo>
                      <a:pt x="827571" y="12770"/>
                    </a:lnTo>
                    <a:lnTo>
                      <a:pt x="783578" y="5675"/>
                    </a:lnTo>
                    <a:lnTo>
                      <a:pt x="739291" y="1418"/>
                    </a:lnTo>
                    <a:lnTo>
                      <a:pt x="694858" y="0"/>
                    </a:lnTo>
                    <a:lnTo>
                      <a:pt x="650425" y="1418"/>
                    </a:lnTo>
                    <a:lnTo>
                      <a:pt x="606138" y="5675"/>
                    </a:lnTo>
                    <a:lnTo>
                      <a:pt x="562143" y="12770"/>
                    </a:lnTo>
                    <a:lnTo>
                      <a:pt x="518587" y="22703"/>
                    </a:lnTo>
                    <a:lnTo>
                      <a:pt x="475617" y="35473"/>
                    </a:lnTo>
                    <a:lnTo>
                      <a:pt x="433377" y="51081"/>
                    </a:lnTo>
                    <a:lnTo>
                      <a:pt x="392015" y="69527"/>
                    </a:lnTo>
                    <a:lnTo>
                      <a:pt x="351677" y="90812"/>
                    </a:lnTo>
                    <a:lnTo>
                      <a:pt x="312510" y="114934"/>
                    </a:lnTo>
                    <a:lnTo>
                      <a:pt x="274659" y="141893"/>
                    </a:lnTo>
                    <a:lnTo>
                      <a:pt x="238271" y="171691"/>
                    </a:lnTo>
                    <a:lnTo>
                      <a:pt x="203492" y="204327"/>
                    </a:lnTo>
                    <a:lnTo>
                      <a:pt x="170990" y="239248"/>
                    </a:lnTo>
                    <a:lnTo>
                      <a:pt x="141314" y="275785"/>
                    </a:lnTo>
                    <a:lnTo>
                      <a:pt x="114464" y="313790"/>
                    </a:lnTo>
                    <a:lnTo>
                      <a:pt x="90441" y="353117"/>
                    </a:lnTo>
                    <a:lnTo>
                      <a:pt x="69244" y="393619"/>
                    </a:lnTo>
                    <a:lnTo>
                      <a:pt x="50873" y="435150"/>
                    </a:lnTo>
                    <a:lnTo>
                      <a:pt x="35328" y="477561"/>
                    </a:lnTo>
                    <a:lnTo>
                      <a:pt x="22610" y="520707"/>
                    </a:lnTo>
                    <a:lnTo>
                      <a:pt x="12718" y="564440"/>
                    </a:lnTo>
                    <a:lnTo>
                      <a:pt x="5652" y="608614"/>
                    </a:lnTo>
                    <a:lnTo>
                      <a:pt x="1413" y="653081"/>
                    </a:lnTo>
                    <a:lnTo>
                      <a:pt x="0" y="697696"/>
                    </a:lnTo>
                    <a:close/>
                  </a:path>
                </a:pathLst>
              </a:custGeom>
              <a:solidFill>
                <a:srgbClr val="A9D18E"/>
              </a:solidFill>
              <a:ln>
                <a:noFill/>
              </a:ln>
            </p:spPr>
            <p:txBody>
              <a:bodyPr spcFirstLastPara="1" wrap="square" lIns="0" tIns="0" rIns="0" bIns="0" anchor="t" anchorCtr="0">
                <a:noAutofit/>
              </a:bodyPr>
              <a:lstStyle/>
              <a:p>
                <a:pPr marL="0" marR="0" lvl="0" indent="0" algn="l" defTabSz="457200" rtl="0" eaLnBrk="1" fontAlgn="auto" latinLnBrk="0" hangingPunct="1">
                  <a:lnSpc>
                    <a:spcPct val="100000"/>
                  </a:lnSpc>
                  <a:spcBef>
                    <a:spcPts val="0"/>
                  </a:spcBef>
                  <a:spcAft>
                    <a:spcPts val="0"/>
                  </a:spcAft>
                  <a:buClr>
                    <a:prstClr val="black"/>
                  </a:buClr>
                  <a:buSzPts val="1800"/>
                  <a:buFont typeface="Calibri"/>
                  <a:buNone/>
                  <a:tabLst/>
                  <a:defRPr/>
                </a:pPr>
                <a:endParaRPr kumimoji="0" sz="1800" b="0" i="0" u="none" strike="noStrike" kern="1200" cap="none" spc="0" normalizeH="0" baseline="0" noProof="0">
                  <a:ln>
                    <a:noFill/>
                  </a:ln>
                  <a:solidFill>
                    <a:srgbClr val="000000"/>
                  </a:solidFill>
                  <a:effectLst/>
                  <a:uLnTx/>
                  <a:uFillTx/>
                  <a:latin typeface="Calibri"/>
                  <a:ea typeface="Calibri"/>
                  <a:cs typeface="Calibri"/>
                  <a:sym typeface="Calibri"/>
                </a:endParaRPr>
              </a:p>
            </p:txBody>
          </p:sp>
          <p:sp>
            <p:nvSpPr>
              <p:cNvPr id="48" name="Google Shape;276;g2b1e267cfcf_0_489">
                <a:extLst>
                  <a:ext uri="{FF2B5EF4-FFF2-40B4-BE49-F238E27FC236}">
                    <a16:creationId xmlns:a16="http://schemas.microsoft.com/office/drawing/2014/main" id="{D419FD56-21C7-E60C-7FB9-A2DF388A7113}"/>
                  </a:ext>
                </a:extLst>
              </p:cNvPr>
              <p:cNvSpPr/>
              <p:nvPr/>
            </p:nvSpPr>
            <p:spPr>
              <a:xfrm>
                <a:off x="7559603" y="2019558"/>
                <a:ext cx="1390015" cy="1395729"/>
              </a:xfrm>
              <a:custGeom>
                <a:avLst/>
                <a:gdLst/>
                <a:ahLst/>
                <a:cxnLst/>
                <a:rect l="l" t="t" r="r" b="b"/>
                <a:pathLst>
                  <a:path w="1390015" h="1395729" extrusionOk="0">
                    <a:moveTo>
                      <a:pt x="203492" y="1191059"/>
                    </a:moveTo>
                    <a:lnTo>
                      <a:pt x="170990" y="1156139"/>
                    </a:lnTo>
                    <a:lnTo>
                      <a:pt x="141314" y="1119603"/>
                    </a:lnTo>
                    <a:lnTo>
                      <a:pt x="114464" y="1081598"/>
                    </a:lnTo>
                    <a:lnTo>
                      <a:pt x="90441" y="1042271"/>
                    </a:lnTo>
                    <a:lnTo>
                      <a:pt x="69244" y="1001770"/>
                    </a:lnTo>
                    <a:lnTo>
                      <a:pt x="50873" y="960240"/>
                    </a:lnTo>
                    <a:lnTo>
                      <a:pt x="35328" y="917829"/>
                    </a:lnTo>
                    <a:lnTo>
                      <a:pt x="22610" y="874684"/>
                    </a:lnTo>
                    <a:lnTo>
                      <a:pt x="12718" y="830951"/>
                    </a:lnTo>
                    <a:lnTo>
                      <a:pt x="5652" y="786777"/>
                    </a:lnTo>
                    <a:lnTo>
                      <a:pt x="1413" y="742310"/>
                    </a:lnTo>
                    <a:lnTo>
                      <a:pt x="0" y="697696"/>
                    </a:lnTo>
                    <a:lnTo>
                      <a:pt x="1413" y="653081"/>
                    </a:lnTo>
                    <a:lnTo>
                      <a:pt x="5652" y="608614"/>
                    </a:lnTo>
                    <a:lnTo>
                      <a:pt x="12718" y="564440"/>
                    </a:lnTo>
                    <a:lnTo>
                      <a:pt x="22610" y="520707"/>
                    </a:lnTo>
                    <a:lnTo>
                      <a:pt x="35328" y="477561"/>
                    </a:lnTo>
                    <a:lnTo>
                      <a:pt x="50873" y="435150"/>
                    </a:lnTo>
                    <a:lnTo>
                      <a:pt x="69244" y="393619"/>
                    </a:lnTo>
                    <a:lnTo>
                      <a:pt x="90441" y="353117"/>
                    </a:lnTo>
                    <a:lnTo>
                      <a:pt x="114464" y="313790"/>
                    </a:lnTo>
                    <a:lnTo>
                      <a:pt x="141314" y="275785"/>
                    </a:lnTo>
                    <a:lnTo>
                      <a:pt x="170990" y="239248"/>
                    </a:lnTo>
                    <a:lnTo>
                      <a:pt x="203492" y="204327"/>
                    </a:lnTo>
                    <a:lnTo>
                      <a:pt x="238271" y="171691"/>
                    </a:lnTo>
                    <a:lnTo>
                      <a:pt x="274659" y="141893"/>
                    </a:lnTo>
                    <a:lnTo>
                      <a:pt x="312510" y="114934"/>
                    </a:lnTo>
                    <a:lnTo>
                      <a:pt x="351677" y="90812"/>
                    </a:lnTo>
                    <a:lnTo>
                      <a:pt x="392015" y="69527"/>
                    </a:lnTo>
                    <a:lnTo>
                      <a:pt x="433377" y="51081"/>
                    </a:lnTo>
                    <a:lnTo>
                      <a:pt x="475617" y="35473"/>
                    </a:lnTo>
                    <a:lnTo>
                      <a:pt x="518587" y="22703"/>
                    </a:lnTo>
                    <a:lnTo>
                      <a:pt x="562143" y="12770"/>
                    </a:lnTo>
                    <a:lnTo>
                      <a:pt x="606138" y="5675"/>
                    </a:lnTo>
                    <a:lnTo>
                      <a:pt x="650425" y="1418"/>
                    </a:lnTo>
                    <a:lnTo>
                      <a:pt x="694858" y="0"/>
                    </a:lnTo>
                    <a:lnTo>
                      <a:pt x="739291" y="1418"/>
                    </a:lnTo>
                    <a:lnTo>
                      <a:pt x="783578" y="5675"/>
                    </a:lnTo>
                    <a:lnTo>
                      <a:pt x="827571" y="12770"/>
                    </a:lnTo>
                    <a:lnTo>
                      <a:pt x="871126" y="22703"/>
                    </a:lnTo>
                    <a:lnTo>
                      <a:pt x="914095" y="35473"/>
                    </a:lnTo>
                    <a:lnTo>
                      <a:pt x="956332" y="51081"/>
                    </a:lnTo>
                    <a:lnTo>
                      <a:pt x="997691" y="69527"/>
                    </a:lnTo>
                    <a:lnTo>
                      <a:pt x="1038026" y="90812"/>
                    </a:lnTo>
                    <a:lnTo>
                      <a:pt x="1077190" y="114934"/>
                    </a:lnTo>
                    <a:lnTo>
                      <a:pt x="1115037" y="141893"/>
                    </a:lnTo>
                    <a:lnTo>
                      <a:pt x="1151421" y="171691"/>
                    </a:lnTo>
                    <a:lnTo>
                      <a:pt x="1186195" y="204327"/>
                    </a:lnTo>
                    <a:lnTo>
                      <a:pt x="1218702" y="239248"/>
                    </a:lnTo>
                    <a:lnTo>
                      <a:pt x="1248382" y="275785"/>
                    </a:lnTo>
                    <a:lnTo>
                      <a:pt x="1275235" y="313790"/>
                    </a:lnTo>
                    <a:lnTo>
                      <a:pt x="1299262" y="353117"/>
                    </a:lnTo>
                    <a:lnTo>
                      <a:pt x="1320462" y="393619"/>
                    </a:lnTo>
                    <a:lnTo>
                      <a:pt x="1338835" y="435150"/>
                    </a:lnTo>
                    <a:lnTo>
                      <a:pt x="1354382" y="477561"/>
                    </a:lnTo>
                    <a:lnTo>
                      <a:pt x="1367102" y="520707"/>
                    </a:lnTo>
                    <a:lnTo>
                      <a:pt x="1376995" y="564440"/>
                    </a:lnTo>
                    <a:lnTo>
                      <a:pt x="1384062" y="608614"/>
                    </a:lnTo>
                    <a:lnTo>
                      <a:pt x="1388302" y="653081"/>
                    </a:lnTo>
                    <a:lnTo>
                      <a:pt x="1389715" y="697696"/>
                    </a:lnTo>
                    <a:lnTo>
                      <a:pt x="1388302" y="742310"/>
                    </a:lnTo>
                    <a:lnTo>
                      <a:pt x="1384062" y="786777"/>
                    </a:lnTo>
                    <a:lnTo>
                      <a:pt x="1376995" y="830951"/>
                    </a:lnTo>
                    <a:lnTo>
                      <a:pt x="1367102" y="874684"/>
                    </a:lnTo>
                    <a:lnTo>
                      <a:pt x="1354382" y="917829"/>
                    </a:lnTo>
                    <a:lnTo>
                      <a:pt x="1338835" y="960240"/>
                    </a:lnTo>
                    <a:lnTo>
                      <a:pt x="1320462" y="1001770"/>
                    </a:lnTo>
                    <a:lnTo>
                      <a:pt x="1299262" y="1042271"/>
                    </a:lnTo>
                    <a:lnTo>
                      <a:pt x="1275235" y="1081598"/>
                    </a:lnTo>
                    <a:lnTo>
                      <a:pt x="1248382" y="1119603"/>
                    </a:lnTo>
                    <a:lnTo>
                      <a:pt x="1218702" y="1156139"/>
                    </a:lnTo>
                    <a:lnTo>
                      <a:pt x="1186195" y="1191059"/>
                    </a:lnTo>
                    <a:lnTo>
                      <a:pt x="1149532" y="1225311"/>
                    </a:lnTo>
                    <a:lnTo>
                      <a:pt x="1110743" y="1256647"/>
                    </a:lnTo>
                    <a:lnTo>
                      <a:pt x="1070002" y="1284994"/>
                    </a:lnTo>
                    <a:lnTo>
                      <a:pt x="1027484" y="1310279"/>
                    </a:lnTo>
                    <a:lnTo>
                      <a:pt x="983366" y="1332428"/>
                    </a:lnTo>
                    <a:lnTo>
                      <a:pt x="937822" y="1351370"/>
                    </a:lnTo>
                    <a:lnTo>
                      <a:pt x="891027" y="1367032"/>
                    </a:lnTo>
                    <a:lnTo>
                      <a:pt x="843157" y="1379339"/>
                    </a:lnTo>
                    <a:lnTo>
                      <a:pt x="794387" y="1388221"/>
                    </a:lnTo>
                    <a:lnTo>
                      <a:pt x="744892" y="1393603"/>
                    </a:lnTo>
                    <a:lnTo>
                      <a:pt x="694848" y="1395414"/>
                    </a:lnTo>
                    <a:lnTo>
                      <a:pt x="694848" y="1217637"/>
                    </a:lnTo>
                    <a:lnTo>
                      <a:pt x="741979" y="1215512"/>
                    </a:lnTo>
                    <a:lnTo>
                      <a:pt x="787926" y="1209259"/>
                    </a:lnTo>
                    <a:lnTo>
                      <a:pt x="832504" y="1199062"/>
                    </a:lnTo>
                    <a:lnTo>
                      <a:pt x="875530" y="1185105"/>
                    </a:lnTo>
                    <a:lnTo>
                      <a:pt x="916823" y="1167571"/>
                    </a:lnTo>
                    <a:lnTo>
                      <a:pt x="956200" y="1146644"/>
                    </a:lnTo>
                    <a:lnTo>
                      <a:pt x="993476" y="1122508"/>
                    </a:lnTo>
                    <a:lnTo>
                      <a:pt x="1028470" y="1095347"/>
                    </a:lnTo>
                    <a:lnTo>
                      <a:pt x="1060999" y="1065343"/>
                    </a:lnTo>
                    <a:lnTo>
                      <a:pt x="1090881" y="1032681"/>
                    </a:lnTo>
                    <a:lnTo>
                      <a:pt x="1117931" y="997545"/>
                    </a:lnTo>
                    <a:lnTo>
                      <a:pt x="1141968" y="960118"/>
                    </a:lnTo>
                    <a:lnTo>
                      <a:pt x="1162808" y="920584"/>
                    </a:lnTo>
                    <a:lnTo>
                      <a:pt x="1180269" y="879126"/>
                    </a:lnTo>
                    <a:lnTo>
                      <a:pt x="1194168" y="835929"/>
                    </a:lnTo>
                    <a:lnTo>
                      <a:pt x="1204322" y="791176"/>
                    </a:lnTo>
                    <a:lnTo>
                      <a:pt x="1210549" y="745050"/>
                    </a:lnTo>
                    <a:lnTo>
                      <a:pt x="1212665" y="697736"/>
                    </a:lnTo>
                    <a:lnTo>
                      <a:pt x="1210549" y="650409"/>
                    </a:lnTo>
                    <a:lnTo>
                      <a:pt x="1204322" y="604272"/>
                    </a:lnTo>
                    <a:lnTo>
                      <a:pt x="1194168" y="559508"/>
                    </a:lnTo>
                    <a:lnTo>
                      <a:pt x="1180269" y="516300"/>
                    </a:lnTo>
                    <a:lnTo>
                      <a:pt x="1162808" y="474833"/>
                    </a:lnTo>
                    <a:lnTo>
                      <a:pt x="1141968" y="435291"/>
                    </a:lnTo>
                    <a:lnTo>
                      <a:pt x="1117931" y="397856"/>
                    </a:lnTo>
                    <a:lnTo>
                      <a:pt x="1090881" y="362712"/>
                    </a:lnTo>
                    <a:lnTo>
                      <a:pt x="1060999" y="330044"/>
                    </a:lnTo>
                    <a:lnTo>
                      <a:pt x="1028470" y="300035"/>
                    </a:lnTo>
                    <a:lnTo>
                      <a:pt x="993476" y="272869"/>
                    </a:lnTo>
                    <a:lnTo>
                      <a:pt x="956200" y="248728"/>
                    </a:lnTo>
                    <a:lnTo>
                      <a:pt x="916823" y="227798"/>
                    </a:lnTo>
                    <a:lnTo>
                      <a:pt x="875530" y="210261"/>
                    </a:lnTo>
                    <a:lnTo>
                      <a:pt x="832504" y="196302"/>
                    </a:lnTo>
                    <a:lnTo>
                      <a:pt x="787926" y="186103"/>
                    </a:lnTo>
                    <a:lnTo>
                      <a:pt x="741979" y="179850"/>
                    </a:lnTo>
                    <a:lnTo>
                      <a:pt x="694848" y="177724"/>
                    </a:lnTo>
                    <a:lnTo>
                      <a:pt x="647720" y="179850"/>
                    </a:lnTo>
                    <a:lnTo>
                      <a:pt x="601777" y="186103"/>
                    </a:lnTo>
                    <a:lnTo>
                      <a:pt x="557200" y="196302"/>
                    </a:lnTo>
                    <a:lnTo>
                      <a:pt x="514173" y="210261"/>
                    </a:lnTo>
                    <a:lnTo>
                      <a:pt x="472879" y="227798"/>
                    </a:lnTo>
                    <a:lnTo>
                      <a:pt x="433501" y="248728"/>
                    </a:lnTo>
                    <a:lnTo>
                      <a:pt x="396222" y="272869"/>
                    </a:lnTo>
                    <a:lnTo>
                      <a:pt x="361224" y="300035"/>
                    </a:lnTo>
                    <a:lnTo>
                      <a:pt x="328692" y="330044"/>
                    </a:lnTo>
                    <a:lnTo>
                      <a:pt x="298807" y="362712"/>
                    </a:lnTo>
                    <a:lnTo>
                      <a:pt x="271752" y="397856"/>
                    </a:lnTo>
                    <a:lnTo>
                      <a:pt x="247711" y="435291"/>
                    </a:lnTo>
                    <a:lnTo>
                      <a:pt x="226867" y="474833"/>
                    </a:lnTo>
                    <a:lnTo>
                      <a:pt x="209402" y="516300"/>
                    </a:lnTo>
                    <a:lnTo>
                      <a:pt x="195500" y="559508"/>
                    </a:lnTo>
                    <a:lnTo>
                      <a:pt x="185343" y="604272"/>
                    </a:lnTo>
                    <a:lnTo>
                      <a:pt x="179115" y="650409"/>
                    </a:lnTo>
                    <a:lnTo>
                      <a:pt x="176999" y="697736"/>
                    </a:lnTo>
                    <a:lnTo>
                      <a:pt x="179533" y="749110"/>
                    </a:lnTo>
                    <a:lnTo>
                      <a:pt x="187042" y="799620"/>
                    </a:lnTo>
                    <a:lnTo>
                      <a:pt x="199386" y="848925"/>
                    </a:lnTo>
                    <a:lnTo>
                      <a:pt x="216424" y="896680"/>
                    </a:lnTo>
                    <a:lnTo>
                      <a:pt x="238015" y="942542"/>
                    </a:lnTo>
                    <a:lnTo>
                      <a:pt x="264020" y="986168"/>
                    </a:lnTo>
                    <a:lnTo>
                      <a:pt x="294297" y="1027215"/>
                    </a:lnTo>
                    <a:lnTo>
                      <a:pt x="328706" y="1065339"/>
                    </a:lnTo>
                    <a:lnTo>
                      <a:pt x="203492" y="1191059"/>
                    </a:lnTo>
                    <a:close/>
                  </a:path>
                </a:pathLst>
              </a:custGeom>
              <a:solidFill>
                <a:srgbClr val="A9D18E"/>
              </a:solidFill>
              <a:ln w="1777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defTabSz="457200" rtl="0" eaLnBrk="1" fontAlgn="auto" latinLnBrk="0" hangingPunct="1">
                  <a:lnSpc>
                    <a:spcPct val="100000"/>
                  </a:lnSpc>
                  <a:spcBef>
                    <a:spcPts val="0"/>
                  </a:spcBef>
                  <a:spcAft>
                    <a:spcPts val="0"/>
                  </a:spcAft>
                  <a:buClr>
                    <a:prstClr val="black"/>
                  </a:buClr>
                  <a:buSzPts val="1800"/>
                  <a:buFont typeface="Calibri"/>
                  <a:buNone/>
                  <a:tabLst/>
                  <a:defRPr/>
                </a:pPr>
                <a:endParaRPr kumimoji="0" sz="1800" b="0" i="0" u="none" strike="noStrike" kern="1200" cap="none" spc="0" normalizeH="0" baseline="0" noProof="0">
                  <a:ln>
                    <a:noFill/>
                  </a:ln>
                  <a:solidFill>
                    <a:srgbClr val="000000"/>
                  </a:solidFill>
                  <a:effectLst/>
                  <a:uLnTx/>
                  <a:uFillTx/>
                  <a:latin typeface="Calibri"/>
                  <a:ea typeface="Calibri"/>
                  <a:cs typeface="Calibri"/>
                  <a:sym typeface="Calibri"/>
                </a:endParaRPr>
              </a:p>
            </p:txBody>
          </p:sp>
        </p:grpSp>
        <p:sp>
          <p:nvSpPr>
            <p:cNvPr id="20" name="Google Shape;277;g2b1e267cfcf_0_489">
              <a:extLst>
                <a:ext uri="{FF2B5EF4-FFF2-40B4-BE49-F238E27FC236}">
                  <a16:creationId xmlns:a16="http://schemas.microsoft.com/office/drawing/2014/main" id="{A773E112-67D0-C3FF-63AF-12B2368C8843}"/>
                </a:ext>
              </a:extLst>
            </p:cNvPr>
            <p:cNvSpPr txBox="1"/>
            <p:nvPr/>
          </p:nvSpPr>
          <p:spPr>
            <a:xfrm>
              <a:off x="6978660" y="2734437"/>
              <a:ext cx="299700" cy="567000"/>
            </a:xfrm>
            <a:prstGeom prst="rect">
              <a:avLst/>
            </a:prstGeom>
            <a:noFill/>
            <a:ln>
              <a:noFill/>
            </a:ln>
          </p:spPr>
          <p:txBody>
            <a:bodyPr spcFirstLastPara="1" wrap="square" lIns="0" tIns="12700" rIns="0" bIns="0" anchor="t" anchorCtr="0">
              <a:spAutoFit/>
            </a:bodyPr>
            <a:lstStyle/>
            <a:p>
              <a:pPr marL="12700" marR="0" lvl="0" indent="0" algn="l" defTabSz="457200" rtl="0" eaLnBrk="1" fontAlgn="auto" latinLnBrk="0" hangingPunct="1">
                <a:lnSpc>
                  <a:spcPct val="100000"/>
                </a:lnSpc>
                <a:spcBef>
                  <a:spcPts val="0"/>
                </a:spcBef>
                <a:spcAft>
                  <a:spcPts val="0"/>
                </a:spcAft>
                <a:buClr>
                  <a:srgbClr val="22295C"/>
                </a:buClr>
                <a:buSzPts val="3600"/>
                <a:buFont typeface="Verdana"/>
                <a:buNone/>
                <a:tabLst/>
                <a:defRPr/>
              </a:pPr>
              <a:r>
                <a:rPr kumimoji="0" lang="fr-FR" sz="3600" b="1" i="0" u="none" strike="noStrike" kern="1200" cap="none" spc="0" normalizeH="0" baseline="0" noProof="0">
                  <a:ln>
                    <a:noFill/>
                  </a:ln>
                  <a:solidFill>
                    <a:srgbClr val="22295C"/>
                  </a:solidFill>
                  <a:effectLst/>
                  <a:uLnTx/>
                  <a:uFillTx/>
                  <a:latin typeface="Verdana"/>
                  <a:ea typeface="Verdana"/>
                  <a:cs typeface="Verdana"/>
                  <a:sym typeface="Verdana"/>
                </a:rPr>
                <a:t>2</a:t>
              </a:r>
              <a:endParaRPr kumimoji="0" sz="3600" b="0" i="0" u="none" strike="noStrike" kern="1200" cap="none" spc="0" normalizeH="0" baseline="0" noProof="0">
                <a:ln>
                  <a:noFill/>
                </a:ln>
                <a:solidFill>
                  <a:srgbClr val="000000"/>
                </a:solidFill>
                <a:effectLst/>
                <a:uLnTx/>
                <a:uFillTx/>
                <a:latin typeface="Verdana"/>
                <a:ea typeface="Verdana"/>
                <a:cs typeface="Verdana"/>
                <a:sym typeface="Verdana"/>
              </a:endParaRPr>
            </a:p>
          </p:txBody>
        </p:sp>
        <p:sp>
          <p:nvSpPr>
            <p:cNvPr id="21" name="Google Shape;278;g2b1e267cfcf_0_489">
              <a:extLst>
                <a:ext uri="{FF2B5EF4-FFF2-40B4-BE49-F238E27FC236}">
                  <a16:creationId xmlns:a16="http://schemas.microsoft.com/office/drawing/2014/main" id="{0F65E1F5-CA58-E038-A5F1-DF1A436480F8}"/>
                </a:ext>
              </a:extLst>
            </p:cNvPr>
            <p:cNvSpPr txBox="1"/>
            <p:nvPr/>
          </p:nvSpPr>
          <p:spPr>
            <a:xfrm>
              <a:off x="5978232" y="2183025"/>
              <a:ext cx="450000" cy="567000"/>
            </a:xfrm>
            <a:prstGeom prst="rect">
              <a:avLst/>
            </a:prstGeom>
            <a:noFill/>
            <a:ln>
              <a:noFill/>
            </a:ln>
          </p:spPr>
          <p:txBody>
            <a:bodyPr spcFirstLastPara="1" wrap="square" lIns="0" tIns="12700" rIns="0" bIns="0" anchor="t" anchorCtr="0">
              <a:spAutoFit/>
            </a:bodyPr>
            <a:lstStyle/>
            <a:p>
              <a:pPr marL="12700" marR="0" lvl="0" indent="0" algn="l" defTabSz="457200" rtl="0" eaLnBrk="1" fontAlgn="auto" latinLnBrk="0" hangingPunct="1">
                <a:lnSpc>
                  <a:spcPct val="100000"/>
                </a:lnSpc>
                <a:spcBef>
                  <a:spcPts val="0"/>
                </a:spcBef>
                <a:spcAft>
                  <a:spcPts val="0"/>
                </a:spcAft>
                <a:buClr>
                  <a:srgbClr val="22295C"/>
                </a:buClr>
                <a:buSzPts val="3600"/>
                <a:buFont typeface="Verdana"/>
                <a:buNone/>
                <a:tabLst/>
                <a:defRPr/>
              </a:pPr>
              <a:r>
                <a:rPr kumimoji="0" lang="fr-FR" sz="3600" b="1" i="0" u="none" strike="noStrike" kern="1200" cap="none" spc="0" normalizeH="0" baseline="0" noProof="0">
                  <a:ln>
                    <a:noFill/>
                  </a:ln>
                  <a:solidFill>
                    <a:srgbClr val="22295C"/>
                  </a:solidFill>
                  <a:effectLst/>
                  <a:uLnTx/>
                  <a:uFillTx/>
                  <a:latin typeface="Verdana"/>
                  <a:ea typeface="Verdana"/>
                  <a:cs typeface="Verdana"/>
                  <a:sym typeface="Verdana"/>
                </a:rPr>
                <a:t>1</a:t>
              </a:r>
              <a:endParaRPr kumimoji="0" sz="3600" b="0" i="0" u="none" strike="noStrike" kern="1200" cap="none" spc="0" normalizeH="0" baseline="0" noProof="0">
                <a:ln>
                  <a:noFill/>
                </a:ln>
                <a:solidFill>
                  <a:srgbClr val="000000"/>
                </a:solidFill>
                <a:effectLst/>
                <a:uLnTx/>
                <a:uFillTx/>
                <a:latin typeface="Verdana"/>
                <a:ea typeface="Verdana"/>
                <a:cs typeface="Verdana"/>
                <a:sym typeface="Verdana"/>
              </a:endParaRPr>
            </a:p>
          </p:txBody>
        </p:sp>
        <p:sp>
          <p:nvSpPr>
            <p:cNvPr id="22" name="Google Shape;279;g2b1e267cfcf_0_489">
              <a:extLst>
                <a:ext uri="{FF2B5EF4-FFF2-40B4-BE49-F238E27FC236}">
                  <a16:creationId xmlns:a16="http://schemas.microsoft.com/office/drawing/2014/main" id="{9ABD66BE-3293-43DC-7EBA-55A184ED58CE}"/>
                </a:ext>
              </a:extLst>
            </p:cNvPr>
            <p:cNvSpPr/>
            <p:nvPr/>
          </p:nvSpPr>
          <p:spPr>
            <a:xfrm>
              <a:off x="7136367" y="3752378"/>
              <a:ext cx="0" cy="323698"/>
            </a:xfrm>
            <a:custGeom>
              <a:avLst/>
              <a:gdLst/>
              <a:ahLst/>
              <a:cxnLst/>
              <a:rect l="l" t="t" r="r" b="b"/>
              <a:pathLst>
                <a:path w="120000" h="274320" extrusionOk="0">
                  <a:moveTo>
                    <a:pt x="0" y="274319"/>
                  </a:moveTo>
                  <a:lnTo>
                    <a:pt x="0" y="0"/>
                  </a:lnTo>
                </a:path>
              </a:pathLst>
            </a:custGeom>
            <a:noFill/>
            <a:ln w="19050" cap="flat" cmpd="sng">
              <a:solidFill>
                <a:srgbClr val="22295C"/>
              </a:solidFill>
              <a:prstDash val="solid"/>
              <a:round/>
              <a:headEnd type="none" w="sm" len="sm"/>
              <a:tailEnd type="none" w="sm" len="sm"/>
            </a:ln>
          </p:spPr>
          <p:txBody>
            <a:bodyPr spcFirstLastPara="1" wrap="square" lIns="0" tIns="0" rIns="0" bIns="0" anchor="t" anchorCtr="0">
              <a:noAutofit/>
            </a:bodyPr>
            <a:lstStyle/>
            <a:p>
              <a:pPr marL="0" marR="0" lvl="0" indent="0" algn="l" defTabSz="457200" rtl="0" eaLnBrk="1" fontAlgn="auto" latinLnBrk="0" hangingPunct="1">
                <a:lnSpc>
                  <a:spcPct val="100000"/>
                </a:lnSpc>
                <a:spcBef>
                  <a:spcPts val="0"/>
                </a:spcBef>
                <a:spcAft>
                  <a:spcPts val="0"/>
                </a:spcAft>
                <a:buClr>
                  <a:prstClr val="black"/>
                </a:buClr>
                <a:buSzPts val="1800"/>
                <a:buFont typeface="Calibri"/>
                <a:buNone/>
                <a:tabLst/>
                <a:defRPr/>
              </a:pPr>
              <a:endParaRPr kumimoji="0" sz="1800" b="0" i="0" u="none" strike="noStrike" kern="1200" cap="none" spc="0" normalizeH="0" baseline="0" noProof="0">
                <a:ln>
                  <a:noFill/>
                </a:ln>
                <a:solidFill>
                  <a:srgbClr val="000000"/>
                </a:solidFill>
                <a:effectLst/>
                <a:uLnTx/>
                <a:uFillTx/>
                <a:latin typeface="Calibri"/>
                <a:ea typeface="Calibri"/>
                <a:cs typeface="Calibri"/>
                <a:sym typeface="Calibri"/>
              </a:endParaRPr>
            </a:p>
          </p:txBody>
        </p:sp>
        <p:cxnSp>
          <p:nvCxnSpPr>
            <p:cNvPr id="23" name="Google Shape;280;g2b1e267cfcf_0_489">
              <a:extLst>
                <a:ext uri="{FF2B5EF4-FFF2-40B4-BE49-F238E27FC236}">
                  <a16:creationId xmlns:a16="http://schemas.microsoft.com/office/drawing/2014/main" id="{4C07F361-E0F5-FCE8-316D-D3011CF0ED4A}"/>
                </a:ext>
              </a:extLst>
            </p:cNvPr>
            <p:cNvCxnSpPr/>
            <p:nvPr/>
          </p:nvCxnSpPr>
          <p:spPr>
            <a:xfrm>
              <a:off x="4993760" y="2495120"/>
              <a:ext cx="468000" cy="0"/>
            </a:xfrm>
            <a:prstGeom prst="straightConnector1">
              <a:avLst/>
            </a:prstGeom>
            <a:noFill/>
            <a:ln w="19050" cap="flat" cmpd="sng">
              <a:solidFill>
                <a:srgbClr val="1F3864"/>
              </a:solidFill>
              <a:prstDash val="solid"/>
              <a:miter lim="800000"/>
              <a:headEnd type="none" w="sm" len="sm"/>
              <a:tailEnd type="none" w="sm" len="sm"/>
            </a:ln>
          </p:spPr>
        </p:cxnSp>
        <p:sp>
          <p:nvSpPr>
            <p:cNvPr id="24" name="Google Shape;281;g2b1e267cfcf_0_489">
              <a:extLst>
                <a:ext uri="{FF2B5EF4-FFF2-40B4-BE49-F238E27FC236}">
                  <a16:creationId xmlns:a16="http://schemas.microsoft.com/office/drawing/2014/main" id="{1F248648-8412-DC22-8C4A-C011BBD38B4A}"/>
                </a:ext>
              </a:extLst>
            </p:cNvPr>
            <p:cNvSpPr txBox="1"/>
            <p:nvPr/>
          </p:nvSpPr>
          <p:spPr>
            <a:xfrm>
              <a:off x="6252059" y="4641928"/>
              <a:ext cx="1768500" cy="196800"/>
            </a:xfrm>
            <a:prstGeom prst="rect">
              <a:avLst/>
            </a:prstGeom>
            <a:noFill/>
            <a:ln>
              <a:noFill/>
            </a:ln>
          </p:spPr>
          <p:txBody>
            <a:bodyPr spcFirstLastPara="1" wrap="square" lIns="0" tIns="12050" rIns="0" bIns="0" anchor="t" anchorCtr="0">
              <a:spAutoFit/>
            </a:bodyPr>
            <a:lstStyle/>
            <a:p>
              <a:pPr marL="12700" marR="5080" lvl="0" indent="0" algn="ctr" defTabSz="457200" rtl="0" eaLnBrk="1" fontAlgn="auto" latinLnBrk="0" hangingPunct="1">
                <a:lnSpc>
                  <a:spcPct val="100000"/>
                </a:lnSpc>
                <a:spcBef>
                  <a:spcPts val="0"/>
                </a:spcBef>
                <a:spcAft>
                  <a:spcPts val="0"/>
                </a:spcAft>
                <a:buClr>
                  <a:srgbClr val="70AD47"/>
                </a:buClr>
                <a:buSzPts val="1200"/>
                <a:buFont typeface="Work Sans"/>
                <a:buNone/>
                <a:tabLst/>
                <a:defRPr/>
              </a:pPr>
              <a:r>
                <a:rPr kumimoji="0" lang="fr-FR" sz="1200" b="1" i="0" u="none" strike="noStrike" kern="1200" cap="none" spc="0" normalizeH="0" baseline="0" noProof="0">
                  <a:ln>
                    <a:noFill/>
                  </a:ln>
                  <a:solidFill>
                    <a:srgbClr val="70AD47"/>
                  </a:solidFill>
                  <a:effectLst/>
                  <a:uLnTx/>
                  <a:uFillTx/>
                  <a:latin typeface="Work Sans"/>
                  <a:ea typeface="Work Sans"/>
                  <a:cs typeface="Work Sans"/>
                  <a:sym typeface="Work Sans"/>
                </a:rPr>
                <a:t>NOTRE AGILITÉ </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pic>
          <p:nvPicPr>
            <p:cNvPr id="25" name="Google Shape;282;g2b1e267cfcf_0_489" descr="itération ">
              <a:extLst>
                <a:ext uri="{FF2B5EF4-FFF2-40B4-BE49-F238E27FC236}">
                  <a16:creationId xmlns:a16="http://schemas.microsoft.com/office/drawing/2014/main" id="{FD13A9A1-9042-0467-CA76-8EF15E5B6F77}"/>
                </a:ext>
              </a:extLst>
            </p:cNvPr>
            <p:cNvPicPr preferRelativeResize="0"/>
            <p:nvPr/>
          </p:nvPicPr>
          <p:blipFill rotWithShape="1">
            <a:blip r:embed="rId4">
              <a:alphaModFix/>
            </a:blip>
            <a:srcRect/>
            <a:stretch/>
          </p:blipFill>
          <p:spPr>
            <a:xfrm>
              <a:off x="6868362" y="4094584"/>
              <a:ext cx="555060" cy="519613"/>
            </a:xfrm>
            <a:prstGeom prst="rect">
              <a:avLst/>
            </a:prstGeom>
            <a:noFill/>
            <a:ln>
              <a:noFill/>
            </a:ln>
          </p:spPr>
        </p:pic>
        <p:cxnSp>
          <p:nvCxnSpPr>
            <p:cNvPr id="28" name="Google Shape;283;g2b1e267cfcf_0_489">
              <a:extLst>
                <a:ext uri="{FF2B5EF4-FFF2-40B4-BE49-F238E27FC236}">
                  <a16:creationId xmlns:a16="http://schemas.microsoft.com/office/drawing/2014/main" id="{3DB0E9BA-1E34-9D7B-24BF-52B7116978E5}"/>
                </a:ext>
              </a:extLst>
            </p:cNvPr>
            <p:cNvCxnSpPr/>
            <p:nvPr/>
          </p:nvCxnSpPr>
          <p:spPr>
            <a:xfrm>
              <a:off x="8810457" y="2535627"/>
              <a:ext cx="468000" cy="0"/>
            </a:xfrm>
            <a:prstGeom prst="straightConnector1">
              <a:avLst/>
            </a:prstGeom>
            <a:noFill/>
            <a:ln w="19050" cap="flat" cmpd="sng">
              <a:solidFill>
                <a:srgbClr val="1F3864"/>
              </a:solidFill>
              <a:prstDash val="solid"/>
              <a:miter lim="800000"/>
              <a:headEnd type="none" w="sm" len="sm"/>
              <a:tailEnd type="none" w="sm" len="sm"/>
            </a:ln>
          </p:spPr>
        </p:cxnSp>
        <p:sp>
          <p:nvSpPr>
            <p:cNvPr id="30" name="Google Shape;284;g2b1e267cfcf_0_489">
              <a:extLst>
                <a:ext uri="{FF2B5EF4-FFF2-40B4-BE49-F238E27FC236}">
                  <a16:creationId xmlns:a16="http://schemas.microsoft.com/office/drawing/2014/main" id="{40913EF4-E416-7028-EE4B-013D8BB169F5}"/>
                </a:ext>
              </a:extLst>
            </p:cNvPr>
            <p:cNvSpPr txBox="1"/>
            <p:nvPr/>
          </p:nvSpPr>
          <p:spPr>
            <a:xfrm>
              <a:off x="9479216" y="2155862"/>
              <a:ext cx="1973100" cy="461700"/>
            </a:xfrm>
            <a:prstGeom prst="rect">
              <a:avLst/>
            </a:prstGeom>
            <a:noFill/>
            <a:ln>
              <a:noFill/>
            </a:ln>
          </p:spPr>
          <p:txBody>
            <a:bodyPr spcFirstLastPara="1" wrap="square" lIns="91425" tIns="45700" rIns="91425" bIns="45700" anchor="t" anchorCtr="0">
              <a:spAutoFit/>
            </a:bodyPr>
            <a:lstStyle/>
            <a:p>
              <a:pPr marL="0" marR="0" lvl="0" indent="0" algn="ctr" defTabSz="457200" rtl="0" eaLnBrk="1" fontAlgn="auto" latinLnBrk="0" hangingPunct="1">
                <a:lnSpc>
                  <a:spcPct val="100000"/>
                </a:lnSpc>
                <a:spcBef>
                  <a:spcPts val="0"/>
                </a:spcBef>
                <a:spcAft>
                  <a:spcPts val="0"/>
                </a:spcAft>
                <a:buClr>
                  <a:srgbClr val="70AD47"/>
                </a:buClr>
                <a:buSzPts val="1200"/>
                <a:buFont typeface="Arial"/>
                <a:buNone/>
                <a:tabLst/>
                <a:defRPr/>
              </a:pPr>
              <a:r>
                <a:rPr kumimoji="0" lang="fr-FR" sz="1200" b="1" i="0" u="none" strike="noStrike" kern="1200" cap="none" spc="0" normalizeH="0" baseline="0" noProof="0">
                  <a:ln>
                    <a:noFill/>
                  </a:ln>
                  <a:solidFill>
                    <a:srgbClr val="70AD47"/>
                  </a:solidFill>
                  <a:effectLst/>
                  <a:uLnTx/>
                  <a:uFillTx/>
                  <a:latin typeface="Work Sans"/>
                  <a:ea typeface="Work Sans"/>
                  <a:cs typeface="Work Sans"/>
                  <a:sym typeface="Work Sans"/>
                </a:rPr>
                <a:t>NOTRE RELATION CLIENT PRIVILÉGIÉE  </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pic>
          <p:nvPicPr>
            <p:cNvPr id="40" name="Google Shape;285;g2b1e267cfcf_0_489" descr="poignée de main ">
              <a:extLst>
                <a:ext uri="{FF2B5EF4-FFF2-40B4-BE49-F238E27FC236}">
                  <a16:creationId xmlns:a16="http://schemas.microsoft.com/office/drawing/2014/main" id="{2B9FB6FC-8A83-EE13-90EF-607D74031817}"/>
                </a:ext>
              </a:extLst>
            </p:cNvPr>
            <p:cNvPicPr preferRelativeResize="0"/>
            <p:nvPr/>
          </p:nvPicPr>
          <p:blipFill rotWithShape="1">
            <a:blip r:embed="rId5">
              <a:alphaModFix/>
            </a:blip>
            <a:srcRect/>
            <a:stretch/>
          </p:blipFill>
          <p:spPr>
            <a:xfrm>
              <a:off x="10060926" y="1594250"/>
              <a:ext cx="475893" cy="475893"/>
            </a:xfrm>
            <a:prstGeom prst="rect">
              <a:avLst/>
            </a:prstGeom>
            <a:noFill/>
            <a:ln>
              <a:noFill/>
            </a:ln>
          </p:spPr>
        </p:pic>
        <p:sp>
          <p:nvSpPr>
            <p:cNvPr id="41" name="Google Shape;286;g2b1e267cfcf_0_489">
              <a:extLst>
                <a:ext uri="{FF2B5EF4-FFF2-40B4-BE49-F238E27FC236}">
                  <a16:creationId xmlns:a16="http://schemas.microsoft.com/office/drawing/2014/main" id="{23B9C4B4-C442-2633-852F-A9E014CEDD37}"/>
                </a:ext>
              </a:extLst>
            </p:cNvPr>
            <p:cNvSpPr txBox="1"/>
            <p:nvPr/>
          </p:nvSpPr>
          <p:spPr>
            <a:xfrm>
              <a:off x="9647719" y="2682859"/>
              <a:ext cx="1778100" cy="1616100"/>
            </a:xfrm>
            <a:prstGeom prst="rect">
              <a:avLst/>
            </a:prstGeom>
            <a:noFill/>
            <a:ln>
              <a:noFill/>
            </a:ln>
          </p:spPr>
          <p:txBody>
            <a:bodyPr spcFirstLastPara="1" wrap="square" lIns="91425" tIns="45700" rIns="91425" bIns="45700" anchor="t" anchorCtr="0">
              <a:spAutoFit/>
            </a:bodyPr>
            <a:lstStyle/>
            <a:p>
              <a:pPr marL="0" marR="0" lvl="0" indent="0" algn="ctr" defTabSz="457200" rtl="0" eaLnBrk="1" fontAlgn="auto" latinLnBrk="0" hangingPunct="1">
                <a:lnSpc>
                  <a:spcPct val="100000"/>
                </a:lnSpc>
                <a:spcBef>
                  <a:spcPts val="0"/>
                </a:spcBef>
                <a:spcAft>
                  <a:spcPts val="0"/>
                </a:spcAft>
                <a:buClr>
                  <a:srgbClr val="1F3864"/>
                </a:buClr>
                <a:buSzPts val="1100"/>
                <a:buFont typeface="Work Sans"/>
                <a:buNone/>
                <a:tabLst/>
                <a:defRPr/>
              </a:pPr>
              <a:r>
                <a:rPr kumimoji="0" lang="fr-FR" sz="1100" b="0" i="0" u="none" strike="noStrike" kern="1200" cap="none" spc="0" normalizeH="0" baseline="0" noProof="0">
                  <a:ln>
                    <a:noFill/>
                  </a:ln>
                  <a:solidFill>
                    <a:srgbClr val="1F3864"/>
                  </a:solidFill>
                  <a:effectLst/>
                  <a:uLnTx/>
                  <a:uFillTx/>
                  <a:latin typeface="Work Sans"/>
                  <a:ea typeface="Work Sans"/>
                  <a:cs typeface="Work Sans"/>
                  <a:sym typeface="Work Sans"/>
                </a:rPr>
                <a:t>Nous privilégions une   </a:t>
              </a:r>
              <a:r>
                <a:rPr kumimoji="0" lang="fr-FR" sz="1100" b="1" i="0" u="none" strike="noStrike" kern="1200" cap="none" spc="0" normalizeH="0" baseline="0" noProof="0">
                  <a:ln>
                    <a:noFill/>
                  </a:ln>
                  <a:solidFill>
                    <a:srgbClr val="1F3864"/>
                  </a:solidFill>
                  <a:effectLst/>
                  <a:uLnTx/>
                  <a:uFillTx/>
                  <a:latin typeface="Work Sans"/>
                  <a:ea typeface="Work Sans"/>
                  <a:cs typeface="Work Sans"/>
                  <a:sym typeface="Work Sans"/>
                </a:rPr>
                <a:t>relation de qualité </a:t>
              </a:r>
              <a:r>
                <a:rPr kumimoji="0" lang="fr-FR" sz="1100" b="0" i="0" u="none" strike="noStrike" kern="1200" cap="none" spc="0" normalizeH="0" baseline="0" noProof="0">
                  <a:ln>
                    <a:noFill/>
                  </a:ln>
                  <a:solidFill>
                    <a:srgbClr val="1F3864"/>
                  </a:solidFill>
                  <a:effectLst/>
                  <a:uLnTx/>
                  <a:uFillTx/>
                  <a:latin typeface="Work Sans"/>
                  <a:ea typeface="Work Sans"/>
                  <a:cs typeface="Work Sans"/>
                  <a:sym typeface="Work Sans"/>
                </a:rPr>
                <a:t>avec nos clients. A cet effet, nous écoutons avec </a:t>
              </a:r>
              <a:r>
                <a:rPr kumimoji="0" lang="fr-FR" sz="1100" b="1" i="0" u="none" strike="noStrike" kern="1200" cap="none" spc="0" normalizeH="0" baseline="0" noProof="0">
                  <a:ln>
                    <a:noFill/>
                  </a:ln>
                  <a:solidFill>
                    <a:srgbClr val="1F3864"/>
                  </a:solidFill>
                  <a:effectLst/>
                  <a:uLnTx/>
                  <a:uFillTx/>
                  <a:latin typeface="Work Sans"/>
                  <a:ea typeface="Work Sans"/>
                  <a:cs typeface="Work Sans"/>
                  <a:sym typeface="Work Sans"/>
                </a:rPr>
                <a:t>empathie</a:t>
              </a:r>
              <a:r>
                <a:rPr kumimoji="0" lang="fr-FR" sz="1100" b="0" i="0" u="none" strike="noStrike" kern="1200" cap="none" spc="0" normalizeH="0" baseline="0" noProof="0">
                  <a:ln>
                    <a:noFill/>
                  </a:ln>
                  <a:solidFill>
                    <a:srgbClr val="1F3864"/>
                  </a:solidFill>
                  <a:effectLst/>
                  <a:uLnTx/>
                  <a:uFillTx/>
                  <a:latin typeface="Work Sans"/>
                  <a:ea typeface="Work Sans"/>
                  <a:cs typeface="Work Sans"/>
                  <a:sym typeface="Work Sans"/>
                </a:rPr>
                <a:t>, visons à comprendre vos besoins et vous épaulons avec </a:t>
              </a:r>
              <a:r>
                <a:rPr kumimoji="0" lang="fr-FR" sz="1100" b="1" i="0" u="none" strike="noStrike" kern="1200" cap="none" spc="0" normalizeH="0" baseline="0" noProof="0">
                  <a:ln>
                    <a:noFill/>
                  </a:ln>
                  <a:solidFill>
                    <a:srgbClr val="1F3864"/>
                  </a:solidFill>
                  <a:effectLst/>
                  <a:uLnTx/>
                  <a:uFillTx/>
                  <a:latin typeface="Work Sans"/>
                  <a:ea typeface="Work Sans"/>
                  <a:cs typeface="Work Sans"/>
                  <a:sym typeface="Work Sans"/>
                </a:rPr>
                <a:t>conviction</a:t>
              </a:r>
              <a:r>
                <a:rPr kumimoji="0" lang="fr-FR" sz="1100" b="0" i="0" u="none" strike="noStrike" kern="1200" cap="none" spc="0" normalizeH="0" baseline="0" noProof="0">
                  <a:ln>
                    <a:noFill/>
                  </a:ln>
                  <a:solidFill>
                    <a:srgbClr val="1F3864"/>
                  </a:solidFill>
                  <a:effectLst/>
                  <a:uLnTx/>
                  <a:uFillTx/>
                  <a:latin typeface="Work Sans"/>
                  <a:ea typeface="Work Sans"/>
                  <a:cs typeface="Work Sans"/>
                  <a:sym typeface="Work Sans"/>
                </a:rPr>
                <a:t>.</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42" name="Google Shape;287;g2b1e267cfcf_0_489">
              <a:extLst>
                <a:ext uri="{FF2B5EF4-FFF2-40B4-BE49-F238E27FC236}">
                  <a16:creationId xmlns:a16="http://schemas.microsoft.com/office/drawing/2014/main" id="{763E5065-601C-4021-3996-15B90B8502FA}"/>
                </a:ext>
              </a:extLst>
            </p:cNvPr>
            <p:cNvSpPr txBox="1"/>
            <p:nvPr/>
          </p:nvSpPr>
          <p:spPr>
            <a:xfrm>
              <a:off x="512478" y="2203102"/>
              <a:ext cx="2363100" cy="3170700"/>
            </a:xfrm>
            <a:prstGeom prst="rect">
              <a:avLst/>
            </a:prstGeom>
            <a:noFill/>
            <a:ln>
              <a:noFill/>
            </a:ln>
          </p:spPr>
          <p:txBody>
            <a:bodyPr spcFirstLastPara="1" wrap="square" lIns="91425" tIns="45700" rIns="91425" bIns="45700" anchor="t" anchorCtr="0">
              <a:spAutoFit/>
            </a:bodyPr>
            <a:lstStyle/>
            <a:p>
              <a:pPr marL="0" marR="0" lvl="0" indent="0" algn="ctr" defTabSz="457200" rtl="0" eaLnBrk="1" fontAlgn="auto" latinLnBrk="0" hangingPunct="1">
                <a:lnSpc>
                  <a:spcPct val="100000"/>
                </a:lnSpc>
                <a:spcBef>
                  <a:spcPts val="0"/>
                </a:spcBef>
                <a:spcAft>
                  <a:spcPts val="0"/>
                </a:spcAft>
                <a:buClr>
                  <a:srgbClr val="1F3864"/>
                </a:buClr>
                <a:buSzPts val="1200"/>
                <a:buFont typeface="Work Sans"/>
                <a:buNone/>
                <a:tabLst/>
                <a:defRPr/>
              </a:pPr>
              <a:r>
                <a:rPr kumimoji="0" lang="fr-FR" sz="1200" b="0" i="0" u="none" strike="noStrike" kern="1200" cap="none" spc="0" normalizeH="0" baseline="0" noProof="0">
                  <a:ln>
                    <a:noFill/>
                  </a:ln>
                  <a:solidFill>
                    <a:srgbClr val="1F3864"/>
                  </a:solidFill>
                  <a:effectLst/>
                  <a:uLnTx/>
                  <a:uFillTx/>
                  <a:latin typeface="Work Sans"/>
                  <a:ea typeface="Work Sans"/>
                  <a:cs typeface="Work Sans"/>
                  <a:sym typeface="Work Sans"/>
                </a:rPr>
                <a:t>Le cabinet a pour vocation d’être le </a:t>
              </a:r>
              <a:r>
                <a:rPr kumimoji="0" lang="fr-FR" sz="1400" b="1" i="0" u="none" strike="noStrike" kern="1200" cap="none" spc="0" normalizeH="0" baseline="0" noProof="0">
                  <a:ln>
                    <a:noFill/>
                  </a:ln>
                  <a:solidFill>
                    <a:srgbClr val="1F3864"/>
                  </a:solidFill>
                  <a:effectLst/>
                  <a:uLnTx/>
                  <a:uFillTx/>
                  <a:latin typeface="Work Sans"/>
                  <a:ea typeface="Work Sans"/>
                  <a:cs typeface="Work Sans"/>
                  <a:sym typeface="Work Sans"/>
                </a:rPr>
                <a:t>partenaire privilégié </a:t>
              </a:r>
              <a:r>
                <a:rPr kumimoji="0" lang="fr-FR" sz="1200" b="0" i="0" u="none" strike="noStrike" kern="1200" cap="none" spc="0" normalizeH="0" baseline="0" noProof="0">
                  <a:ln>
                    <a:noFill/>
                  </a:ln>
                  <a:solidFill>
                    <a:srgbClr val="1F3864"/>
                  </a:solidFill>
                  <a:effectLst/>
                  <a:uLnTx/>
                  <a:uFillTx/>
                  <a:latin typeface="Work Sans"/>
                  <a:ea typeface="Work Sans"/>
                  <a:cs typeface="Work Sans"/>
                  <a:sym typeface="Work Sans"/>
                </a:rPr>
                <a:t>de ses clients, leur assurant un suivi et un accompagnement tant au quotidien que dans les différentes </a:t>
              </a:r>
              <a:r>
                <a:rPr kumimoji="0" lang="fr-FR" sz="1400" b="1" i="0" u="none" strike="noStrike" kern="1200" cap="none" spc="0" normalizeH="0" baseline="0" noProof="0">
                  <a:ln>
                    <a:noFill/>
                  </a:ln>
                  <a:solidFill>
                    <a:srgbClr val="1F3864"/>
                  </a:solidFill>
                  <a:effectLst/>
                  <a:uLnTx/>
                  <a:uFillTx/>
                  <a:latin typeface="Work Sans"/>
                  <a:ea typeface="Work Sans"/>
                  <a:cs typeface="Work Sans"/>
                  <a:sym typeface="Work Sans"/>
                </a:rPr>
                <a:t>phases de vie de leur entité</a:t>
              </a:r>
              <a:r>
                <a:rPr kumimoji="0" lang="fr-FR" sz="1200" b="0" i="0" u="none" strike="noStrike" kern="1200" cap="none" spc="0" normalizeH="0" baseline="0" noProof="0">
                  <a:ln>
                    <a:noFill/>
                  </a:ln>
                  <a:solidFill>
                    <a:srgbClr val="1F3864"/>
                  </a:solidFill>
                  <a:effectLst/>
                  <a:uLnTx/>
                  <a:uFillTx/>
                  <a:latin typeface="Work Sans"/>
                  <a:ea typeface="Work Sans"/>
                  <a:cs typeface="Work Sans"/>
                  <a:sym typeface="Work Sans"/>
                </a:rPr>
                <a:t>.</a:t>
              </a:r>
              <a:endParaRPr kumimoji="0" sz="1400" b="0" i="0" u="none" strike="noStrike" kern="1200" cap="none" spc="0" normalizeH="0" baseline="0" noProof="0">
                <a:ln>
                  <a:noFill/>
                </a:ln>
                <a:solidFill>
                  <a:srgbClr val="000000"/>
                </a:solidFill>
                <a:effectLst/>
                <a:uLnTx/>
                <a:uFillTx/>
                <a:latin typeface="Arial"/>
                <a:ea typeface="Arial"/>
                <a:cs typeface="Arial"/>
                <a:sym typeface="Arial"/>
              </a:endParaRPr>
            </a:p>
            <a:p>
              <a:pPr marL="0" marR="0" lvl="0" indent="0" algn="ctr" defTabSz="457200" rtl="0" eaLnBrk="1" fontAlgn="auto" latinLnBrk="0" hangingPunct="1">
                <a:lnSpc>
                  <a:spcPct val="100000"/>
                </a:lnSpc>
                <a:spcBef>
                  <a:spcPts val="0"/>
                </a:spcBef>
                <a:spcAft>
                  <a:spcPts val="0"/>
                </a:spcAft>
                <a:buClr>
                  <a:prstClr val="black"/>
                </a:buClr>
                <a:buSzPts val="1200"/>
                <a:buFont typeface="Calibri"/>
                <a:buNone/>
                <a:tabLst/>
                <a:defRPr/>
              </a:pPr>
              <a:endParaRPr kumimoji="0" sz="1200" b="0" i="0" u="none" strike="noStrike" kern="1200" cap="none" spc="0" normalizeH="0" baseline="0" noProof="0">
                <a:ln>
                  <a:noFill/>
                </a:ln>
                <a:solidFill>
                  <a:srgbClr val="1F3864"/>
                </a:solidFill>
                <a:effectLst/>
                <a:uLnTx/>
                <a:uFillTx/>
                <a:latin typeface="Work Sans"/>
                <a:ea typeface="Work Sans"/>
                <a:cs typeface="Work Sans"/>
                <a:sym typeface="Work Sans"/>
              </a:endParaRPr>
            </a:p>
            <a:p>
              <a:pPr marL="0" marR="0" lvl="0" indent="0" algn="ctr" defTabSz="457200" rtl="0" eaLnBrk="1" fontAlgn="auto" latinLnBrk="0" hangingPunct="1">
                <a:lnSpc>
                  <a:spcPct val="100000"/>
                </a:lnSpc>
                <a:spcBef>
                  <a:spcPts val="0"/>
                </a:spcBef>
                <a:spcAft>
                  <a:spcPts val="0"/>
                </a:spcAft>
                <a:buClr>
                  <a:srgbClr val="1F3864"/>
                </a:buClr>
                <a:buSzPts val="1200"/>
                <a:buFont typeface="Work Sans"/>
                <a:buNone/>
                <a:tabLst/>
                <a:defRPr/>
              </a:pPr>
              <a:r>
                <a:rPr kumimoji="0" lang="fr-FR" sz="1200" b="0" i="0" u="none" strike="noStrike" kern="1200" cap="none" spc="0" normalizeH="0" baseline="0" noProof="0">
                  <a:ln>
                    <a:noFill/>
                  </a:ln>
                  <a:solidFill>
                    <a:srgbClr val="1F3864"/>
                  </a:solidFill>
                  <a:effectLst/>
                  <a:uLnTx/>
                  <a:uFillTx/>
                  <a:latin typeface="Work Sans"/>
                  <a:ea typeface="Work Sans"/>
                  <a:cs typeface="Work Sans"/>
                  <a:sym typeface="Work Sans"/>
                </a:rPr>
                <a:t>Nous faisons preuve de </a:t>
              </a:r>
              <a:r>
                <a:rPr kumimoji="0" lang="fr-FR" sz="1200" b="1" i="0" u="none" strike="noStrike" kern="1200" cap="none" spc="0" normalizeH="0" baseline="0" noProof="0">
                  <a:ln>
                    <a:noFill/>
                  </a:ln>
                  <a:solidFill>
                    <a:srgbClr val="1F3864"/>
                  </a:solidFill>
                  <a:effectLst/>
                  <a:uLnTx/>
                  <a:uFillTx/>
                  <a:latin typeface="Work Sans"/>
                  <a:ea typeface="Work Sans"/>
                  <a:cs typeface="Work Sans"/>
                  <a:sym typeface="Work Sans"/>
                </a:rPr>
                <a:t>transparence</a:t>
              </a:r>
              <a:r>
                <a:rPr kumimoji="0" lang="fr-FR" sz="1200" b="0" i="0" u="none" strike="noStrike" kern="1200" cap="none" spc="0" normalizeH="0" baseline="0" noProof="0">
                  <a:ln>
                    <a:noFill/>
                  </a:ln>
                  <a:solidFill>
                    <a:srgbClr val="1F3864"/>
                  </a:solidFill>
                  <a:effectLst/>
                  <a:uLnTx/>
                  <a:uFillTx/>
                  <a:latin typeface="Work Sans"/>
                  <a:ea typeface="Work Sans"/>
                  <a:cs typeface="Work Sans"/>
                  <a:sym typeface="Work Sans"/>
                </a:rPr>
                <a:t>, d’</a:t>
              </a:r>
              <a:r>
                <a:rPr kumimoji="0" lang="fr-FR" sz="1200" b="1" i="0" u="none" strike="noStrike" kern="1200" cap="none" spc="0" normalizeH="0" baseline="0" noProof="0">
                  <a:ln>
                    <a:noFill/>
                  </a:ln>
                  <a:solidFill>
                    <a:srgbClr val="1F3864"/>
                  </a:solidFill>
                  <a:effectLst/>
                  <a:uLnTx/>
                  <a:uFillTx/>
                  <a:latin typeface="Work Sans"/>
                  <a:ea typeface="Work Sans"/>
                  <a:cs typeface="Work Sans"/>
                  <a:sym typeface="Work Sans"/>
                </a:rPr>
                <a:t>impartialité</a:t>
              </a:r>
              <a:r>
                <a:rPr kumimoji="0" lang="fr-FR" sz="1200" b="0" i="0" u="none" strike="noStrike" kern="1200" cap="none" spc="0" normalizeH="0" baseline="0" noProof="0">
                  <a:ln>
                    <a:noFill/>
                  </a:ln>
                  <a:solidFill>
                    <a:srgbClr val="1F3864"/>
                  </a:solidFill>
                  <a:effectLst/>
                  <a:uLnTx/>
                  <a:uFillTx/>
                  <a:latin typeface="Work Sans"/>
                  <a:ea typeface="Work Sans"/>
                  <a:cs typeface="Work Sans"/>
                  <a:sym typeface="Work Sans"/>
                </a:rPr>
                <a:t> et agissons dans le respect de la </a:t>
              </a:r>
              <a:r>
                <a:rPr kumimoji="0" lang="fr-FR" sz="1200" b="1" i="0" u="none" strike="noStrike" kern="1200" cap="none" spc="0" normalizeH="0" baseline="0" noProof="0">
                  <a:ln>
                    <a:noFill/>
                  </a:ln>
                  <a:solidFill>
                    <a:srgbClr val="1F3864"/>
                  </a:solidFill>
                  <a:effectLst/>
                  <a:uLnTx/>
                  <a:uFillTx/>
                  <a:latin typeface="Work Sans"/>
                  <a:ea typeface="Work Sans"/>
                  <a:cs typeface="Work Sans"/>
                  <a:sym typeface="Work Sans"/>
                </a:rPr>
                <a:t>déontologie</a:t>
              </a:r>
              <a:r>
                <a:rPr kumimoji="0" lang="fr-FR" sz="1200" b="0" i="0" u="none" strike="noStrike" kern="1200" cap="none" spc="0" normalizeH="0" baseline="0" noProof="0">
                  <a:ln>
                    <a:noFill/>
                  </a:ln>
                  <a:solidFill>
                    <a:srgbClr val="1F3864"/>
                  </a:solidFill>
                  <a:effectLst/>
                  <a:uLnTx/>
                  <a:uFillTx/>
                  <a:latin typeface="Work Sans"/>
                  <a:ea typeface="Work Sans"/>
                  <a:cs typeface="Work Sans"/>
                  <a:sym typeface="Work Sans"/>
                </a:rPr>
                <a:t>, afin de proposer au client le plus haut niveau de service possible.</a:t>
              </a:r>
              <a:endParaRPr kumimoji="0" sz="1200" b="0" i="0" u="none" strike="noStrike" kern="1200" cap="none" spc="0" normalizeH="0" baseline="0" noProof="0">
                <a:ln>
                  <a:noFill/>
                </a:ln>
                <a:solidFill>
                  <a:srgbClr val="1F3864"/>
                </a:solidFill>
                <a:effectLst/>
                <a:uLnTx/>
                <a:uFillTx/>
                <a:latin typeface="Calibri"/>
                <a:ea typeface="Calibri"/>
                <a:cs typeface="Calibri"/>
                <a:sym typeface="Calibri"/>
              </a:endParaRPr>
            </a:p>
          </p:txBody>
        </p:sp>
        <p:sp>
          <p:nvSpPr>
            <p:cNvPr id="43" name="Google Shape;288;g2b1e267cfcf_0_489">
              <a:extLst>
                <a:ext uri="{FF2B5EF4-FFF2-40B4-BE49-F238E27FC236}">
                  <a16:creationId xmlns:a16="http://schemas.microsoft.com/office/drawing/2014/main" id="{EC4B17FE-0FFD-9DF6-D5DA-860011EF8A1F}"/>
                </a:ext>
              </a:extLst>
            </p:cNvPr>
            <p:cNvSpPr txBox="1"/>
            <p:nvPr/>
          </p:nvSpPr>
          <p:spPr>
            <a:xfrm>
              <a:off x="7907581" y="2183025"/>
              <a:ext cx="450000" cy="567000"/>
            </a:xfrm>
            <a:prstGeom prst="rect">
              <a:avLst/>
            </a:prstGeom>
            <a:noFill/>
            <a:ln>
              <a:noFill/>
            </a:ln>
          </p:spPr>
          <p:txBody>
            <a:bodyPr spcFirstLastPara="1" wrap="square" lIns="0" tIns="12700" rIns="0" bIns="0" anchor="t" anchorCtr="0">
              <a:spAutoFit/>
            </a:bodyPr>
            <a:lstStyle/>
            <a:p>
              <a:pPr marL="0" marR="0" lvl="0" indent="0" algn="l" defTabSz="457200" rtl="0" eaLnBrk="1" fontAlgn="auto" latinLnBrk="0" hangingPunct="1">
                <a:lnSpc>
                  <a:spcPct val="100000"/>
                </a:lnSpc>
                <a:spcBef>
                  <a:spcPts val="0"/>
                </a:spcBef>
                <a:spcAft>
                  <a:spcPts val="0"/>
                </a:spcAft>
                <a:buClr>
                  <a:srgbClr val="22295C"/>
                </a:buClr>
                <a:buSzPts val="3600"/>
                <a:buFont typeface="Verdana"/>
                <a:buNone/>
                <a:tabLst/>
                <a:defRPr/>
              </a:pPr>
              <a:r>
                <a:rPr kumimoji="0" lang="fr-FR" sz="3600" b="1" i="0" u="none" strike="noStrike" kern="1200" cap="none" spc="0" normalizeH="0" baseline="0" noProof="0">
                  <a:ln>
                    <a:noFill/>
                  </a:ln>
                  <a:solidFill>
                    <a:srgbClr val="22295C"/>
                  </a:solidFill>
                  <a:effectLst/>
                  <a:uLnTx/>
                  <a:uFillTx/>
                  <a:latin typeface="Verdana"/>
                  <a:ea typeface="Verdana"/>
                  <a:cs typeface="Verdana"/>
                  <a:sym typeface="Verdana"/>
                </a:rPr>
                <a:t>3</a:t>
              </a:r>
              <a:endParaRPr kumimoji="0" sz="3600" b="0" i="0" u="none" strike="noStrike" kern="1200" cap="none" spc="0" normalizeH="0" baseline="0" noProof="0">
                <a:ln>
                  <a:noFill/>
                </a:ln>
                <a:solidFill>
                  <a:srgbClr val="000000"/>
                </a:solidFill>
                <a:effectLst/>
                <a:uLnTx/>
                <a:uFillTx/>
                <a:latin typeface="Verdana"/>
                <a:ea typeface="Verdana"/>
                <a:cs typeface="Verdana"/>
                <a:sym typeface="Verdana"/>
              </a:endParaRPr>
            </a:p>
          </p:txBody>
        </p:sp>
      </p:grpSp>
    </p:spTree>
    <p:extLst>
      <p:ext uri="{BB962C8B-B14F-4D97-AF65-F5344CB8AC3E}">
        <p14:creationId xmlns:p14="http://schemas.microsoft.com/office/powerpoint/2010/main" val="11555773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3">
          <a:extLst>
            <a:ext uri="{FF2B5EF4-FFF2-40B4-BE49-F238E27FC236}">
              <a16:creationId xmlns:a16="http://schemas.microsoft.com/office/drawing/2014/main" id="{46832472-3A0F-35D8-D2FB-A592386ABD52}"/>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BFB85F81-326B-DC90-E166-3136833B108D}"/>
              </a:ext>
            </a:extLst>
          </p:cNvPr>
          <p:cNvSpPr/>
          <p:nvPr/>
        </p:nvSpPr>
        <p:spPr>
          <a:xfrm>
            <a:off x="0" y="0"/>
            <a:ext cx="6190353" cy="68580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a:latin typeface="Work Sans"/>
            </a:endParaRPr>
          </a:p>
        </p:txBody>
      </p:sp>
      <p:sp>
        <p:nvSpPr>
          <p:cNvPr id="50" name="Rectangle 49">
            <a:extLst>
              <a:ext uri="{FF2B5EF4-FFF2-40B4-BE49-F238E27FC236}">
                <a16:creationId xmlns:a16="http://schemas.microsoft.com/office/drawing/2014/main" id="{A52F2A9C-E5E6-2E30-E354-F7D3554B299B}"/>
              </a:ext>
            </a:extLst>
          </p:cNvPr>
          <p:cNvSpPr/>
          <p:nvPr/>
        </p:nvSpPr>
        <p:spPr>
          <a:xfrm>
            <a:off x="6190354" y="-696"/>
            <a:ext cx="6001645" cy="6858696"/>
          </a:xfrm>
          <a:prstGeom prst="rect">
            <a:avLst/>
          </a:prstGeom>
          <a:solidFill>
            <a:srgbClr val="0C496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dirty="0">
              <a:ln>
                <a:noFill/>
              </a:ln>
              <a:solidFill>
                <a:prstClr val="white"/>
              </a:solidFill>
              <a:effectLst/>
              <a:uLnTx/>
              <a:uFillTx/>
              <a:latin typeface="Work Sans"/>
              <a:ea typeface="+mn-ea"/>
              <a:cs typeface="+mn-cs"/>
            </a:endParaRPr>
          </a:p>
        </p:txBody>
      </p:sp>
      <p:sp>
        <p:nvSpPr>
          <p:cNvPr id="2" name="Rectangle 1">
            <a:extLst>
              <a:ext uri="{FF2B5EF4-FFF2-40B4-BE49-F238E27FC236}">
                <a16:creationId xmlns:a16="http://schemas.microsoft.com/office/drawing/2014/main" id="{5F479121-E6B1-6917-DE98-7B769B62C1BC}"/>
              </a:ext>
            </a:extLst>
          </p:cNvPr>
          <p:cNvSpPr/>
          <p:nvPr/>
        </p:nvSpPr>
        <p:spPr>
          <a:xfrm>
            <a:off x="-12816" y="0"/>
            <a:ext cx="6215156" cy="6858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Work Sans"/>
              <a:ea typeface="+mn-ea"/>
              <a:cs typeface="+mn-cs"/>
            </a:endParaRPr>
          </a:p>
        </p:txBody>
      </p:sp>
      <p:sp>
        <p:nvSpPr>
          <p:cNvPr id="8" name="Oval 7">
            <a:extLst>
              <a:ext uri="{FF2B5EF4-FFF2-40B4-BE49-F238E27FC236}">
                <a16:creationId xmlns:a16="http://schemas.microsoft.com/office/drawing/2014/main" id="{E445164F-13BA-248E-F1E8-8CF5B9EB65DB}"/>
              </a:ext>
            </a:extLst>
          </p:cNvPr>
          <p:cNvSpPr/>
          <p:nvPr/>
        </p:nvSpPr>
        <p:spPr>
          <a:xfrm>
            <a:off x="2349297" y="181601"/>
            <a:ext cx="295710" cy="295710"/>
          </a:xfrm>
          <a:prstGeom prst="ellipse">
            <a:avLst/>
          </a:prstGeom>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fr-FR" sz="1200" b="0" i="0" u="none" strike="noStrike" kern="1200" cap="none" spc="0" normalizeH="0" baseline="0" noProof="0">
              <a:ln>
                <a:noFill/>
              </a:ln>
              <a:solidFill>
                <a:prstClr val="white"/>
              </a:solidFill>
              <a:effectLst/>
              <a:uLnTx/>
              <a:uFillTx/>
              <a:latin typeface="Work Sans"/>
              <a:ea typeface="+mn-ea"/>
              <a:cs typeface="+mn-cs"/>
            </a:endParaRPr>
          </a:p>
        </p:txBody>
      </p:sp>
      <p:grpSp>
        <p:nvGrpSpPr>
          <p:cNvPr id="113" name="Google Shape;113;p13">
            <a:extLst>
              <a:ext uri="{FF2B5EF4-FFF2-40B4-BE49-F238E27FC236}">
                <a16:creationId xmlns:a16="http://schemas.microsoft.com/office/drawing/2014/main" id="{26959B9B-D784-740A-EB99-58417C231D08}"/>
              </a:ext>
            </a:extLst>
          </p:cNvPr>
          <p:cNvGrpSpPr/>
          <p:nvPr/>
        </p:nvGrpSpPr>
        <p:grpSpPr>
          <a:xfrm>
            <a:off x="1539250" y="488011"/>
            <a:ext cx="1105757" cy="67715"/>
            <a:chOff x="0" y="-9525"/>
            <a:chExt cx="436842" cy="26751"/>
          </a:xfrm>
        </p:grpSpPr>
        <p:sp>
          <p:nvSpPr>
            <p:cNvPr id="114" name="Google Shape;114;p13">
              <a:extLst>
                <a:ext uri="{FF2B5EF4-FFF2-40B4-BE49-F238E27FC236}">
                  <a16:creationId xmlns:a16="http://schemas.microsoft.com/office/drawing/2014/main" id="{4155CE22-4135-4C58-E42B-CBC7D7E9A63E}"/>
                </a:ext>
              </a:extLst>
            </p:cNvPr>
            <p:cNvSpPr/>
            <p:nvPr/>
          </p:nvSpPr>
          <p:spPr>
            <a:xfrm>
              <a:off x="0" y="0"/>
              <a:ext cx="436842" cy="17226"/>
            </a:xfrm>
            <a:custGeom>
              <a:avLst/>
              <a:gdLst/>
              <a:ahLst/>
              <a:cxnLst/>
              <a:rect l="l" t="t" r="r" b="b"/>
              <a:pathLst>
                <a:path w="436842" h="17226" extrusionOk="0">
                  <a:moveTo>
                    <a:pt x="0" y="0"/>
                  </a:moveTo>
                  <a:lnTo>
                    <a:pt x="436842" y="0"/>
                  </a:lnTo>
                  <a:lnTo>
                    <a:pt x="436842" y="17226"/>
                  </a:lnTo>
                  <a:lnTo>
                    <a:pt x="0" y="17226"/>
                  </a:lnTo>
                  <a:close/>
                </a:path>
              </a:pathLst>
            </a:custGeom>
            <a:solidFill>
              <a:srgbClr val="7FC241"/>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200" b="0" i="0" u="none" strike="noStrike" kern="1200" cap="none" spc="0" normalizeH="0" baseline="0" noProof="0">
                <a:ln>
                  <a:noFill/>
                </a:ln>
                <a:solidFill>
                  <a:prstClr val="black"/>
                </a:solidFill>
                <a:effectLst/>
                <a:uLnTx/>
                <a:uFillTx/>
                <a:latin typeface="Work Sans"/>
                <a:ea typeface="+mn-ea"/>
                <a:cs typeface="+mn-cs"/>
              </a:endParaRPr>
            </a:p>
          </p:txBody>
        </p:sp>
        <p:sp>
          <p:nvSpPr>
            <p:cNvPr id="115" name="Google Shape;115;p13">
              <a:extLst>
                <a:ext uri="{FF2B5EF4-FFF2-40B4-BE49-F238E27FC236}">
                  <a16:creationId xmlns:a16="http://schemas.microsoft.com/office/drawing/2014/main" id="{BBA52B86-00AB-933D-4048-4097D6E7CF02}"/>
                </a:ext>
              </a:extLst>
            </p:cNvPr>
            <p:cNvSpPr txBox="1"/>
            <p:nvPr/>
          </p:nvSpPr>
          <p:spPr>
            <a:xfrm>
              <a:off x="0" y="-9525"/>
              <a:ext cx="436842" cy="26751"/>
            </a:xfrm>
            <a:prstGeom prst="rect">
              <a:avLst/>
            </a:prstGeom>
            <a:noFill/>
            <a:ln>
              <a:noFill/>
            </a:ln>
          </p:spPr>
          <p:txBody>
            <a:bodyPr spcFirstLastPara="1" wrap="square" lIns="44824" tIns="44824" rIns="44824" bIns="44824" anchor="ctr" anchorCtr="0">
              <a:noAutofit/>
            </a:bodyPr>
            <a:lstStyle/>
            <a:p>
              <a:pPr marL="0" marR="0" lvl="0" indent="0" algn="ctr" defTabSz="457200" rtl="0" eaLnBrk="1" fontAlgn="auto" latinLnBrk="0" hangingPunct="1">
                <a:lnSpc>
                  <a:spcPct val="80000"/>
                </a:lnSpc>
                <a:spcBef>
                  <a:spcPts val="0"/>
                </a:spcBef>
                <a:spcAft>
                  <a:spcPts val="0"/>
                </a:spcAft>
                <a:buClrTx/>
                <a:buSzTx/>
                <a:buFontTx/>
                <a:buNone/>
                <a:tabLst/>
                <a:defRPr/>
              </a:pPr>
              <a:endParaRPr kumimoji="0" lang="fr-FR" sz="1200" b="0" i="0" u="none" strike="noStrike" kern="1200" cap="none" spc="0" normalizeH="0" baseline="0" noProof="0">
                <a:ln>
                  <a:noFill/>
                </a:ln>
                <a:solidFill>
                  <a:prstClr val="black"/>
                </a:solidFill>
                <a:effectLst/>
                <a:uLnTx/>
                <a:uFillTx/>
                <a:latin typeface="Work Sans"/>
                <a:ea typeface="Calibri"/>
                <a:cs typeface="Calibri"/>
                <a:sym typeface="Calibri"/>
              </a:endParaRPr>
            </a:p>
          </p:txBody>
        </p:sp>
      </p:grpSp>
      <p:sp>
        <p:nvSpPr>
          <p:cNvPr id="123" name="Google Shape;123;p13">
            <a:extLst>
              <a:ext uri="{FF2B5EF4-FFF2-40B4-BE49-F238E27FC236}">
                <a16:creationId xmlns:a16="http://schemas.microsoft.com/office/drawing/2014/main" id="{8446C849-F3B3-F506-8E81-FF10165681A3}"/>
              </a:ext>
            </a:extLst>
          </p:cNvPr>
          <p:cNvSpPr txBox="1"/>
          <p:nvPr/>
        </p:nvSpPr>
        <p:spPr>
          <a:xfrm>
            <a:off x="6554308" y="104915"/>
            <a:ext cx="4531890" cy="406265"/>
          </a:xfrm>
          <a:prstGeom prst="rect">
            <a:avLst/>
          </a:prstGeom>
          <a:noFill/>
          <a:ln>
            <a:noFill/>
          </a:ln>
        </p:spPr>
        <p:txBody>
          <a:bodyPr spcFirstLastPara="1" wrap="square" lIns="0" tIns="0" rIns="0" bIns="0" anchor="t" anchorCtr="0">
            <a:spAutoFit/>
          </a:bodyPr>
          <a:lstStyle/>
          <a:p>
            <a:pPr marL="0" marR="0" lvl="0" indent="0" algn="l" defTabSz="457200" rtl="0" eaLnBrk="1" fontAlgn="auto" latinLnBrk="0" hangingPunct="1">
              <a:lnSpc>
                <a:spcPct val="109972"/>
              </a:lnSpc>
              <a:spcBef>
                <a:spcPts val="0"/>
              </a:spcBef>
              <a:spcAft>
                <a:spcPts val="0"/>
              </a:spcAft>
              <a:buClrTx/>
              <a:buSzTx/>
              <a:buFontTx/>
              <a:buNone/>
              <a:tabLst/>
              <a:defRPr/>
            </a:pPr>
            <a:r>
              <a:rPr kumimoji="0" lang="fr-FR" sz="2400" b="1" i="0" u="none" strike="noStrike" kern="1200" cap="none" spc="0" normalizeH="0" baseline="0" noProof="0" dirty="0">
                <a:ln>
                  <a:noFill/>
                </a:ln>
                <a:solidFill>
                  <a:srgbClr val="156082">
                    <a:lumMod val="20000"/>
                    <a:lumOff val="80000"/>
                  </a:srgbClr>
                </a:solidFill>
                <a:effectLst/>
                <a:uLnTx/>
                <a:uFillTx/>
                <a:latin typeface="Work Sans"/>
                <a:ea typeface="Work Sans"/>
                <a:cs typeface="Work Sans"/>
                <a:sym typeface="Work Sans"/>
              </a:rPr>
              <a:t>Notre pool d’experts</a:t>
            </a:r>
            <a:endParaRPr kumimoji="0" lang="fr-FR" sz="2400" b="0" i="0" u="none" strike="noStrike" kern="1200" cap="none" spc="0" normalizeH="0" baseline="0" noProof="0" dirty="0">
              <a:ln>
                <a:noFill/>
              </a:ln>
              <a:solidFill>
                <a:srgbClr val="156082">
                  <a:lumMod val="20000"/>
                  <a:lumOff val="80000"/>
                </a:srgbClr>
              </a:solidFill>
              <a:effectLst/>
              <a:uLnTx/>
              <a:uFillTx/>
              <a:latin typeface="Aptos" panose="02110004020202020204"/>
              <a:ea typeface="+mn-ea"/>
              <a:cs typeface="+mn-cs"/>
            </a:endParaRPr>
          </a:p>
        </p:txBody>
      </p:sp>
      <p:sp>
        <p:nvSpPr>
          <p:cNvPr id="6" name="Google Shape;114;p13">
            <a:extLst>
              <a:ext uri="{FF2B5EF4-FFF2-40B4-BE49-F238E27FC236}">
                <a16:creationId xmlns:a16="http://schemas.microsoft.com/office/drawing/2014/main" id="{4DB311E0-F10F-547C-B84D-AC8E11DFC23A}"/>
              </a:ext>
            </a:extLst>
          </p:cNvPr>
          <p:cNvSpPr/>
          <p:nvPr/>
        </p:nvSpPr>
        <p:spPr>
          <a:xfrm>
            <a:off x="7445820" y="481740"/>
            <a:ext cx="1105757" cy="43604"/>
          </a:xfrm>
          <a:custGeom>
            <a:avLst/>
            <a:gdLst/>
            <a:ahLst/>
            <a:cxnLst/>
            <a:rect l="l" t="t" r="r" b="b"/>
            <a:pathLst>
              <a:path w="436842" h="17226" extrusionOk="0">
                <a:moveTo>
                  <a:pt x="0" y="0"/>
                </a:moveTo>
                <a:lnTo>
                  <a:pt x="436842" y="0"/>
                </a:lnTo>
                <a:lnTo>
                  <a:pt x="436842" y="17226"/>
                </a:lnTo>
                <a:lnTo>
                  <a:pt x="0" y="17226"/>
                </a:lnTo>
                <a:close/>
              </a:path>
            </a:pathLst>
          </a:custGeom>
          <a:solidFill>
            <a:schemeClr val="tx2">
              <a:lumMod val="75000"/>
              <a:lumOff val="25000"/>
            </a:schemeClr>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nvGrpSpPr>
          <p:cNvPr id="4" name="Groupe 3">
            <a:extLst>
              <a:ext uri="{FF2B5EF4-FFF2-40B4-BE49-F238E27FC236}">
                <a16:creationId xmlns:a16="http://schemas.microsoft.com/office/drawing/2014/main" id="{DB2FDC31-8E12-75CF-4D75-B8DE3F88666F}"/>
              </a:ext>
            </a:extLst>
          </p:cNvPr>
          <p:cNvGrpSpPr/>
          <p:nvPr/>
        </p:nvGrpSpPr>
        <p:grpSpPr>
          <a:xfrm>
            <a:off x="6639338" y="781905"/>
            <a:ext cx="5555340" cy="5774677"/>
            <a:chOff x="7029223" y="781905"/>
            <a:chExt cx="5181919" cy="5774677"/>
          </a:xfrm>
        </p:grpSpPr>
        <p:grpSp>
          <p:nvGrpSpPr>
            <p:cNvPr id="7" name="Groupe 6">
              <a:extLst>
                <a:ext uri="{FF2B5EF4-FFF2-40B4-BE49-F238E27FC236}">
                  <a16:creationId xmlns:a16="http://schemas.microsoft.com/office/drawing/2014/main" id="{E029991F-685B-2BE6-AB18-10F9BFFDFC2A}"/>
                </a:ext>
              </a:extLst>
            </p:cNvPr>
            <p:cNvGrpSpPr/>
            <p:nvPr/>
          </p:nvGrpSpPr>
          <p:grpSpPr>
            <a:xfrm>
              <a:off x="7029223" y="781905"/>
              <a:ext cx="5181919" cy="5774677"/>
              <a:chOff x="905530" y="2751125"/>
              <a:chExt cx="5955264" cy="5774677"/>
            </a:xfrm>
          </p:grpSpPr>
          <p:grpSp>
            <p:nvGrpSpPr>
              <p:cNvPr id="11" name="Group 10">
                <a:extLst>
                  <a:ext uri="{FF2B5EF4-FFF2-40B4-BE49-F238E27FC236}">
                    <a16:creationId xmlns:a16="http://schemas.microsoft.com/office/drawing/2014/main" id="{C0F16952-FD8C-32DB-07E9-A1D4541E0709}"/>
                  </a:ext>
                </a:extLst>
              </p:cNvPr>
              <p:cNvGrpSpPr/>
              <p:nvPr/>
            </p:nvGrpSpPr>
            <p:grpSpPr>
              <a:xfrm>
                <a:off x="905530" y="2751125"/>
                <a:ext cx="2671200" cy="1277022"/>
                <a:chOff x="0" y="0"/>
                <a:chExt cx="957298" cy="457656"/>
              </a:xfrm>
            </p:grpSpPr>
            <p:sp>
              <p:nvSpPr>
                <p:cNvPr id="48" name="Freeform 11">
                  <a:extLst>
                    <a:ext uri="{FF2B5EF4-FFF2-40B4-BE49-F238E27FC236}">
                      <a16:creationId xmlns:a16="http://schemas.microsoft.com/office/drawing/2014/main" id="{78989727-3C25-D27B-D46E-046408A419B3}"/>
                    </a:ext>
                  </a:extLst>
                </p:cNvPr>
                <p:cNvSpPr/>
                <p:nvPr/>
              </p:nvSpPr>
              <p:spPr>
                <a:xfrm>
                  <a:off x="0" y="0"/>
                  <a:ext cx="957298" cy="457656"/>
                </a:xfrm>
                <a:custGeom>
                  <a:avLst/>
                  <a:gdLst/>
                  <a:ahLst/>
                  <a:cxnLst/>
                  <a:rect l="l" t="t" r="r" b="b"/>
                  <a:pathLst>
                    <a:path w="957298" h="457656">
                      <a:moveTo>
                        <a:pt x="0" y="0"/>
                      </a:moveTo>
                      <a:lnTo>
                        <a:pt x="957298" y="0"/>
                      </a:lnTo>
                      <a:lnTo>
                        <a:pt x="957298" y="457656"/>
                      </a:lnTo>
                      <a:lnTo>
                        <a:pt x="0" y="457656"/>
                      </a:lnTo>
                      <a:close/>
                    </a:path>
                  </a:pathLst>
                </a:custGeom>
                <a:solidFill>
                  <a:srgbClr val="000000">
                    <a:alpha val="0"/>
                  </a:srgbClr>
                </a:solidFill>
                <a:ln w="19050" cap="sq">
                  <a:solidFill>
                    <a:srgbClr val="85CC46"/>
                  </a:solidFill>
                  <a:prstDash val="solid"/>
                  <a:miter/>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49" name="TextBox 12">
                  <a:extLst>
                    <a:ext uri="{FF2B5EF4-FFF2-40B4-BE49-F238E27FC236}">
                      <a16:creationId xmlns:a16="http://schemas.microsoft.com/office/drawing/2014/main" id="{1C1F7F94-FE32-6DDA-1542-1DDE02C479D8}"/>
                    </a:ext>
                  </a:extLst>
                </p:cNvPr>
                <p:cNvSpPr txBox="1"/>
                <p:nvPr/>
              </p:nvSpPr>
              <p:spPr>
                <a:xfrm>
                  <a:off x="0" y="-19050"/>
                  <a:ext cx="957298" cy="476706"/>
                </a:xfrm>
                <a:prstGeom prst="rect">
                  <a:avLst/>
                </a:prstGeom>
              </p:spPr>
              <p:txBody>
                <a:bodyPr lIns="50800" tIns="50800" rIns="50800" bIns="50800" rtlCol="0" anchor="ctr"/>
                <a:lstStyle/>
                <a:p>
                  <a:pPr marL="0" marR="0" lvl="0" indent="0" algn="ctr" defTabSz="457200" rtl="0" eaLnBrk="1" fontAlgn="auto" latinLnBrk="0" hangingPunct="1">
                    <a:lnSpc>
                      <a:spcPts val="14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grpSp>
            <p:nvGrpSpPr>
              <p:cNvPr id="12" name="Group 13">
                <a:extLst>
                  <a:ext uri="{FF2B5EF4-FFF2-40B4-BE49-F238E27FC236}">
                    <a16:creationId xmlns:a16="http://schemas.microsoft.com/office/drawing/2014/main" id="{9AF3B4F0-F314-5E34-DAA1-1653D35714B7}"/>
                  </a:ext>
                </a:extLst>
              </p:cNvPr>
              <p:cNvGrpSpPr/>
              <p:nvPr/>
            </p:nvGrpSpPr>
            <p:grpSpPr>
              <a:xfrm>
                <a:off x="4071909" y="2751125"/>
                <a:ext cx="2671854" cy="1277022"/>
                <a:chOff x="0" y="0"/>
                <a:chExt cx="957532" cy="457656"/>
              </a:xfrm>
            </p:grpSpPr>
            <p:sp>
              <p:nvSpPr>
                <p:cNvPr id="46" name="Freeform 14">
                  <a:extLst>
                    <a:ext uri="{FF2B5EF4-FFF2-40B4-BE49-F238E27FC236}">
                      <a16:creationId xmlns:a16="http://schemas.microsoft.com/office/drawing/2014/main" id="{32D24F27-3EC1-28B1-EA32-5D19BAF3E676}"/>
                    </a:ext>
                  </a:extLst>
                </p:cNvPr>
                <p:cNvSpPr/>
                <p:nvPr/>
              </p:nvSpPr>
              <p:spPr>
                <a:xfrm>
                  <a:off x="0" y="0"/>
                  <a:ext cx="957532" cy="457656"/>
                </a:xfrm>
                <a:custGeom>
                  <a:avLst/>
                  <a:gdLst/>
                  <a:ahLst/>
                  <a:cxnLst/>
                  <a:rect l="l" t="t" r="r" b="b"/>
                  <a:pathLst>
                    <a:path w="957532" h="457656">
                      <a:moveTo>
                        <a:pt x="0" y="0"/>
                      </a:moveTo>
                      <a:lnTo>
                        <a:pt x="957532" y="0"/>
                      </a:lnTo>
                      <a:lnTo>
                        <a:pt x="957532" y="457656"/>
                      </a:lnTo>
                      <a:lnTo>
                        <a:pt x="0" y="457656"/>
                      </a:lnTo>
                      <a:close/>
                    </a:path>
                  </a:pathLst>
                </a:custGeom>
                <a:solidFill>
                  <a:srgbClr val="000000">
                    <a:alpha val="0"/>
                  </a:srgbClr>
                </a:solidFill>
                <a:ln w="19050" cap="sq">
                  <a:solidFill>
                    <a:srgbClr val="85CC46"/>
                  </a:solidFill>
                  <a:prstDash val="solid"/>
                  <a:miter/>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47" name="TextBox 15">
                  <a:extLst>
                    <a:ext uri="{FF2B5EF4-FFF2-40B4-BE49-F238E27FC236}">
                      <a16:creationId xmlns:a16="http://schemas.microsoft.com/office/drawing/2014/main" id="{2F350E3D-03DC-5C36-641B-A9D5E3CD1E1A}"/>
                    </a:ext>
                  </a:extLst>
                </p:cNvPr>
                <p:cNvSpPr txBox="1"/>
                <p:nvPr/>
              </p:nvSpPr>
              <p:spPr>
                <a:xfrm>
                  <a:off x="0" y="-19050"/>
                  <a:ext cx="957532" cy="476706"/>
                </a:xfrm>
                <a:prstGeom prst="rect">
                  <a:avLst/>
                </a:prstGeom>
              </p:spPr>
              <p:txBody>
                <a:bodyPr lIns="50800" tIns="50800" rIns="50800" bIns="50800" rtlCol="0" anchor="ctr"/>
                <a:lstStyle/>
                <a:p>
                  <a:pPr marL="0" marR="0" lvl="0" indent="0" algn="ctr" defTabSz="457200" rtl="0" eaLnBrk="1" fontAlgn="auto" latinLnBrk="0" hangingPunct="1">
                    <a:lnSpc>
                      <a:spcPts val="14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grpSp>
            <p:nvGrpSpPr>
              <p:cNvPr id="15" name="Group 18">
                <a:extLst>
                  <a:ext uri="{FF2B5EF4-FFF2-40B4-BE49-F238E27FC236}">
                    <a16:creationId xmlns:a16="http://schemas.microsoft.com/office/drawing/2014/main" id="{EA6BCAB0-6E1C-80F9-4E3F-985DD84D56A4}"/>
                  </a:ext>
                </a:extLst>
              </p:cNvPr>
              <p:cNvGrpSpPr/>
              <p:nvPr/>
            </p:nvGrpSpPr>
            <p:grpSpPr>
              <a:xfrm>
                <a:off x="4071909" y="5743158"/>
                <a:ext cx="2671854" cy="1277022"/>
                <a:chOff x="0" y="0"/>
                <a:chExt cx="957532" cy="457656"/>
              </a:xfrm>
            </p:grpSpPr>
            <p:sp>
              <p:nvSpPr>
                <p:cNvPr id="44" name="Freeform 19">
                  <a:extLst>
                    <a:ext uri="{FF2B5EF4-FFF2-40B4-BE49-F238E27FC236}">
                      <a16:creationId xmlns:a16="http://schemas.microsoft.com/office/drawing/2014/main" id="{B146CCC6-1402-07B2-B4B5-CABB1DF07E31}"/>
                    </a:ext>
                  </a:extLst>
                </p:cNvPr>
                <p:cNvSpPr/>
                <p:nvPr/>
              </p:nvSpPr>
              <p:spPr>
                <a:xfrm>
                  <a:off x="0" y="0"/>
                  <a:ext cx="957532" cy="457656"/>
                </a:xfrm>
                <a:custGeom>
                  <a:avLst/>
                  <a:gdLst/>
                  <a:ahLst/>
                  <a:cxnLst/>
                  <a:rect l="l" t="t" r="r" b="b"/>
                  <a:pathLst>
                    <a:path w="957532" h="457656">
                      <a:moveTo>
                        <a:pt x="0" y="0"/>
                      </a:moveTo>
                      <a:lnTo>
                        <a:pt x="957532" y="0"/>
                      </a:lnTo>
                      <a:lnTo>
                        <a:pt x="957532" y="457656"/>
                      </a:lnTo>
                      <a:lnTo>
                        <a:pt x="0" y="457656"/>
                      </a:lnTo>
                      <a:close/>
                    </a:path>
                  </a:pathLst>
                </a:custGeom>
                <a:solidFill>
                  <a:srgbClr val="000000">
                    <a:alpha val="0"/>
                  </a:srgbClr>
                </a:solidFill>
                <a:ln w="19050" cap="sq">
                  <a:solidFill>
                    <a:srgbClr val="85CC46"/>
                  </a:solidFill>
                  <a:prstDash val="solid"/>
                  <a:miter/>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45" name="TextBox 20">
                  <a:extLst>
                    <a:ext uri="{FF2B5EF4-FFF2-40B4-BE49-F238E27FC236}">
                      <a16:creationId xmlns:a16="http://schemas.microsoft.com/office/drawing/2014/main" id="{C791D147-7F03-020C-7F7D-16FC16E93AA5}"/>
                    </a:ext>
                  </a:extLst>
                </p:cNvPr>
                <p:cNvSpPr txBox="1"/>
                <p:nvPr/>
              </p:nvSpPr>
              <p:spPr>
                <a:xfrm>
                  <a:off x="0" y="-19050"/>
                  <a:ext cx="957532" cy="476706"/>
                </a:xfrm>
                <a:prstGeom prst="rect">
                  <a:avLst/>
                </a:prstGeom>
              </p:spPr>
              <p:txBody>
                <a:bodyPr lIns="50800" tIns="50800" rIns="50800" bIns="50800" rtlCol="0" anchor="ctr"/>
                <a:lstStyle/>
                <a:p>
                  <a:pPr marL="0" marR="0" lvl="0" indent="0" algn="ctr" defTabSz="457200" rtl="0" eaLnBrk="1" fontAlgn="auto" latinLnBrk="0" hangingPunct="1">
                    <a:lnSpc>
                      <a:spcPts val="14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grpSp>
            <p:nvGrpSpPr>
              <p:cNvPr id="17" name="Group 22">
                <a:extLst>
                  <a:ext uri="{FF2B5EF4-FFF2-40B4-BE49-F238E27FC236}">
                    <a16:creationId xmlns:a16="http://schemas.microsoft.com/office/drawing/2014/main" id="{8737689A-D909-0227-902C-715B2936FFD1}"/>
                  </a:ext>
                </a:extLst>
              </p:cNvPr>
              <p:cNvGrpSpPr/>
              <p:nvPr/>
            </p:nvGrpSpPr>
            <p:grpSpPr>
              <a:xfrm>
                <a:off x="4071909" y="4247222"/>
                <a:ext cx="2671854" cy="1277022"/>
                <a:chOff x="0" y="0"/>
                <a:chExt cx="957532" cy="457656"/>
              </a:xfrm>
            </p:grpSpPr>
            <p:sp>
              <p:nvSpPr>
                <p:cNvPr id="42" name="Freeform 23">
                  <a:extLst>
                    <a:ext uri="{FF2B5EF4-FFF2-40B4-BE49-F238E27FC236}">
                      <a16:creationId xmlns:a16="http://schemas.microsoft.com/office/drawing/2014/main" id="{6397517F-2A83-E903-E94F-D7DFEA16F4D7}"/>
                    </a:ext>
                  </a:extLst>
                </p:cNvPr>
                <p:cNvSpPr/>
                <p:nvPr/>
              </p:nvSpPr>
              <p:spPr>
                <a:xfrm>
                  <a:off x="0" y="0"/>
                  <a:ext cx="957532" cy="457656"/>
                </a:xfrm>
                <a:custGeom>
                  <a:avLst/>
                  <a:gdLst/>
                  <a:ahLst/>
                  <a:cxnLst/>
                  <a:rect l="l" t="t" r="r" b="b"/>
                  <a:pathLst>
                    <a:path w="957532" h="457656">
                      <a:moveTo>
                        <a:pt x="0" y="0"/>
                      </a:moveTo>
                      <a:lnTo>
                        <a:pt x="957532" y="0"/>
                      </a:lnTo>
                      <a:lnTo>
                        <a:pt x="957532" y="457656"/>
                      </a:lnTo>
                      <a:lnTo>
                        <a:pt x="0" y="457656"/>
                      </a:lnTo>
                      <a:close/>
                    </a:path>
                  </a:pathLst>
                </a:custGeom>
                <a:solidFill>
                  <a:srgbClr val="000000">
                    <a:alpha val="0"/>
                  </a:srgbClr>
                </a:solidFill>
                <a:ln w="19050" cap="sq">
                  <a:solidFill>
                    <a:srgbClr val="85CC46"/>
                  </a:solidFill>
                  <a:prstDash val="solid"/>
                  <a:miter/>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43" name="TextBox 24">
                  <a:extLst>
                    <a:ext uri="{FF2B5EF4-FFF2-40B4-BE49-F238E27FC236}">
                      <a16:creationId xmlns:a16="http://schemas.microsoft.com/office/drawing/2014/main" id="{49B2CD0F-5DC8-30BD-13A8-C45A40FE2CEB}"/>
                    </a:ext>
                  </a:extLst>
                </p:cNvPr>
                <p:cNvSpPr txBox="1"/>
                <p:nvPr/>
              </p:nvSpPr>
              <p:spPr>
                <a:xfrm>
                  <a:off x="0" y="-19050"/>
                  <a:ext cx="957532" cy="476706"/>
                </a:xfrm>
                <a:prstGeom prst="rect">
                  <a:avLst/>
                </a:prstGeom>
              </p:spPr>
              <p:txBody>
                <a:bodyPr lIns="50800" tIns="50800" rIns="50800" bIns="50800" rtlCol="0" anchor="ctr"/>
                <a:lstStyle/>
                <a:p>
                  <a:pPr marL="0" marR="0" lvl="0" indent="0" algn="ctr" defTabSz="457200" rtl="0" eaLnBrk="1" fontAlgn="auto" latinLnBrk="0" hangingPunct="1">
                    <a:lnSpc>
                      <a:spcPts val="14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grpSp>
            <p:nvGrpSpPr>
              <p:cNvPr id="19" name="Group 26">
                <a:extLst>
                  <a:ext uri="{FF2B5EF4-FFF2-40B4-BE49-F238E27FC236}">
                    <a16:creationId xmlns:a16="http://schemas.microsoft.com/office/drawing/2014/main" id="{2C23243A-D169-876A-3FC9-3C5142208F2A}"/>
                  </a:ext>
                </a:extLst>
              </p:cNvPr>
              <p:cNvGrpSpPr/>
              <p:nvPr/>
            </p:nvGrpSpPr>
            <p:grpSpPr>
              <a:xfrm>
                <a:off x="905530" y="4237536"/>
                <a:ext cx="2671854" cy="1277022"/>
                <a:chOff x="0" y="0"/>
                <a:chExt cx="957532" cy="457656"/>
              </a:xfrm>
            </p:grpSpPr>
            <p:sp>
              <p:nvSpPr>
                <p:cNvPr id="40" name="Freeform 27">
                  <a:extLst>
                    <a:ext uri="{FF2B5EF4-FFF2-40B4-BE49-F238E27FC236}">
                      <a16:creationId xmlns:a16="http://schemas.microsoft.com/office/drawing/2014/main" id="{6006E7A2-E61B-BFED-B074-1038A4F070BE}"/>
                    </a:ext>
                  </a:extLst>
                </p:cNvPr>
                <p:cNvSpPr/>
                <p:nvPr/>
              </p:nvSpPr>
              <p:spPr>
                <a:xfrm>
                  <a:off x="0" y="0"/>
                  <a:ext cx="957532" cy="457656"/>
                </a:xfrm>
                <a:custGeom>
                  <a:avLst/>
                  <a:gdLst/>
                  <a:ahLst/>
                  <a:cxnLst/>
                  <a:rect l="l" t="t" r="r" b="b"/>
                  <a:pathLst>
                    <a:path w="957532" h="457656">
                      <a:moveTo>
                        <a:pt x="0" y="0"/>
                      </a:moveTo>
                      <a:lnTo>
                        <a:pt x="957532" y="0"/>
                      </a:lnTo>
                      <a:lnTo>
                        <a:pt x="957532" y="457656"/>
                      </a:lnTo>
                      <a:lnTo>
                        <a:pt x="0" y="457656"/>
                      </a:lnTo>
                      <a:close/>
                    </a:path>
                  </a:pathLst>
                </a:custGeom>
                <a:solidFill>
                  <a:srgbClr val="000000">
                    <a:alpha val="0"/>
                  </a:srgbClr>
                </a:solidFill>
                <a:ln w="19050" cap="sq">
                  <a:solidFill>
                    <a:srgbClr val="85CC46"/>
                  </a:solidFill>
                  <a:prstDash val="solid"/>
                  <a:miter/>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41" name="TextBox 28">
                  <a:extLst>
                    <a:ext uri="{FF2B5EF4-FFF2-40B4-BE49-F238E27FC236}">
                      <a16:creationId xmlns:a16="http://schemas.microsoft.com/office/drawing/2014/main" id="{63F057C5-9B71-0082-7229-288F2C0C0FAC}"/>
                    </a:ext>
                  </a:extLst>
                </p:cNvPr>
                <p:cNvSpPr txBox="1"/>
                <p:nvPr/>
              </p:nvSpPr>
              <p:spPr>
                <a:xfrm>
                  <a:off x="0" y="-19050"/>
                  <a:ext cx="957532" cy="476706"/>
                </a:xfrm>
                <a:prstGeom prst="rect">
                  <a:avLst/>
                </a:prstGeom>
              </p:spPr>
              <p:txBody>
                <a:bodyPr lIns="50800" tIns="50800" rIns="50800" bIns="50800" rtlCol="0" anchor="ctr"/>
                <a:lstStyle/>
                <a:p>
                  <a:pPr marL="0" marR="0" lvl="0" indent="0" algn="ctr" defTabSz="457200" rtl="0" eaLnBrk="1" fontAlgn="auto" latinLnBrk="0" hangingPunct="1">
                    <a:lnSpc>
                      <a:spcPts val="14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grpSp>
            <p:nvGrpSpPr>
              <p:cNvPr id="20" name="Group 29">
                <a:extLst>
                  <a:ext uri="{FF2B5EF4-FFF2-40B4-BE49-F238E27FC236}">
                    <a16:creationId xmlns:a16="http://schemas.microsoft.com/office/drawing/2014/main" id="{7E150983-F4D0-4895-5C65-08A39492AB12}"/>
                  </a:ext>
                </a:extLst>
              </p:cNvPr>
              <p:cNvGrpSpPr/>
              <p:nvPr/>
            </p:nvGrpSpPr>
            <p:grpSpPr>
              <a:xfrm>
                <a:off x="4071909" y="7239255"/>
                <a:ext cx="2671854" cy="1277022"/>
                <a:chOff x="0" y="0"/>
                <a:chExt cx="957532" cy="457656"/>
              </a:xfrm>
            </p:grpSpPr>
            <p:sp>
              <p:nvSpPr>
                <p:cNvPr id="38" name="Freeform 30">
                  <a:extLst>
                    <a:ext uri="{FF2B5EF4-FFF2-40B4-BE49-F238E27FC236}">
                      <a16:creationId xmlns:a16="http://schemas.microsoft.com/office/drawing/2014/main" id="{7E49C808-221D-BA92-E5D5-7D38BA8DC6E5}"/>
                    </a:ext>
                  </a:extLst>
                </p:cNvPr>
                <p:cNvSpPr/>
                <p:nvPr/>
              </p:nvSpPr>
              <p:spPr>
                <a:xfrm>
                  <a:off x="0" y="0"/>
                  <a:ext cx="957532" cy="457656"/>
                </a:xfrm>
                <a:custGeom>
                  <a:avLst/>
                  <a:gdLst/>
                  <a:ahLst/>
                  <a:cxnLst/>
                  <a:rect l="l" t="t" r="r" b="b"/>
                  <a:pathLst>
                    <a:path w="957532" h="457656">
                      <a:moveTo>
                        <a:pt x="0" y="0"/>
                      </a:moveTo>
                      <a:lnTo>
                        <a:pt x="957532" y="0"/>
                      </a:lnTo>
                      <a:lnTo>
                        <a:pt x="957532" y="457656"/>
                      </a:lnTo>
                      <a:lnTo>
                        <a:pt x="0" y="457656"/>
                      </a:lnTo>
                      <a:close/>
                    </a:path>
                  </a:pathLst>
                </a:custGeom>
                <a:solidFill>
                  <a:srgbClr val="000000">
                    <a:alpha val="0"/>
                  </a:srgbClr>
                </a:solidFill>
                <a:ln w="19050" cap="sq">
                  <a:solidFill>
                    <a:srgbClr val="85CC46"/>
                  </a:solidFill>
                  <a:prstDash val="solid"/>
                  <a:miter/>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39" name="TextBox 31">
                  <a:extLst>
                    <a:ext uri="{FF2B5EF4-FFF2-40B4-BE49-F238E27FC236}">
                      <a16:creationId xmlns:a16="http://schemas.microsoft.com/office/drawing/2014/main" id="{83C31A45-F126-9252-7E7A-0AD407727687}"/>
                    </a:ext>
                  </a:extLst>
                </p:cNvPr>
                <p:cNvSpPr txBox="1"/>
                <p:nvPr/>
              </p:nvSpPr>
              <p:spPr>
                <a:xfrm>
                  <a:off x="0" y="-19050"/>
                  <a:ext cx="957532" cy="476706"/>
                </a:xfrm>
                <a:prstGeom prst="rect">
                  <a:avLst/>
                </a:prstGeom>
              </p:spPr>
              <p:txBody>
                <a:bodyPr lIns="50800" tIns="50800" rIns="50800" bIns="50800" rtlCol="0" anchor="ctr"/>
                <a:lstStyle/>
                <a:p>
                  <a:pPr marL="0" marR="0" lvl="0" indent="0" algn="ctr" defTabSz="457200" rtl="0" eaLnBrk="1" fontAlgn="auto" latinLnBrk="0" hangingPunct="1">
                    <a:lnSpc>
                      <a:spcPts val="14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grpSp>
            <p:nvGrpSpPr>
              <p:cNvPr id="22" name="Group 34">
                <a:extLst>
                  <a:ext uri="{FF2B5EF4-FFF2-40B4-BE49-F238E27FC236}">
                    <a16:creationId xmlns:a16="http://schemas.microsoft.com/office/drawing/2014/main" id="{A53A30EA-A73D-F7B9-1B2D-D0B223AB1A06}"/>
                  </a:ext>
                </a:extLst>
              </p:cNvPr>
              <p:cNvGrpSpPr/>
              <p:nvPr/>
            </p:nvGrpSpPr>
            <p:grpSpPr>
              <a:xfrm>
                <a:off x="905530" y="5743158"/>
                <a:ext cx="2671854" cy="1277022"/>
                <a:chOff x="0" y="0"/>
                <a:chExt cx="957532" cy="457656"/>
              </a:xfrm>
            </p:grpSpPr>
            <p:sp>
              <p:nvSpPr>
                <p:cNvPr id="36" name="Freeform 35">
                  <a:extLst>
                    <a:ext uri="{FF2B5EF4-FFF2-40B4-BE49-F238E27FC236}">
                      <a16:creationId xmlns:a16="http://schemas.microsoft.com/office/drawing/2014/main" id="{CCFA9CA0-E964-C230-64D3-08D47962FD9B}"/>
                    </a:ext>
                  </a:extLst>
                </p:cNvPr>
                <p:cNvSpPr/>
                <p:nvPr/>
              </p:nvSpPr>
              <p:spPr>
                <a:xfrm>
                  <a:off x="0" y="0"/>
                  <a:ext cx="957532" cy="457656"/>
                </a:xfrm>
                <a:custGeom>
                  <a:avLst/>
                  <a:gdLst/>
                  <a:ahLst/>
                  <a:cxnLst/>
                  <a:rect l="l" t="t" r="r" b="b"/>
                  <a:pathLst>
                    <a:path w="957532" h="457656">
                      <a:moveTo>
                        <a:pt x="0" y="0"/>
                      </a:moveTo>
                      <a:lnTo>
                        <a:pt x="957532" y="0"/>
                      </a:lnTo>
                      <a:lnTo>
                        <a:pt x="957532" y="457656"/>
                      </a:lnTo>
                      <a:lnTo>
                        <a:pt x="0" y="457656"/>
                      </a:lnTo>
                      <a:close/>
                    </a:path>
                  </a:pathLst>
                </a:custGeom>
                <a:solidFill>
                  <a:srgbClr val="000000">
                    <a:alpha val="0"/>
                  </a:srgbClr>
                </a:solidFill>
                <a:ln w="19050" cap="sq">
                  <a:solidFill>
                    <a:srgbClr val="85CC46"/>
                  </a:solidFill>
                  <a:prstDash val="solid"/>
                  <a:miter/>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37" name="TextBox 36">
                  <a:extLst>
                    <a:ext uri="{FF2B5EF4-FFF2-40B4-BE49-F238E27FC236}">
                      <a16:creationId xmlns:a16="http://schemas.microsoft.com/office/drawing/2014/main" id="{D494CB2E-C93C-F7BF-C4D7-94DBEA66D689}"/>
                    </a:ext>
                  </a:extLst>
                </p:cNvPr>
                <p:cNvSpPr txBox="1"/>
                <p:nvPr/>
              </p:nvSpPr>
              <p:spPr>
                <a:xfrm>
                  <a:off x="0" y="-19050"/>
                  <a:ext cx="957532" cy="476706"/>
                </a:xfrm>
                <a:prstGeom prst="rect">
                  <a:avLst/>
                </a:prstGeom>
              </p:spPr>
              <p:txBody>
                <a:bodyPr lIns="50800" tIns="50800" rIns="50800" bIns="50800" rtlCol="0" anchor="ctr"/>
                <a:lstStyle/>
                <a:p>
                  <a:pPr marL="0" marR="0" lvl="0" indent="0" algn="ctr" defTabSz="457200" rtl="0" eaLnBrk="1" fontAlgn="auto" latinLnBrk="0" hangingPunct="1">
                    <a:lnSpc>
                      <a:spcPts val="14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grpSp>
            <p:nvGrpSpPr>
              <p:cNvPr id="24" name="Group 38">
                <a:extLst>
                  <a:ext uri="{FF2B5EF4-FFF2-40B4-BE49-F238E27FC236}">
                    <a16:creationId xmlns:a16="http://schemas.microsoft.com/office/drawing/2014/main" id="{77E984AF-2621-9BBF-44A6-6C06F53E9324}"/>
                  </a:ext>
                </a:extLst>
              </p:cNvPr>
              <p:cNvGrpSpPr/>
              <p:nvPr/>
            </p:nvGrpSpPr>
            <p:grpSpPr>
              <a:xfrm>
                <a:off x="905530" y="7248780"/>
                <a:ext cx="2671854" cy="1277022"/>
                <a:chOff x="0" y="0"/>
                <a:chExt cx="957532" cy="457656"/>
              </a:xfrm>
            </p:grpSpPr>
            <p:sp>
              <p:nvSpPr>
                <p:cNvPr id="34" name="Freeform 39">
                  <a:extLst>
                    <a:ext uri="{FF2B5EF4-FFF2-40B4-BE49-F238E27FC236}">
                      <a16:creationId xmlns:a16="http://schemas.microsoft.com/office/drawing/2014/main" id="{E2517C76-EA96-EB57-9C56-2351A9ECB595}"/>
                    </a:ext>
                  </a:extLst>
                </p:cNvPr>
                <p:cNvSpPr/>
                <p:nvPr/>
              </p:nvSpPr>
              <p:spPr>
                <a:xfrm>
                  <a:off x="0" y="0"/>
                  <a:ext cx="957532" cy="457656"/>
                </a:xfrm>
                <a:custGeom>
                  <a:avLst/>
                  <a:gdLst/>
                  <a:ahLst/>
                  <a:cxnLst/>
                  <a:rect l="l" t="t" r="r" b="b"/>
                  <a:pathLst>
                    <a:path w="957532" h="457656">
                      <a:moveTo>
                        <a:pt x="0" y="0"/>
                      </a:moveTo>
                      <a:lnTo>
                        <a:pt x="957532" y="0"/>
                      </a:lnTo>
                      <a:lnTo>
                        <a:pt x="957532" y="457656"/>
                      </a:lnTo>
                      <a:lnTo>
                        <a:pt x="0" y="457656"/>
                      </a:lnTo>
                      <a:close/>
                    </a:path>
                  </a:pathLst>
                </a:custGeom>
                <a:solidFill>
                  <a:srgbClr val="000000">
                    <a:alpha val="0"/>
                  </a:srgbClr>
                </a:solidFill>
                <a:ln w="19050" cap="sq">
                  <a:solidFill>
                    <a:srgbClr val="85CC46"/>
                  </a:solidFill>
                  <a:prstDash val="solid"/>
                  <a:miter/>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35" name="TextBox 40">
                  <a:extLst>
                    <a:ext uri="{FF2B5EF4-FFF2-40B4-BE49-F238E27FC236}">
                      <a16:creationId xmlns:a16="http://schemas.microsoft.com/office/drawing/2014/main" id="{E3EA0B5D-3153-BA8C-DE67-9B2CFE5F7591}"/>
                    </a:ext>
                  </a:extLst>
                </p:cNvPr>
                <p:cNvSpPr txBox="1"/>
                <p:nvPr/>
              </p:nvSpPr>
              <p:spPr>
                <a:xfrm>
                  <a:off x="0" y="-19050"/>
                  <a:ext cx="957532" cy="476706"/>
                </a:xfrm>
                <a:prstGeom prst="rect">
                  <a:avLst/>
                </a:prstGeom>
              </p:spPr>
              <p:txBody>
                <a:bodyPr lIns="50800" tIns="50800" rIns="50800" bIns="50800" rtlCol="0" anchor="ctr"/>
                <a:lstStyle/>
                <a:p>
                  <a:pPr marL="0" marR="0" lvl="0" indent="0" algn="ctr" defTabSz="457200" rtl="0" eaLnBrk="1" fontAlgn="auto" latinLnBrk="0" hangingPunct="1">
                    <a:lnSpc>
                      <a:spcPts val="14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sp>
            <p:nvSpPr>
              <p:cNvPr id="26" name="TextBox 47">
                <a:extLst>
                  <a:ext uri="{FF2B5EF4-FFF2-40B4-BE49-F238E27FC236}">
                    <a16:creationId xmlns:a16="http://schemas.microsoft.com/office/drawing/2014/main" id="{C61890B1-F380-9A73-37FF-A1BC1804F27B}"/>
                  </a:ext>
                </a:extLst>
              </p:cNvPr>
              <p:cNvSpPr txBox="1"/>
              <p:nvPr/>
            </p:nvSpPr>
            <p:spPr>
              <a:xfrm>
                <a:off x="2112579" y="2994142"/>
                <a:ext cx="1367144" cy="705258"/>
              </a:xfrm>
              <a:prstGeom prst="rect">
                <a:avLst/>
              </a:prstGeom>
            </p:spPr>
            <p:txBody>
              <a:bodyPr wrap="square" lIns="0" tIns="0" rIns="0" bIns="0" rtlCol="0" anchor="t">
                <a:spAutoFit/>
              </a:bodyPr>
              <a:lstStyle/>
              <a:p>
                <a:pPr marL="0" marR="0" lvl="0" indent="0" algn="l" defTabSz="457200" rtl="0" eaLnBrk="1" fontAlgn="auto" latinLnBrk="0" hangingPunct="1">
                  <a:lnSpc>
                    <a:spcPts val="1400"/>
                  </a:lnSpc>
                  <a:spcBef>
                    <a:spcPts val="0"/>
                  </a:spcBef>
                  <a:spcAft>
                    <a:spcPts val="0"/>
                  </a:spcAft>
                  <a:buClrTx/>
                  <a:buSzTx/>
                  <a:buFontTx/>
                  <a:buNone/>
                  <a:tabLst/>
                  <a:defRPr/>
                </a:pPr>
                <a:r>
                  <a:rPr kumimoji="0" lang="en-US" sz="1102" b="1" i="0" u="none" strike="noStrike" kern="1200" cap="none" spc="0" normalizeH="0" baseline="0" noProof="0" dirty="0">
                    <a:ln>
                      <a:noFill/>
                    </a:ln>
                    <a:solidFill>
                      <a:srgbClr val="85CC46"/>
                    </a:solidFill>
                    <a:effectLst/>
                    <a:uLnTx/>
                    <a:uFillTx/>
                    <a:latin typeface="Open Sans 2 Bold"/>
                    <a:ea typeface="Open Sans 2 Bold"/>
                    <a:cs typeface="Open Sans 2 Bold"/>
                    <a:sym typeface="Open Sans 2 Bold"/>
                  </a:rPr>
                  <a:t>Yves Dodo</a:t>
                </a:r>
              </a:p>
              <a:p>
                <a:pPr marL="0" marR="0" lvl="0" indent="0" algn="l" defTabSz="457200" rtl="0" eaLnBrk="1" fontAlgn="auto" latinLnBrk="0" hangingPunct="1">
                  <a:lnSpc>
                    <a:spcPts val="1400"/>
                  </a:lnSpc>
                  <a:spcBef>
                    <a:spcPts val="0"/>
                  </a:spcBef>
                  <a:spcAft>
                    <a:spcPts val="0"/>
                  </a:spcAft>
                  <a:buClrTx/>
                  <a:buSzTx/>
                  <a:buFontTx/>
                  <a:buNone/>
                  <a:tabLst/>
                  <a:defRPr/>
                </a:pPr>
                <a:r>
                  <a:rPr kumimoji="0" lang="en-US" sz="1102" b="0" i="0" u="none" strike="noStrike" kern="1200" cap="none" spc="0" normalizeH="0" baseline="0" noProof="0" dirty="0" err="1">
                    <a:ln>
                      <a:noFill/>
                    </a:ln>
                    <a:solidFill>
                      <a:srgbClr val="FFFFFF"/>
                    </a:solidFill>
                    <a:effectLst/>
                    <a:uLnTx/>
                    <a:uFillTx/>
                    <a:latin typeface="Open Sans 2"/>
                    <a:ea typeface="Open Sans 2"/>
                    <a:cs typeface="Open Sans 2"/>
                    <a:sym typeface="Open Sans 2"/>
                  </a:rPr>
                  <a:t>Associé</a:t>
                </a:r>
                <a:endParaRPr kumimoji="0" lang="en-US" sz="1102" b="0" i="0" u="none" strike="noStrike" kern="1200" cap="none" spc="0" normalizeH="0" baseline="0" noProof="0" dirty="0">
                  <a:ln>
                    <a:noFill/>
                  </a:ln>
                  <a:solidFill>
                    <a:srgbClr val="FFFFFF"/>
                  </a:solidFill>
                  <a:effectLst/>
                  <a:uLnTx/>
                  <a:uFillTx/>
                  <a:latin typeface="Open Sans 2"/>
                  <a:ea typeface="Open Sans 2"/>
                  <a:cs typeface="Open Sans 2"/>
                  <a:sym typeface="Open Sans 2"/>
                </a:endParaRPr>
              </a:p>
              <a:p>
                <a:pPr marL="0" marR="0" lvl="0" indent="0" algn="l" defTabSz="457200" rtl="0" eaLnBrk="1" fontAlgn="auto" latinLnBrk="0" hangingPunct="1">
                  <a:lnSpc>
                    <a:spcPts val="1400"/>
                  </a:lnSpc>
                  <a:spcBef>
                    <a:spcPts val="0"/>
                  </a:spcBef>
                  <a:spcAft>
                    <a:spcPts val="0"/>
                  </a:spcAft>
                  <a:buClrTx/>
                  <a:buSzTx/>
                  <a:buFontTx/>
                  <a:buNone/>
                  <a:tabLst/>
                  <a:defRPr/>
                </a:pPr>
                <a:r>
                  <a:rPr kumimoji="0" lang="en-US" sz="1102" b="0" i="0" u="none" strike="noStrike" kern="1200" cap="none" spc="0" normalizeH="0" baseline="0" noProof="0" dirty="0">
                    <a:ln>
                      <a:noFill/>
                    </a:ln>
                    <a:solidFill>
                      <a:srgbClr val="FFFFFF"/>
                    </a:solidFill>
                    <a:effectLst/>
                    <a:uLnTx/>
                    <a:uFillTx/>
                    <a:latin typeface="Open Sans 2"/>
                    <a:ea typeface="Open Sans 2"/>
                    <a:cs typeface="Open Sans 2"/>
                    <a:sym typeface="Open Sans 2"/>
                  </a:rPr>
                  <a:t>+ 17 </a:t>
                </a:r>
                <a:r>
                  <a:rPr kumimoji="0" lang="en-US" sz="1102" b="0" i="0" u="none" strike="noStrike" kern="1200" cap="none" spc="0" normalizeH="0" baseline="0" noProof="0" dirty="0" err="1">
                    <a:ln>
                      <a:noFill/>
                    </a:ln>
                    <a:solidFill>
                      <a:srgbClr val="FFFFFF"/>
                    </a:solidFill>
                    <a:effectLst/>
                    <a:uLnTx/>
                    <a:uFillTx/>
                    <a:latin typeface="Open Sans 2"/>
                    <a:ea typeface="Open Sans 2"/>
                    <a:cs typeface="Open Sans 2"/>
                    <a:sym typeface="Open Sans 2"/>
                  </a:rPr>
                  <a:t>ans</a:t>
                </a:r>
                <a:r>
                  <a:rPr kumimoji="0" lang="en-US" sz="1102" b="0" i="0" u="none" strike="noStrike" kern="1200" cap="none" spc="0" normalizeH="0" baseline="0" noProof="0" dirty="0">
                    <a:ln>
                      <a:noFill/>
                    </a:ln>
                    <a:solidFill>
                      <a:srgbClr val="FFFFFF"/>
                    </a:solidFill>
                    <a:effectLst/>
                    <a:uLnTx/>
                    <a:uFillTx/>
                    <a:latin typeface="Open Sans 2"/>
                    <a:ea typeface="Open Sans 2"/>
                    <a:cs typeface="Open Sans 2"/>
                    <a:sym typeface="Open Sans 2"/>
                  </a:rPr>
                  <a:t> </a:t>
                </a:r>
                <a:r>
                  <a:rPr kumimoji="0" lang="en-US" sz="1102" b="0" i="0" u="none" strike="noStrike" kern="1200" cap="none" spc="0" normalizeH="0" baseline="0" noProof="0" dirty="0" err="1">
                    <a:ln>
                      <a:noFill/>
                    </a:ln>
                    <a:solidFill>
                      <a:srgbClr val="FFFFFF"/>
                    </a:solidFill>
                    <a:effectLst/>
                    <a:uLnTx/>
                    <a:uFillTx/>
                    <a:latin typeface="Open Sans 2"/>
                    <a:ea typeface="Open Sans 2"/>
                    <a:cs typeface="Open Sans 2"/>
                    <a:sym typeface="Open Sans 2"/>
                  </a:rPr>
                  <a:t>d'expérience</a:t>
                </a:r>
                <a:endParaRPr kumimoji="0" lang="en-US" sz="1102" b="0" i="0" u="none" strike="noStrike" kern="1200" cap="none" spc="0" normalizeH="0" baseline="0" noProof="0" dirty="0">
                  <a:ln>
                    <a:noFill/>
                  </a:ln>
                  <a:solidFill>
                    <a:srgbClr val="FFFFFF"/>
                  </a:solidFill>
                  <a:effectLst/>
                  <a:uLnTx/>
                  <a:uFillTx/>
                  <a:latin typeface="Open Sans 2"/>
                  <a:ea typeface="Open Sans 2"/>
                  <a:cs typeface="Open Sans 2"/>
                  <a:sym typeface="Open Sans 2"/>
                </a:endParaRPr>
              </a:p>
            </p:txBody>
          </p:sp>
          <p:sp>
            <p:nvSpPr>
              <p:cNvPr id="27" name="TextBox 49">
                <a:extLst>
                  <a:ext uri="{FF2B5EF4-FFF2-40B4-BE49-F238E27FC236}">
                    <a16:creationId xmlns:a16="http://schemas.microsoft.com/office/drawing/2014/main" id="{48DFB65D-D738-AC75-4EA2-0083414B40A6}"/>
                  </a:ext>
                </a:extLst>
              </p:cNvPr>
              <p:cNvSpPr txBox="1"/>
              <p:nvPr/>
            </p:nvSpPr>
            <p:spPr>
              <a:xfrm>
                <a:off x="5240486" y="4518468"/>
                <a:ext cx="1507368" cy="705258"/>
              </a:xfrm>
              <a:prstGeom prst="rect">
                <a:avLst/>
              </a:prstGeom>
            </p:spPr>
            <p:txBody>
              <a:bodyPr lIns="0" tIns="0" rIns="0" bIns="0" rtlCol="0" anchor="t">
                <a:spAutoFit/>
              </a:bodyPr>
              <a:lstStyle/>
              <a:p>
                <a:pPr marL="0" marR="0" lvl="0" indent="0" algn="l" defTabSz="457200" rtl="0" eaLnBrk="1" fontAlgn="auto" latinLnBrk="0" hangingPunct="1">
                  <a:lnSpc>
                    <a:spcPts val="1400"/>
                  </a:lnSpc>
                  <a:spcBef>
                    <a:spcPts val="0"/>
                  </a:spcBef>
                  <a:spcAft>
                    <a:spcPts val="0"/>
                  </a:spcAft>
                  <a:buClrTx/>
                  <a:buSzTx/>
                  <a:buFontTx/>
                  <a:buNone/>
                  <a:tabLst/>
                  <a:defRPr/>
                </a:pPr>
                <a:r>
                  <a:rPr kumimoji="0" lang="en-US" sz="1102" b="1" i="0" u="none" strike="noStrike" kern="1200" cap="none" spc="0" normalizeH="0" baseline="0" noProof="0" dirty="0">
                    <a:ln>
                      <a:noFill/>
                    </a:ln>
                    <a:solidFill>
                      <a:srgbClr val="85CC46"/>
                    </a:solidFill>
                    <a:effectLst/>
                    <a:uLnTx/>
                    <a:uFillTx/>
                    <a:latin typeface="Open Sans 2 Bold"/>
                    <a:ea typeface="Open Sans 2 Bold"/>
                    <a:cs typeface="Open Sans 2 Bold"/>
                    <a:sym typeface="Open Sans 2 Bold"/>
                  </a:rPr>
                  <a:t>Stéphane </a:t>
                </a:r>
                <a:r>
                  <a:rPr kumimoji="0" lang="en-US" sz="1102" b="1" i="0" u="none" strike="noStrike" kern="1200" cap="none" spc="0" normalizeH="0" baseline="0" noProof="0" dirty="0" err="1">
                    <a:ln>
                      <a:noFill/>
                    </a:ln>
                    <a:solidFill>
                      <a:srgbClr val="85CC46"/>
                    </a:solidFill>
                    <a:effectLst/>
                    <a:uLnTx/>
                    <a:uFillTx/>
                    <a:latin typeface="Open Sans 2 Bold"/>
                    <a:ea typeface="Open Sans 2 Bold"/>
                    <a:cs typeface="Open Sans 2 Bold"/>
                    <a:sym typeface="Open Sans 2 Bold"/>
                  </a:rPr>
                  <a:t>Gnahoua</a:t>
                </a:r>
                <a:endParaRPr kumimoji="0" lang="en-US" sz="1102" b="1" i="0" u="none" strike="noStrike" kern="1200" cap="none" spc="0" normalizeH="0" baseline="0" noProof="0" dirty="0">
                  <a:ln>
                    <a:noFill/>
                  </a:ln>
                  <a:solidFill>
                    <a:srgbClr val="85CC46"/>
                  </a:solidFill>
                  <a:effectLst/>
                  <a:uLnTx/>
                  <a:uFillTx/>
                  <a:latin typeface="Open Sans 2 Bold"/>
                  <a:ea typeface="Open Sans 2 Bold"/>
                  <a:cs typeface="Open Sans 2 Bold"/>
                  <a:sym typeface="Open Sans 2 Bold"/>
                </a:endParaRPr>
              </a:p>
              <a:p>
                <a:pPr marL="0" marR="0" lvl="0" indent="0" algn="l" defTabSz="457200" rtl="0" eaLnBrk="1" fontAlgn="auto" latinLnBrk="0" hangingPunct="1">
                  <a:lnSpc>
                    <a:spcPts val="1400"/>
                  </a:lnSpc>
                  <a:spcBef>
                    <a:spcPts val="0"/>
                  </a:spcBef>
                  <a:spcAft>
                    <a:spcPts val="0"/>
                  </a:spcAft>
                  <a:buClrTx/>
                  <a:buSzTx/>
                  <a:buFontTx/>
                  <a:buNone/>
                  <a:tabLst/>
                  <a:defRPr/>
                </a:pPr>
                <a:r>
                  <a:rPr kumimoji="0" lang="en-US" sz="1102" b="0" i="0" u="none" strike="noStrike" kern="1200" cap="none" spc="0" normalizeH="0" baseline="0" noProof="0" dirty="0">
                    <a:ln>
                      <a:noFill/>
                    </a:ln>
                    <a:solidFill>
                      <a:srgbClr val="FFFFFF"/>
                    </a:solidFill>
                    <a:effectLst/>
                    <a:uLnTx/>
                    <a:uFillTx/>
                    <a:latin typeface="Open Sans 2"/>
                    <a:ea typeface="Open Sans 2"/>
                    <a:cs typeface="Open Sans 2"/>
                    <a:sym typeface="Open Sans 2"/>
                  </a:rPr>
                  <a:t>Senior Manager expertise </a:t>
                </a:r>
                <a:r>
                  <a:rPr kumimoji="0" lang="en-US" sz="1102" b="0" i="0" u="none" strike="noStrike" kern="1200" cap="none" spc="0" normalizeH="0" baseline="0" noProof="0" dirty="0" err="1">
                    <a:ln>
                      <a:noFill/>
                    </a:ln>
                    <a:solidFill>
                      <a:srgbClr val="FFFFFF"/>
                    </a:solidFill>
                    <a:effectLst/>
                    <a:uLnTx/>
                    <a:uFillTx/>
                    <a:latin typeface="Open Sans 2"/>
                    <a:ea typeface="Open Sans 2"/>
                    <a:cs typeface="Open Sans 2"/>
                    <a:sym typeface="Open Sans 2"/>
                  </a:rPr>
                  <a:t>comptable</a:t>
                </a:r>
                <a:endParaRPr kumimoji="0" lang="en-US" sz="1102" b="0" i="0" u="none" strike="noStrike" kern="1200" cap="none" spc="0" normalizeH="0" baseline="0" noProof="0" dirty="0">
                  <a:ln>
                    <a:noFill/>
                  </a:ln>
                  <a:solidFill>
                    <a:srgbClr val="FFFFFF"/>
                  </a:solidFill>
                  <a:effectLst/>
                  <a:uLnTx/>
                  <a:uFillTx/>
                  <a:latin typeface="Open Sans 2"/>
                  <a:ea typeface="Open Sans 2"/>
                  <a:cs typeface="Open Sans 2"/>
                  <a:sym typeface="Open Sans 2"/>
                </a:endParaRPr>
              </a:p>
              <a:p>
                <a:pPr marL="0" marR="0" lvl="0" indent="0" algn="l" defTabSz="457200" rtl="0" eaLnBrk="1" fontAlgn="auto" latinLnBrk="0" hangingPunct="1">
                  <a:lnSpc>
                    <a:spcPts val="1400"/>
                  </a:lnSpc>
                  <a:spcBef>
                    <a:spcPts val="0"/>
                  </a:spcBef>
                  <a:spcAft>
                    <a:spcPts val="0"/>
                  </a:spcAft>
                  <a:buClrTx/>
                  <a:buSzTx/>
                  <a:buFontTx/>
                  <a:buNone/>
                  <a:tabLst/>
                  <a:defRPr/>
                </a:pPr>
                <a:r>
                  <a:rPr kumimoji="0" lang="en-US" sz="1102" b="0" i="0" u="none" strike="noStrike" kern="1200" cap="none" spc="0" normalizeH="0" baseline="0" noProof="0" dirty="0">
                    <a:ln>
                      <a:noFill/>
                    </a:ln>
                    <a:solidFill>
                      <a:srgbClr val="FFFFFF"/>
                    </a:solidFill>
                    <a:effectLst/>
                    <a:uLnTx/>
                    <a:uFillTx/>
                    <a:latin typeface="Open Sans 2"/>
                    <a:ea typeface="Open Sans 2"/>
                    <a:cs typeface="Open Sans 2"/>
                    <a:sym typeface="Open Sans 2"/>
                  </a:rPr>
                  <a:t>+ </a:t>
                </a:r>
                <a:r>
                  <a:rPr lang="en-US" sz="1102" dirty="0">
                    <a:solidFill>
                      <a:srgbClr val="FFFFFF"/>
                    </a:solidFill>
                    <a:latin typeface="Open Sans 2"/>
                    <a:ea typeface="Open Sans 2"/>
                    <a:cs typeface="Open Sans 2"/>
                    <a:sym typeface="Open Sans 2"/>
                  </a:rPr>
                  <a:t>10 </a:t>
                </a:r>
                <a:r>
                  <a:rPr kumimoji="0" lang="en-US" sz="1102" b="0" i="0" u="none" strike="noStrike" kern="1200" cap="none" spc="0" normalizeH="0" baseline="0" noProof="0" dirty="0" err="1">
                    <a:ln>
                      <a:noFill/>
                    </a:ln>
                    <a:solidFill>
                      <a:srgbClr val="FFFFFF"/>
                    </a:solidFill>
                    <a:effectLst/>
                    <a:uLnTx/>
                    <a:uFillTx/>
                    <a:latin typeface="Open Sans 2"/>
                    <a:ea typeface="Open Sans 2"/>
                    <a:cs typeface="Open Sans 2"/>
                    <a:sym typeface="Open Sans 2"/>
                  </a:rPr>
                  <a:t>ans</a:t>
                </a:r>
                <a:r>
                  <a:rPr kumimoji="0" lang="en-US" sz="1102" b="0" i="0" u="none" strike="noStrike" kern="1200" cap="none" spc="0" normalizeH="0" baseline="0" noProof="0" dirty="0">
                    <a:ln>
                      <a:noFill/>
                    </a:ln>
                    <a:solidFill>
                      <a:srgbClr val="FFFFFF"/>
                    </a:solidFill>
                    <a:effectLst/>
                    <a:uLnTx/>
                    <a:uFillTx/>
                    <a:latin typeface="Open Sans 2"/>
                    <a:ea typeface="Open Sans 2"/>
                    <a:cs typeface="Open Sans 2"/>
                    <a:sym typeface="Open Sans 2"/>
                  </a:rPr>
                  <a:t> </a:t>
                </a:r>
                <a:r>
                  <a:rPr kumimoji="0" lang="en-US" sz="1102" b="0" i="0" u="none" strike="noStrike" kern="1200" cap="none" spc="0" normalizeH="0" baseline="0" noProof="0" dirty="0" err="1">
                    <a:ln>
                      <a:noFill/>
                    </a:ln>
                    <a:solidFill>
                      <a:srgbClr val="FFFFFF"/>
                    </a:solidFill>
                    <a:effectLst/>
                    <a:uLnTx/>
                    <a:uFillTx/>
                    <a:latin typeface="Open Sans 2"/>
                    <a:ea typeface="Open Sans 2"/>
                    <a:cs typeface="Open Sans 2"/>
                    <a:sym typeface="Open Sans 2"/>
                  </a:rPr>
                  <a:t>d'expérience</a:t>
                </a:r>
                <a:endParaRPr kumimoji="0" lang="en-US" sz="1102" b="0" i="0" u="none" strike="noStrike" kern="1200" cap="none" spc="0" normalizeH="0" baseline="0" noProof="0" dirty="0">
                  <a:ln>
                    <a:noFill/>
                  </a:ln>
                  <a:solidFill>
                    <a:srgbClr val="FFFFFF"/>
                  </a:solidFill>
                  <a:effectLst/>
                  <a:uLnTx/>
                  <a:uFillTx/>
                  <a:latin typeface="Open Sans 2"/>
                  <a:ea typeface="Open Sans 2"/>
                  <a:cs typeface="Open Sans 2"/>
                  <a:sym typeface="Open Sans 2"/>
                </a:endParaRPr>
              </a:p>
            </p:txBody>
          </p:sp>
          <p:sp>
            <p:nvSpPr>
              <p:cNvPr id="28" name="TextBox 50">
                <a:extLst>
                  <a:ext uri="{FF2B5EF4-FFF2-40B4-BE49-F238E27FC236}">
                    <a16:creationId xmlns:a16="http://schemas.microsoft.com/office/drawing/2014/main" id="{4F3DA731-0D31-B904-9220-6859DEF652F5}"/>
                  </a:ext>
                </a:extLst>
              </p:cNvPr>
              <p:cNvSpPr txBox="1"/>
              <p:nvPr/>
            </p:nvSpPr>
            <p:spPr>
              <a:xfrm>
                <a:off x="5353426" y="7480856"/>
                <a:ext cx="1507368" cy="705258"/>
              </a:xfrm>
              <a:prstGeom prst="rect">
                <a:avLst/>
              </a:prstGeom>
            </p:spPr>
            <p:txBody>
              <a:bodyPr lIns="0" tIns="0" rIns="0" bIns="0" rtlCol="0" anchor="t">
                <a:spAutoFit/>
              </a:bodyPr>
              <a:lstStyle/>
              <a:p>
                <a:pPr marL="0" marR="0" lvl="0" indent="0" algn="l" defTabSz="457200" rtl="0" eaLnBrk="1" fontAlgn="auto" latinLnBrk="0" hangingPunct="1">
                  <a:lnSpc>
                    <a:spcPts val="1400"/>
                  </a:lnSpc>
                  <a:spcBef>
                    <a:spcPts val="0"/>
                  </a:spcBef>
                  <a:spcAft>
                    <a:spcPts val="0"/>
                  </a:spcAft>
                  <a:buClrTx/>
                  <a:buSzTx/>
                  <a:buFontTx/>
                  <a:buNone/>
                  <a:tabLst/>
                  <a:defRPr/>
                </a:pPr>
                <a:r>
                  <a:rPr kumimoji="0" lang="en-US" sz="1102" b="1" i="0" u="none" strike="noStrike" kern="1200" cap="none" spc="0" normalizeH="0" baseline="0" noProof="0" dirty="0">
                    <a:ln>
                      <a:noFill/>
                    </a:ln>
                    <a:solidFill>
                      <a:srgbClr val="85CC46"/>
                    </a:solidFill>
                    <a:effectLst/>
                    <a:uLnTx/>
                    <a:uFillTx/>
                    <a:latin typeface="Open Sans 2 Bold"/>
                    <a:ea typeface="Open Sans 2 Bold"/>
                    <a:cs typeface="Open Sans 2 Bold"/>
                    <a:sym typeface="Open Sans 2 Bold"/>
                  </a:rPr>
                  <a:t>Isabella Beda</a:t>
                </a:r>
              </a:p>
              <a:p>
                <a:pPr marL="0" marR="0" lvl="0" indent="0" algn="l" defTabSz="457200" rtl="0" eaLnBrk="1" fontAlgn="auto" latinLnBrk="0" hangingPunct="1">
                  <a:lnSpc>
                    <a:spcPts val="1400"/>
                  </a:lnSpc>
                  <a:spcBef>
                    <a:spcPts val="0"/>
                  </a:spcBef>
                  <a:spcAft>
                    <a:spcPts val="0"/>
                  </a:spcAft>
                  <a:buClrTx/>
                  <a:buSzTx/>
                  <a:buFontTx/>
                  <a:buNone/>
                  <a:tabLst/>
                  <a:defRPr/>
                </a:pPr>
                <a:r>
                  <a:rPr kumimoji="0" lang="en-US" sz="1102" b="0" i="0" u="none" strike="noStrike" kern="1200" cap="none" spc="0" normalizeH="0" baseline="0" noProof="0" dirty="0">
                    <a:ln>
                      <a:noFill/>
                    </a:ln>
                    <a:solidFill>
                      <a:srgbClr val="FFFFFF"/>
                    </a:solidFill>
                    <a:effectLst/>
                    <a:uLnTx/>
                    <a:uFillTx/>
                    <a:latin typeface="Open Sans 2"/>
                    <a:ea typeface="Open Sans 2"/>
                    <a:cs typeface="Open Sans 2"/>
                    <a:sym typeface="Open Sans 2"/>
                  </a:rPr>
                  <a:t>Manager </a:t>
                </a:r>
                <a:r>
                  <a:rPr kumimoji="0" lang="en-US" sz="1102" b="0" i="0" u="none" strike="noStrike" kern="1200" cap="none" spc="0" normalizeH="0" baseline="0" noProof="0" dirty="0" err="1">
                    <a:ln>
                      <a:noFill/>
                    </a:ln>
                    <a:solidFill>
                      <a:srgbClr val="FFFFFF"/>
                    </a:solidFill>
                    <a:effectLst/>
                    <a:uLnTx/>
                    <a:uFillTx/>
                    <a:latin typeface="Open Sans 2"/>
                    <a:ea typeface="Open Sans 2"/>
                    <a:cs typeface="Open Sans 2"/>
                    <a:sym typeface="Open Sans 2"/>
                  </a:rPr>
                  <a:t>Ressources</a:t>
                </a:r>
                <a:r>
                  <a:rPr kumimoji="0" lang="en-US" sz="1102" b="0" i="0" u="none" strike="noStrike" kern="1200" cap="none" spc="0" normalizeH="0" baseline="0" noProof="0" dirty="0">
                    <a:ln>
                      <a:noFill/>
                    </a:ln>
                    <a:solidFill>
                      <a:srgbClr val="FFFFFF"/>
                    </a:solidFill>
                    <a:effectLst/>
                    <a:uLnTx/>
                    <a:uFillTx/>
                    <a:latin typeface="Open Sans 2"/>
                    <a:ea typeface="Open Sans 2"/>
                    <a:cs typeface="Open Sans 2"/>
                    <a:sym typeface="Open Sans 2"/>
                  </a:rPr>
                  <a:t> Humaines </a:t>
                </a:r>
              </a:p>
              <a:p>
                <a:pPr marL="0" marR="0" lvl="0" indent="0" algn="l" defTabSz="457200" rtl="0" eaLnBrk="1" fontAlgn="auto" latinLnBrk="0" hangingPunct="1">
                  <a:lnSpc>
                    <a:spcPts val="1400"/>
                  </a:lnSpc>
                  <a:spcBef>
                    <a:spcPts val="0"/>
                  </a:spcBef>
                  <a:spcAft>
                    <a:spcPts val="0"/>
                  </a:spcAft>
                  <a:buClrTx/>
                  <a:buSzTx/>
                  <a:buFontTx/>
                  <a:buNone/>
                  <a:tabLst/>
                  <a:defRPr/>
                </a:pPr>
                <a:r>
                  <a:rPr kumimoji="0" lang="en-US" sz="1102" b="0" i="0" u="none" strike="noStrike" kern="1200" cap="none" spc="0" normalizeH="0" baseline="0" noProof="0" dirty="0">
                    <a:ln>
                      <a:noFill/>
                    </a:ln>
                    <a:solidFill>
                      <a:srgbClr val="FFFFFF"/>
                    </a:solidFill>
                    <a:effectLst/>
                    <a:uLnTx/>
                    <a:uFillTx/>
                    <a:latin typeface="Open Sans 2"/>
                    <a:ea typeface="Open Sans 2"/>
                    <a:cs typeface="Open Sans 2"/>
                    <a:sym typeface="Open Sans 2"/>
                  </a:rPr>
                  <a:t>+ 9 </a:t>
                </a:r>
                <a:r>
                  <a:rPr kumimoji="0" lang="en-US" sz="1102" b="0" i="0" u="none" strike="noStrike" kern="1200" cap="none" spc="0" normalizeH="0" baseline="0" noProof="0" dirty="0" err="1">
                    <a:ln>
                      <a:noFill/>
                    </a:ln>
                    <a:solidFill>
                      <a:srgbClr val="FFFFFF"/>
                    </a:solidFill>
                    <a:effectLst/>
                    <a:uLnTx/>
                    <a:uFillTx/>
                    <a:latin typeface="Open Sans 2"/>
                    <a:ea typeface="Open Sans 2"/>
                    <a:cs typeface="Open Sans 2"/>
                    <a:sym typeface="Open Sans 2"/>
                  </a:rPr>
                  <a:t>ans</a:t>
                </a:r>
                <a:r>
                  <a:rPr kumimoji="0" lang="en-US" sz="1102" b="0" i="0" u="none" strike="noStrike" kern="1200" cap="none" spc="0" normalizeH="0" baseline="0" noProof="0" dirty="0">
                    <a:ln>
                      <a:noFill/>
                    </a:ln>
                    <a:solidFill>
                      <a:srgbClr val="FFFFFF"/>
                    </a:solidFill>
                    <a:effectLst/>
                    <a:uLnTx/>
                    <a:uFillTx/>
                    <a:latin typeface="Open Sans 2"/>
                    <a:ea typeface="Open Sans 2"/>
                    <a:cs typeface="Open Sans 2"/>
                    <a:sym typeface="Open Sans 2"/>
                  </a:rPr>
                  <a:t> </a:t>
                </a:r>
                <a:r>
                  <a:rPr kumimoji="0" lang="en-US" sz="1102" b="0" i="0" u="none" strike="noStrike" kern="1200" cap="none" spc="0" normalizeH="0" baseline="0" noProof="0" dirty="0" err="1">
                    <a:ln>
                      <a:noFill/>
                    </a:ln>
                    <a:solidFill>
                      <a:srgbClr val="FFFFFF"/>
                    </a:solidFill>
                    <a:effectLst/>
                    <a:uLnTx/>
                    <a:uFillTx/>
                    <a:latin typeface="Open Sans 2"/>
                    <a:ea typeface="Open Sans 2"/>
                    <a:cs typeface="Open Sans 2"/>
                    <a:sym typeface="Open Sans 2"/>
                  </a:rPr>
                  <a:t>d'expérience</a:t>
                </a:r>
                <a:endParaRPr kumimoji="0" lang="en-US" sz="1102" b="0" i="0" u="none" strike="noStrike" kern="1200" cap="none" spc="0" normalizeH="0" baseline="0" noProof="0" dirty="0">
                  <a:ln>
                    <a:noFill/>
                  </a:ln>
                  <a:solidFill>
                    <a:srgbClr val="FFFFFF"/>
                  </a:solidFill>
                  <a:effectLst/>
                  <a:uLnTx/>
                  <a:uFillTx/>
                  <a:latin typeface="Open Sans 2"/>
                  <a:ea typeface="Open Sans 2"/>
                  <a:cs typeface="Open Sans 2"/>
                  <a:sym typeface="Open Sans 2"/>
                </a:endParaRPr>
              </a:p>
            </p:txBody>
          </p:sp>
          <p:sp>
            <p:nvSpPr>
              <p:cNvPr id="29" name="TextBox 51">
                <a:extLst>
                  <a:ext uri="{FF2B5EF4-FFF2-40B4-BE49-F238E27FC236}">
                    <a16:creationId xmlns:a16="http://schemas.microsoft.com/office/drawing/2014/main" id="{130B5866-BC9A-BA0A-2014-08D0A3E7A20F}"/>
                  </a:ext>
                </a:extLst>
              </p:cNvPr>
              <p:cNvSpPr txBox="1"/>
              <p:nvPr/>
            </p:nvSpPr>
            <p:spPr>
              <a:xfrm>
                <a:off x="2201745" y="4436711"/>
                <a:ext cx="1286050" cy="884794"/>
              </a:xfrm>
              <a:prstGeom prst="rect">
                <a:avLst/>
              </a:prstGeom>
            </p:spPr>
            <p:txBody>
              <a:bodyPr wrap="square" lIns="0" tIns="0" rIns="0" bIns="0" rtlCol="0" anchor="t">
                <a:spAutoFit/>
              </a:bodyPr>
              <a:lstStyle/>
              <a:p>
                <a:pPr marL="0" marR="0" lvl="0" indent="0" algn="l" defTabSz="457200" rtl="0" eaLnBrk="1" fontAlgn="auto" latinLnBrk="0" hangingPunct="1">
                  <a:lnSpc>
                    <a:spcPts val="1400"/>
                  </a:lnSpc>
                  <a:spcBef>
                    <a:spcPts val="0"/>
                  </a:spcBef>
                  <a:spcAft>
                    <a:spcPts val="0"/>
                  </a:spcAft>
                  <a:buClrTx/>
                  <a:buSzTx/>
                  <a:buFontTx/>
                  <a:buNone/>
                  <a:tabLst/>
                  <a:defRPr/>
                </a:pPr>
                <a:r>
                  <a:rPr kumimoji="0" lang="en-US" sz="1102" b="1" i="0" u="none" strike="noStrike" kern="1200" cap="none" spc="0" normalizeH="0" baseline="0" noProof="0" dirty="0">
                    <a:ln>
                      <a:noFill/>
                    </a:ln>
                    <a:solidFill>
                      <a:srgbClr val="85CC46"/>
                    </a:solidFill>
                    <a:effectLst/>
                    <a:uLnTx/>
                    <a:uFillTx/>
                    <a:latin typeface="Open Sans 2 Bold"/>
                    <a:ea typeface="Open Sans 2 Bold"/>
                    <a:cs typeface="Open Sans 2 Bold"/>
                    <a:sym typeface="Open Sans 2 Bold"/>
                  </a:rPr>
                  <a:t>Axelle Amani</a:t>
                </a:r>
              </a:p>
              <a:p>
                <a:pPr marL="0" marR="0" lvl="0" indent="0" algn="l" defTabSz="457200" rtl="0" eaLnBrk="1" fontAlgn="auto" latinLnBrk="0" hangingPunct="1">
                  <a:lnSpc>
                    <a:spcPts val="1400"/>
                  </a:lnSpc>
                  <a:spcBef>
                    <a:spcPts val="0"/>
                  </a:spcBef>
                  <a:spcAft>
                    <a:spcPts val="0"/>
                  </a:spcAft>
                  <a:buClrTx/>
                  <a:buSzTx/>
                  <a:buFontTx/>
                  <a:buNone/>
                  <a:tabLst/>
                  <a:defRPr/>
                </a:pPr>
                <a:r>
                  <a:rPr kumimoji="0" lang="en-US" sz="1102" b="0" i="0" u="none" strike="noStrike" kern="1200" cap="none" spc="0" normalizeH="0" baseline="0" noProof="0" dirty="0">
                    <a:ln>
                      <a:noFill/>
                    </a:ln>
                    <a:solidFill>
                      <a:srgbClr val="FFFFFF"/>
                    </a:solidFill>
                    <a:effectLst/>
                    <a:uLnTx/>
                    <a:uFillTx/>
                    <a:latin typeface="Open Sans 2"/>
                    <a:ea typeface="Open Sans 2"/>
                    <a:cs typeface="Open Sans 2"/>
                    <a:sym typeface="Open Sans 2"/>
                  </a:rPr>
                  <a:t>Senior Manager Audit</a:t>
                </a:r>
              </a:p>
              <a:p>
                <a:pPr marL="0" marR="0" lvl="0" indent="0" algn="l" defTabSz="457200" rtl="0" eaLnBrk="1" fontAlgn="auto" latinLnBrk="0" hangingPunct="1">
                  <a:lnSpc>
                    <a:spcPts val="1400"/>
                  </a:lnSpc>
                  <a:spcBef>
                    <a:spcPts val="0"/>
                  </a:spcBef>
                  <a:spcAft>
                    <a:spcPts val="0"/>
                  </a:spcAft>
                  <a:buClrTx/>
                  <a:buSzTx/>
                  <a:buFontTx/>
                  <a:buNone/>
                  <a:tabLst/>
                  <a:defRPr/>
                </a:pPr>
                <a:r>
                  <a:rPr kumimoji="0" lang="en-US" sz="1102" b="0" i="0" u="none" strike="noStrike" kern="1200" cap="none" spc="0" normalizeH="0" baseline="0" noProof="0" dirty="0">
                    <a:ln>
                      <a:noFill/>
                    </a:ln>
                    <a:solidFill>
                      <a:srgbClr val="FFFFFF"/>
                    </a:solidFill>
                    <a:effectLst/>
                    <a:uLnTx/>
                    <a:uFillTx/>
                    <a:latin typeface="Open Sans 2"/>
                    <a:ea typeface="Open Sans 2"/>
                    <a:cs typeface="Open Sans 2"/>
                    <a:sym typeface="Open Sans 2"/>
                  </a:rPr>
                  <a:t>+ </a:t>
                </a:r>
                <a:r>
                  <a:rPr lang="en-US" sz="1102" dirty="0">
                    <a:solidFill>
                      <a:srgbClr val="FFFFFF"/>
                    </a:solidFill>
                    <a:latin typeface="Open Sans 2"/>
                    <a:ea typeface="Open Sans 2"/>
                    <a:cs typeface="Open Sans 2"/>
                    <a:sym typeface="Open Sans 2"/>
                  </a:rPr>
                  <a:t>10</a:t>
                </a:r>
                <a:r>
                  <a:rPr kumimoji="0" lang="en-US" sz="1102" b="0" i="0" u="none" strike="noStrike" kern="1200" cap="none" spc="0" normalizeH="0" baseline="0" noProof="0" dirty="0">
                    <a:ln>
                      <a:noFill/>
                    </a:ln>
                    <a:solidFill>
                      <a:srgbClr val="FFFFFF"/>
                    </a:solidFill>
                    <a:effectLst/>
                    <a:uLnTx/>
                    <a:uFillTx/>
                    <a:latin typeface="Open Sans 2"/>
                    <a:ea typeface="Open Sans 2"/>
                    <a:cs typeface="Open Sans 2"/>
                    <a:sym typeface="Open Sans 2"/>
                  </a:rPr>
                  <a:t> </a:t>
                </a:r>
                <a:r>
                  <a:rPr kumimoji="0" lang="en-US" sz="1102" b="0" i="0" u="none" strike="noStrike" kern="1200" cap="none" spc="0" normalizeH="0" baseline="0" noProof="0" dirty="0" err="1">
                    <a:ln>
                      <a:noFill/>
                    </a:ln>
                    <a:solidFill>
                      <a:srgbClr val="FFFFFF"/>
                    </a:solidFill>
                    <a:effectLst/>
                    <a:uLnTx/>
                    <a:uFillTx/>
                    <a:latin typeface="Open Sans 2"/>
                    <a:ea typeface="Open Sans 2"/>
                    <a:cs typeface="Open Sans 2"/>
                    <a:sym typeface="Open Sans 2"/>
                  </a:rPr>
                  <a:t>ans</a:t>
                </a:r>
                <a:r>
                  <a:rPr kumimoji="0" lang="en-US" sz="1102" b="0" i="0" u="none" strike="noStrike" kern="1200" cap="none" spc="0" normalizeH="0" baseline="0" noProof="0" dirty="0">
                    <a:ln>
                      <a:noFill/>
                    </a:ln>
                    <a:solidFill>
                      <a:srgbClr val="FFFFFF"/>
                    </a:solidFill>
                    <a:effectLst/>
                    <a:uLnTx/>
                    <a:uFillTx/>
                    <a:latin typeface="Open Sans 2"/>
                    <a:ea typeface="Open Sans 2"/>
                    <a:cs typeface="Open Sans 2"/>
                    <a:sym typeface="Open Sans 2"/>
                  </a:rPr>
                  <a:t> </a:t>
                </a:r>
                <a:r>
                  <a:rPr kumimoji="0" lang="en-US" sz="1102" b="0" i="0" u="none" strike="noStrike" kern="1200" cap="none" spc="0" normalizeH="0" baseline="0" noProof="0" dirty="0" err="1">
                    <a:ln>
                      <a:noFill/>
                    </a:ln>
                    <a:solidFill>
                      <a:srgbClr val="FFFFFF"/>
                    </a:solidFill>
                    <a:effectLst/>
                    <a:uLnTx/>
                    <a:uFillTx/>
                    <a:latin typeface="Open Sans 2"/>
                    <a:ea typeface="Open Sans 2"/>
                    <a:cs typeface="Open Sans 2"/>
                    <a:sym typeface="Open Sans 2"/>
                  </a:rPr>
                  <a:t>d'expérience</a:t>
                </a:r>
                <a:endParaRPr kumimoji="0" lang="en-US" sz="1102" b="0" i="0" u="none" strike="noStrike" kern="1200" cap="none" spc="0" normalizeH="0" baseline="0" noProof="0" dirty="0">
                  <a:ln>
                    <a:noFill/>
                  </a:ln>
                  <a:solidFill>
                    <a:srgbClr val="FFFFFF"/>
                  </a:solidFill>
                  <a:effectLst/>
                  <a:uLnTx/>
                  <a:uFillTx/>
                  <a:latin typeface="Open Sans 2"/>
                  <a:ea typeface="Open Sans 2"/>
                  <a:cs typeface="Open Sans 2"/>
                  <a:sym typeface="Open Sans 2"/>
                </a:endParaRPr>
              </a:p>
            </p:txBody>
          </p:sp>
          <p:sp>
            <p:nvSpPr>
              <p:cNvPr id="30" name="TextBox 52">
                <a:extLst>
                  <a:ext uri="{FF2B5EF4-FFF2-40B4-BE49-F238E27FC236}">
                    <a16:creationId xmlns:a16="http://schemas.microsoft.com/office/drawing/2014/main" id="{DF686994-E9BA-4D27-CCCE-5F65AD68DF05}"/>
                  </a:ext>
                </a:extLst>
              </p:cNvPr>
              <p:cNvSpPr txBox="1"/>
              <p:nvPr/>
            </p:nvSpPr>
            <p:spPr>
              <a:xfrm>
                <a:off x="5282280" y="6048580"/>
                <a:ext cx="1507368" cy="514073"/>
              </a:xfrm>
              <a:prstGeom prst="rect">
                <a:avLst/>
              </a:prstGeom>
            </p:spPr>
            <p:txBody>
              <a:bodyPr lIns="0" tIns="0" rIns="0" bIns="0" rtlCol="0" anchor="t">
                <a:spAutoFit/>
              </a:bodyPr>
              <a:lstStyle/>
              <a:p>
                <a:pPr marL="0" marR="0" lvl="0" indent="0" algn="l" defTabSz="457200" rtl="0" eaLnBrk="1" fontAlgn="auto" latinLnBrk="0" hangingPunct="1">
                  <a:lnSpc>
                    <a:spcPts val="1400"/>
                  </a:lnSpc>
                  <a:spcBef>
                    <a:spcPts val="0"/>
                  </a:spcBef>
                  <a:spcAft>
                    <a:spcPts val="0"/>
                  </a:spcAft>
                  <a:buClrTx/>
                  <a:buSzTx/>
                  <a:buFontTx/>
                  <a:buNone/>
                  <a:tabLst/>
                  <a:defRPr/>
                </a:pPr>
                <a:r>
                  <a:rPr kumimoji="0" lang="en-US" sz="1102" b="1" i="0" u="none" strike="noStrike" kern="1200" cap="none" spc="0" normalizeH="0" baseline="0" noProof="0" dirty="0">
                    <a:ln>
                      <a:noFill/>
                    </a:ln>
                    <a:solidFill>
                      <a:srgbClr val="85CC46"/>
                    </a:solidFill>
                    <a:effectLst/>
                    <a:uLnTx/>
                    <a:uFillTx/>
                    <a:latin typeface="Open Sans 2 Bold"/>
                    <a:ea typeface="Open Sans 2 Bold"/>
                    <a:cs typeface="Open Sans 2 Bold"/>
                    <a:sym typeface="Open Sans 2 Bold"/>
                  </a:rPr>
                  <a:t>Stéphanie Taki</a:t>
                </a:r>
              </a:p>
              <a:p>
                <a:pPr marL="0" marR="0" lvl="0" indent="0" algn="l" defTabSz="457200" rtl="0" eaLnBrk="1" fontAlgn="auto" latinLnBrk="0" hangingPunct="1">
                  <a:lnSpc>
                    <a:spcPts val="1400"/>
                  </a:lnSpc>
                  <a:spcBef>
                    <a:spcPts val="0"/>
                  </a:spcBef>
                  <a:spcAft>
                    <a:spcPts val="0"/>
                  </a:spcAft>
                  <a:buClrTx/>
                  <a:buSzTx/>
                  <a:buFontTx/>
                  <a:buNone/>
                  <a:tabLst/>
                  <a:defRPr/>
                </a:pPr>
                <a:r>
                  <a:rPr kumimoji="0" lang="en-US" sz="1102" b="0" i="0" u="none" strike="noStrike" kern="1200" cap="none" spc="0" normalizeH="0" baseline="0" noProof="0" dirty="0">
                    <a:ln>
                      <a:noFill/>
                    </a:ln>
                    <a:solidFill>
                      <a:srgbClr val="FFFFFF"/>
                    </a:solidFill>
                    <a:effectLst/>
                    <a:uLnTx/>
                    <a:uFillTx/>
                    <a:latin typeface="Open Sans 2"/>
                    <a:ea typeface="Open Sans 2"/>
                    <a:cs typeface="Open Sans 2"/>
                    <a:sym typeface="Open Sans 2"/>
                  </a:rPr>
                  <a:t>Manager Audit</a:t>
                </a:r>
              </a:p>
              <a:p>
                <a:pPr marL="0" marR="0" lvl="0" indent="0" algn="l" defTabSz="457200" rtl="0" eaLnBrk="1" fontAlgn="auto" latinLnBrk="0" hangingPunct="1">
                  <a:lnSpc>
                    <a:spcPts val="1400"/>
                  </a:lnSpc>
                  <a:spcBef>
                    <a:spcPts val="0"/>
                  </a:spcBef>
                  <a:spcAft>
                    <a:spcPts val="0"/>
                  </a:spcAft>
                  <a:buClrTx/>
                  <a:buSzTx/>
                  <a:buFontTx/>
                  <a:buNone/>
                  <a:tabLst/>
                  <a:defRPr/>
                </a:pPr>
                <a:r>
                  <a:rPr kumimoji="0" lang="en-US" sz="1102" b="0" i="0" u="none" strike="noStrike" kern="1200" cap="none" spc="0" normalizeH="0" baseline="0" noProof="0" dirty="0">
                    <a:ln>
                      <a:noFill/>
                    </a:ln>
                    <a:solidFill>
                      <a:srgbClr val="FFFFFF"/>
                    </a:solidFill>
                    <a:effectLst/>
                    <a:uLnTx/>
                    <a:uFillTx/>
                    <a:latin typeface="Open Sans 2"/>
                    <a:ea typeface="Open Sans 2"/>
                    <a:cs typeface="Open Sans 2"/>
                    <a:sym typeface="Open Sans 2"/>
                  </a:rPr>
                  <a:t>+ 6 </a:t>
                </a:r>
                <a:r>
                  <a:rPr kumimoji="0" lang="en-US" sz="1102" b="0" i="0" u="none" strike="noStrike" kern="1200" cap="none" spc="0" normalizeH="0" baseline="0" noProof="0" dirty="0" err="1">
                    <a:ln>
                      <a:noFill/>
                    </a:ln>
                    <a:solidFill>
                      <a:srgbClr val="FFFFFF"/>
                    </a:solidFill>
                    <a:effectLst/>
                    <a:uLnTx/>
                    <a:uFillTx/>
                    <a:latin typeface="Open Sans 2"/>
                    <a:ea typeface="Open Sans 2"/>
                    <a:cs typeface="Open Sans 2"/>
                    <a:sym typeface="Open Sans 2"/>
                  </a:rPr>
                  <a:t>ans</a:t>
                </a:r>
                <a:r>
                  <a:rPr kumimoji="0" lang="en-US" sz="1102" b="0" i="0" u="none" strike="noStrike" kern="1200" cap="none" spc="0" normalizeH="0" baseline="0" noProof="0" dirty="0">
                    <a:ln>
                      <a:noFill/>
                    </a:ln>
                    <a:solidFill>
                      <a:srgbClr val="FFFFFF"/>
                    </a:solidFill>
                    <a:effectLst/>
                    <a:uLnTx/>
                    <a:uFillTx/>
                    <a:latin typeface="Open Sans 2"/>
                    <a:ea typeface="Open Sans 2"/>
                    <a:cs typeface="Open Sans 2"/>
                    <a:sym typeface="Open Sans 2"/>
                  </a:rPr>
                  <a:t> </a:t>
                </a:r>
                <a:r>
                  <a:rPr kumimoji="0" lang="en-US" sz="1102" b="0" i="0" u="none" strike="noStrike" kern="1200" cap="none" spc="0" normalizeH="0" baseline="0" noProof="0" dirty="0" err="1">
                    <a:ln>
                      <a:noFill/>
                    </a:ln>
                    <a:solidFill>
                      <a:srgbClr val="FFFFFF"/>
                    </a:solidFill>
                    <a:effectLst/>
                    <a:uLnTx/>
                    <a:uFillTx/>
                    <a:latin typeface="Open Sans 2"/>
                    <a:ea typeface="Open Sans 2"/>
                    <a:cs typeface="Open Sans 2"/>
                    <a:sym typeface="Open Sans 2"/>
                  </a:rPr>
                  <a:t>d'expérience</a:t>
                </a:r>
                <a:endParaRPr kumimoji="0" lang="en-US" sz="1102" b="0" i="0" u="none" strike="noStrike" kern="1200" cap="none" spc="0" normalizeH="0" baseline="0" noProof="0" dirty="0">
                  <a:ln>
                    <a:noFill/>
                  </a:ln>
                  <a:solidFill>
                    <a:srgbClr val="FFFFFF"/>
                  </a:solidFill>
                  <a:effectLst/>
                  <a:uLnTx/>
                  <a:uFillTx/>
                  <a:latin typeface="Open Sans 2"/>
                  <a:ea typeface="Open Sans 2"/>
                  <a:cs typeface="Open Sans 2"/>
                  <a:sym typeface="Open Sans 2"/>
                </a:endParaRPr>
              </a:p>
            </p:txBody>
          </p:sp>
          <p:sp>
            <p:nvSpPr>
              <p:cNvPr id="31" name="TextBox 53">
                <a:extLst>
                  <a:ext uri="{FF2B5EF4-FFF2-40B4-BE49-F238E27FC236}">
                    <a16:creationId xmlns:a16="http://schemas.microsoft.com/office/drawing/2014/main" id="{CA164010-D9CB-CE9E-87BD-4F6159778BA7}"/>
                  </a:ext>
                </a:extLst>
              </p:cNvPr>
              <p:cNvSpPr txBox="1"/>
              <p:nvPr/>
            </p:nvSpPr>
            <p:spPr>
              <a:xfrm>
                <a:off x="2121265" y="5862659"/>
                <a:ext cx="1543368" cy="685523"/>
              </a:xfrm>
              <a:prstGeom prst="rect">
                <a:avLst/>
              </a:prstGeom>
            </p:spPr>
            <p:txBody>
              <a:bodyPr lIns="0" tIns="0" rIns="0" bIns="0" rtlCol="0" anchor="t">
                <a:spAutoFit/>
              </a:bodyPr>
              <a:lstStyle/>
              <a:p>
                <a:pPr marL="0" marR="0" lvl="0" indent="0" algn="l" defTabSz="457200" rtl="0" eaLnBrk="1" fontAlgn="auto" latinLnBrk="0" hangingPunct="1">
                  <a:lnSpc>
                    <a:spcPts val="1400"/>
                  </a:lnSpc>
                  <a:spcBef>
                    <a:spcPts val="0"/>
                  </a:spcBef>
                  <a:spcAft>
                    <a:spcPts val="0"/>
                  </a:spcAft>
                  <a:buClrTx/>
                  <a:buSzTx/>
                  <a:buFontTx/>
                  <a:buNone/>
                  <a:tabLst/>
                  <a:defRPr/>
                </a:pPr>
                <a:r>
                  <a:rPr kumimoji="0" lang="en-US" sz="1102" b="1" i="0" u="none" strike="noStrike" kern="1200" cap="none" spc="0" normalizeH="0" baseline="0" noProof="0">
                    <a:ln>
                      <a:noFill/>
                    </a:ln>
                    <a:solidFill>
                      <a:srgbClr val="85CC46"/>
                    </a:solidFill>
                    <a:effectLst/>
                    <a:uLnTx/>
                    <a:uFillTx/>
                    <a:latin typeface="Open Sans 2 Bold"/>
                    <a:ea typeface="Open Sans 2 Bold"/>
                    <a:cs typeface="Open Sans 2 Bold"/>
                    <a:sym typeface="Open Sans 2 Bold"/>
                  </a:rPr>
                  <a:t>Augustin Kpantché</a:t>
                </a:r>
              </a:p>
              <a:p>
                <a:pPr marL="0" marR="0" lvl="0" indent="0" algn="l" defTabSz="457200" rtl="0" eaLnBrk="1" fontAlgn="auto" latinLnBrk="0" hangingPunct="1">
                  <a:lnSpc>
                    <a:spcPts val="1400"/>
                  </a:lnSpc>
                  <a:spcBef>
                    <a:spcPts val="0"/>
                  </a:spcBef>
                  <a:spcAft>
                    <a:spcPts val="0"/>
                  </a:spcAft>
                  <a:buClrTx/>
                  <a:buSzTx/>
                  <a:buFontTx/>
                  <a:buNone/>
                  <a:tabLst/>
                  <a:defRPr/>
                </a:pPr>
                <a:r>
                  <a:rPr kumimoji="0" lang="en-US" sz="1102" b="0" i="0" u="none" strike="noStrike" kern="1200" cap="none" spc="0" normalizeH="0" baseline="0" noProof="0">
                    <a:ln>
                      <a:noFill/>
                    </a:ln>
                    <a:solidFill>
                      <a:srgbClr val="FFFFFF"/>
                    </a:solidFill>
                    <a:effectLst/>
                    <a:uLnTx/>
                    <a:uFillTx/>
                    <a:latin typeface="Open Sans 2"/>
                    <a:ea typeface="Open Sans 2"/>
                    <a:cs typeface="Open Sans 2"/>
                    <a:sym typeface="Open Sans 2"/>
                  </a:rPr>
                  <a:t>Manager conseil financier</a:t>
                </a:r>
              </a:p>
              <a:p>
                <a:pPr marL="0" marR="0" lvl="0" indent="0" algn="l" defTabSz="457200" rtl="0" eaLnBrk="1" fontAlgn="auto" latinLnBrk="0" hangingPunct="1">
                  <a:lnSpc>
                    <a:spcPts val="1400"/>
                  </a:lnSpc>
                  <a:spcBef>
                    <a:spcPts val="0"/>
                  </a:spcBef>
                  <a:spcAft>
                    <a:spcPts val="0"/>
                  </a:spcAft>
                  <a:buClrTx/>
                  <a:buSzTx/>
                  <a:buFontTx/>
                  <a:buNone/>
                  <a:tabLst/>
                  <a:defRPr/>
                </a:pPr>
                <a:r>
                  <a:rPr kumimoji="0" lang="en-US" sz="1102" b="0" i="0" u="none" strike="noStrike" kern="1200" cap="none" spc="0" normalizeH="0" baseline="0" noProof="0">
                    <a:ln>
                      <a:noFill/>
                    </a:ln>
                    <a:solidFill>
                      <a:srgbClr val="FFFFFF"/>
                    </a:solidFill>
                    <a:effectLst/>
                    <a:uLnTx/>
                    <a:uFillTx/>
                    <a:latin typeface="Open Sans 2"/>
                    <a:ea typeface="Open Sans 2"/>
                    <a:cs typeface="Open Sans 2"/>
                    <a:sym typeface="Open Sans 2"/>
                  </a:rPr>
                  <a:t>+ 10 ans d'expérience</a:t>
                </a:r>
              </a:p>
            </p:txBody>
          </p:sp>
          <p:sp>
            <p:nvSpPr>
              <p:cNvPr id="32" name="TextBox 54">
                <a:extLst>
                  <a:ext uri="{FF2B5EF4-FFF2-40B4-BE49-F238E27FC236}">
                    <a16:creationId xmlns:a16="http://schemas.microsoft.com/office/drawing/2014/main" id="{58F5E152-05F2-E60B-3E85-DD4A40F3884A}"/>
                  </a:ext>
                </a:extLst>
              </p:cNvPr>
              <p:cNvSpPr txBox="1"/>
              <p:nvPr/>
            </p:nvSpPr>
            <p:spPr>
              <a:xfrm>
                <a:off x="2146543" y="7504085"/>
                <a:ext cx="1366529" cy="705258"/>
              </a:xfrm>
              <a:prstGeom prst="rect">
                <a:avLst/>
              </a:prstGeom>
            </p:spPr>
            <p:txBody>
              <a:bodyPr lIns="0" tIns="0" rIns="0" bIns="0" rtlCol="0" anchor="t">
                <a:spAutoFit/>
              </a:bodyPr>
              <a:lstStyle/>
              <a:p>
                <a:pPr marL="0" marR="0" lvl="0" indent="0" algn="l" defTabSz="457200" rtl="0" eaLnBrk="1" fontAlgn="auto" latinLnBrk="0" hangingPunct="1">
                  <a:lnSpc>
                    <a:spcPts val="1400"/>
                  </a:lnSpc>
                  <a:spcBef>
                    <a:spcPts val="0"/>
                  </a:spcBef>
                  <a:spcAft>
                    <a:spcPts val="0"/>
                  </a:spcAft>
                  <a:buClrTx/>
                  <a:buSzTx/>
                  <a:buFontTx/>
                  <a:buNone/>
                  <a:tabLst/>
                  <a:defRPr/>
                </a:pPr>
                <a:r>
                  <a:rPr kumimoji="0" lang="en-US" sz="1102" b="1" i="0" u="none" strike="noStrike" kern="1200" cap="none" spc="0" normalizeH="0" baseline="0" noProof="0" dirty="0">
                    <a:ln>
                      <a:noFill/>
                    </a:ln>
                    <a:solidFill>
                      <a:srgbClr val="85CC46"/>
                    </a:solidFill>
                    <a:effectLst/>
                    <a:uLnTx/>
                    <a:uFillTx/>
                    <a:latin typeface="Open Sans 2 Bold"/>
                    <a:ea typeface="Open Sans 2 Bold"/>
                    <a:cs typeface="Open Sans 2 Bold"/>
                    <a:sym typeface="Open Sans 2 Bold"/>
                  </a:rPr>
                  <a:t>Revita </a:t>
                </a:r>
                <a:r>
                  <a:rPr kumimoji="0" lang="en-US" sz="1102" b="1" i="0" u="none" strike="noStrike" kern="1200" cap="none" spc="0" normalizeH="0" baseline="0" noProof="0" dirty="0" err="1">
                    <a:ln>
                      <a:noFill/>
                    </a:ln>
                    <a:solidFill>
                      <a:srgbClr val="85CC46"/>
                    </a:solidFill>
                    <a:effectLst/>
                    <a:uLnTx/>
                    <a:uFillTx/>
                    <a:latin typeface="Open Sans 2 Bold"/>
                    <a:ea typeface="Open Sans 2 Bold"/>
                    <a:cs typeface="Open Sans 2 Bold"/>
                    <a:sym typeface="Open Sans 2 Bold"/>
                  </a:rPr>
                  <a:t>Oulé</a:t>
                </a:r>
                <a:endParaRPr kumimoji="0" lang="en-US" sz="1102" b="1" i="0" u="none" strike="noStrike" kern="1200" cap="none" spc="0" normalizeH="0" baseline="0" noProof="0" dirty="0">
                  <a:ln>
                    <a:noFill/>
                  </a:ln>
                  <a:solidFill>
                    <a:srgbClr val="85CC46"/>
                  </a:solidFill>
                  <a:effectLst/>
                  <a:uLnTx/>
                  <a:uFillTx/>
                  <a:latin typeface="Open Sans 2 Bold"/>
                  <a:ea typeface="Open Sans 2 Bold"/>
                  <a:cs typeface="Open Sans 2 Bold"/>
                  <a:sym typeface="Open Sans 2 Bold"/>
                </a:endParaRPr>
              </a:p>
              <a:p>
                <a:pPr marL="0" marR="0" lvl="0" indent="0" algn="l" defTabSz="457200" rtl="0" eaLnBrk="1" fontAlgn="auto" latinLnBrk="0" hangingPunct="1">
                  <a:lnSpc>
                    <a:spcPts val="1400"/>
                  </a:lnSpc>
                  <a:spcBef>
                    <a:spcPts val="0"/>
                  </a:spcBef>
                  <a:spcAft>
                    <a:spcPts val="0"/>
                  </a:spcAft>
                  <a:buClrTx/>
                  <a:buSzTx/>
                  <a:buFontTx/>
                  <a:buNone/>
                  <a:tabLst/>
                  <a:defRPr/>
                </a:pPr>
                <a:r>
                  <a:rPr kumimoji="0" lang="en-US" sz="1102" b="0" i="0" u="none" strike="noStrike" kern="1200" cap="none" spc="0" normalizeH="0" baseline="0" noProof="0" dirty="0">
                    <a:ln>
                      <a:noFill/>
                    </a:ln>
                    <a:solidFill>
                      <a:srgbClr val="FFFFFF"/>
                    </a:solidFill>
                    <a:effectLst/>
                    <a:uLnTx/>
                    <a:uFillTx/>
                    <a:latin typeface="Open Sans 2"/>
                    <a:ea typeface="Open Sans 2"/>
                    <a:cs typeface="Open Sans 2"/>
                    <a:sym typeface="Open Sans 2"/>
                  </a:rPr>
                  <a:t>Manager Consulting</a:t>
                </a:r>
              </a:p>
              <a:p>
                <a:pPr marL="0" marR="0" lvl="0" indent="0" algn="l" defTabSz="457200" rtl="0" eaLnBrk="1" fontAlgn="auto" latinLnBrk="0" hangingPunct="1">
                  <a:lnSpc>
                    <a:spcPts val="1400"/>
                  </a:lnSpc>
                  <a:spcBef>
                    <a:spcPts val="0"/>
                  </a:spcBef>
                  <a:spcAft>
                    <a:spcPts val="0"/>
                  </a:spcAft>
                  <a:buClrTx/>
                  <a:buSzTx/>
                  <a:buFontTx/>
                  <a:buNone/>
                  <a:tabLst/>
                  <a:defRPr/>
                </a:pPr>
                <a:r>
                  <a:rPr kumimoji="0" lang="en-US" sz="1102" b="0" i="0" u="none" strike="noStrike" kern="1200" cap="none" spc="0" normalizeH="0" baseline="0" noProof="0" dirty="0">
                    <a:ln>
                      <a:noFill/>
                    </a:ln>
                    <a:solidFill>
                      <a:srgbClr val="FFFFFF"/>
                    </a:solidFill>
                    <a:effectLst/>
                    <a:uLnTx/>
                    <a:uFillTx/>
                    <a:latin typeface="Open Sans 2"/>
                    <a:ea typeface="Open Sans 2"/>
                    <a:cs typeface="Open Sans 2"/>
                    <a:sym typeface="Open Sans 2"/>
                  </a:rPr>
                  <a:t>+ 8 </a:t>
                </a:r>
                <a:r>
                  <a:rPr kumimoji="0" lang="en-US" sz="1102" b="0" i="0" u="none" strike="noStrike" kern="1200" cap="none" spc="0" normalizeH="0" baseline="0" noProof="0" dirty="0" err="1">
                    <a:ln>
                      <a:noFill/>
                    </a:ln>
                    <a:solidFill>
                      <a:srgbClr val="FFFFFF"/>
                    </a:solidFill>
                    <a:effectLst/>
                    <a:uLnTx/>
                    <a:uFillTx/>
                    <a:latin typeface="Open Sans 2"/>
                    <a:ea typeface="Open Sans 2"/>
                    <a:cs typeface="Open Sans 2"/>
                    <a:sym typeface="Open Sans 2"/>
                  </a:rPr>
                  <a:t>ans</a:t>
                </a:r>
                <a:r>
                  <a:rPr kumimoji="0" lang="en-US" sz="1102" b="0" i="0" u="none" strike="noStrike" kern="1200" cap="none" spc="0" normalizeH="0" baseline="0" noProof="0" dirty="0">
                    <a:ln>
                      <a:noFill/>
                    </a:ln>
                    <a:solidFill>
                      <a:srgbClr val="FFFFFF"/>
                    </a:solidFill>
                    <a:effectLst/>
                    <a:uLnTx/>
                    <a:uFillTx/>
                    <a:latin typeface="Open Sans 2"/>
                    <a:ea typeface="Open Sans 2"/>
                    <a:cs typeface="Open Sans 2"/>
                    <a:sym typeface="Open Sans 2"/>
                  </a:rPr>
                  <a:t> </a:t>
                </a:r>
                <a:r>
                  <a:rPr kumimoji="0" lang="en-US" sz="1102" b="0" i="0" u="none" strike="noStrike" kern="1200" cap="none" spc="0" normalizeH="0" baseline="0" noProof="0" dirty="0" err="1">
                    <a:ln>
                      <a:noFill/>
                    </a:ln>
                    <a:solidFill>
                      <a:srgbClr val="FFFFFF"/>
                    </a:solidFill>
                    <a:effectLst/>
                    <a:uLnTx/>
                    <a:uFillTx/>
                    <a:latin typeface="Open Sans 2"/>
                    <a:ea typeface="Open Sans 2"/>
                    <a:cs typeface="Open Sans 2"/>
                    <a:sym typeface="Open Sans 2"/>
                  </a:rPr>
                  <a:t>d'expérience</a:t>
                </a:r>
                <a:endParaRPr kumimoji="0" lang="en-US" sz="1102" b="0" i="0" u="none" strike="noStrike" kern="1200" cap="none" spc="0" normalizeH="0" baseline="0" noProof="0" dirty="0">
                  <a:ln>
                    <a:noFill/>
                  </a:ln>
                  <a:solidFill>
                    <a:srgbClr val="FFFFFF"/>
                  </a:solidFill>
                  <a:effectLst/>
                  <a:uLnTx/>
                  <a:uFillTx/>
                  <a:latin typeface="Open Sans 2"/>
                  <a:ea typeface="Open Sans 2"/>
                  <a:cs typeface="Open Sans 2"/>
                  <a:sym typeface="Open Sans 2"/>
                </a:endParaRPr>
              </a:p>
            </p:txBody>
          </p:sp>
        </p:grpSp>
        <p:sp>
          <p:nvSpPr>
            <p:cNvPr id="51" name="TextBox 48">
              <a:extLst>
                <a:ext uri="{FF2B5EF4-FFF2-40B4-BE49-F238E27FC236}">
                  <a16:creationId xmlns:a16="http://schemas.microsoft.com/office/drawing/2014/main" id="{2D9ABDAC-75BA-26BB-B7CD-7EFDF4CE50F1}"/>
                </a:ext>
              </a:extLst>
            </p:cNvPr>
            <p:cNvSpPr txBox="1"/>
            <p:nvPr/>
          </p:nvSpPr>
          <p:spPr>
            <a:xfrm>
              <a:off x="10899519" y="1081003"/>
              <a:ext cx="1081420" cy="705450"/>
            </a:xfrm>
            <a:prstGeom prst="rect">
              <a:avLst/>
            </a:prstGeom>
          </p:spPr>
          <p:txBody>
            <a:bodyPr wrap="square" lIns="0" tIns="0" rIns="0" bIns="0" rtlCol="0" anchor="t">
              <a:spAutoFit/>
            </a:bodyPr>
            <a:lstStyle/>
            <a:p>
              <a:pPr marL="0" marR="0" lvl="0" indent="0" algn="l" defTabSz="457200" rtl="0" eaLnBrk="1" fontAlgn="auto" latinLnBrk="0" hangingPunct="1">
                <a:lnSpc>
                  <a:spcPts val="1400"/>
                </a:lnSpc>
                <a:spcBef>
                  <a:spcPts val="0"/>
                </a:spcBef>
                <a:spcAft>
                  <a:spcPts val="0"/>
                </a:spcAft>
                <a:buClrTx/>
                <a:buSzTx/>
                <a:buFontTx/>
                <a:buNone/>
                <a:tabLst/>
                <a:defRPr/>
              </a:pPr>
              <a:r>
                <a:rPr kumimoji="0" lang="en-US" sz="1102" b="1" i="0" u="none" strike="noStrike" kern="1200" cap="none" spc="0" normalizeH="0" baseline="0" noProof="0" dirty="0">
                  <a:ln>
                    <a:noFill/>
                  </a:ln>
                  <a:solidFill>
                    <a:srgbClr val="85CC46"/>
                  </a:solidFill>
                  <a:effectLst/>
                  <a:uLnTx/>
                  <a:uFillTx/>
                  <a:latin typeface="Open Sans 2 Bold"/>
                  <a:ea typeface="Open Sans 2 Bold"/>
                  <a:cs typeface="Open Sans 2 Bold"/>
                  <a:sym typeface="Open Sans 2 Bold"/>
                </a:rPr>
                <a:t>Georges Yao Yao</a:t>
              </a:r>
            </a:p>
            <a:p>
              <a:pPr marL="0" marR="0" lvl="0" indent="0" algn="l" defTabSz="457200" rtl="0" eaLnBrk="1" fontAlgn="auto" latinLnBrk="0" hangingPunct="1">
                <a:lnSpc>
                  <a:spcPts val="1400"/>
                </a:lnSpc>
                <a:spcBef>
                  <a:spcPts val="0"/>
                </a:spcBef>
                <a:spcAft>
                  <a:spcPts val="0"/>
                </a:spcAft>
                <a:buClrTx/>
                <a:buSzTx/>
                <a:buFontTx/>
                <a:buNone/>
                <a:tabLst/>
                <a:defRPr/>
              </a:pPr>
              <a:r>
                <a:rPr kumimoji="0" lang="en-US" sz="1102" b="0" i="0" u="none" strike="noStrike" kern="1200" cap="none" spc="0" normalizeH="0" baseline="0" noProof="0" dirty="0" err="1">
                  <a:ln>
                    <a:noFill/>
                  </a:ln>
                  <a:solidFill>
                    <a:srgbClr val="FFFFFF"/>
                  </a:solidFill>
                  <a:effectLst/>
                  <a:uLnTx/>
                  <a:uFillTx/>
                  <a:latin typeface="Open Sans 2"/>
                  <a:ea typeface="Open Sans 2"/>
                  <a:cs typeface="Open Sans 2"/>
                  <a:sym typeface="Open Sans 2"/>
                </a:rPr>
                <a:t>Associé</a:t>
              </a:r>
              <a:endParaRPr kumimoji="0" lang="en-US" sz="1102" b="0" i="0" u="none" strike="noStrike" kern="1200" cap="none" spc="0" normalizeH="0" baseline="0" noProof="0" dirty="0">
                <a:ln>
                  <a:noFill/>
                </a:ln>
                <a:solidFill>
                  <a:srgbClr val="FFFFFF"/>
                </a:solidFill>
                <a:effectLst/>
                <a:uLnTx/>
                <a:uFillTx/>
                <a:latin typeface="Open Sans 2"/>
                <a:ea typeface="Open Sans 2"/>
                <a:cs typeface="Open Sans 2"/>
                <a:sym typeface="Open Sans 2"/>
              </a:endParaRPr>
            </a:p>
            <a:p>
              <a:pPr marL="0" marR="0" lvl="0" indent="0" algn="l" defTabSz="457200" rtl="0" eaLnBrk="1" fontAlgn="auto" latinLnBrk="0" hangingPunct="1">
                <a:lnSpc>
                  <a:spcPts val="1400"/>
                </a:lnSpc>
                <a:spcBef>
                  <a:spcPts val="0"/>
                </a:spcBef>
                <a:spcAft>
                  <a:spcPts val="0"/>
                </a:spcAft>
                <a:buClrTx/>
                <a:buSzTx/>
                <a:buFontTx/>
                <a:buNone/>
                <a:tabLst/>
                <a:defRPr/>
              </a:pPr>
              <a:r>
                <a:rPr kumimoji="0" lang="en-US" sz="1102" b="0" i="0" u="none" strike="noStrike" kern="1200" cap="none" spc="0" normalizeH="0" baseline="0" noProof="0" dirty="0">
                  <a:ln>
                    <a:noFill/>
                  </a:ln>
                  <a:solidFill>
                    <a:srgbClr val="FFFFFF"/>
                  </a:solidFill>
                  <a:effectLst/>
                  <a:uLnTx/>
                  <a:uFillTx/>
                  <a:latin typeface="Open Sans 2"/>
                  <a:ea typeface="Open Sans 2"/>
                  <a:cs typeface="Open Sans 2"/>
                  <a:sym typeface="Open Sans 2"/>
                </a:rPr>
                <a:t>+ 24 </a:t>
              </a:r>
              <a:r>
                <a:rPr kumimoji="0" lang="en-US" sz="1102" b="0" i="0" u="none" strike="noStrike" kern="1200" cap="none" spc="0" normalizeH="0" baseline="0" noProof="0" dirty="0" err="1">
                  <a:ln>
                    <a:noFill/>
                  </a:ln>
                  <a:solidFill>
                    <a:srgbClr val="FFFFFF"/>
                  </a:solidFill>
                  <a:effectLst/>
                  <a:uLnTx/>
                  <a:uFillTx/>
                  <a:latin typeface="Open Sans 2"/>
                  <a:ea typeface="Open Sans 2"/>
                  <a:cs typeface="Open Sans 2"/>
                  <a:sym typeface="Open Sans 2"/>
                </a:rPr>
                <a:t>ans</a:t>
              </a:r>
              <a:r>
                <a:rPr kumimoji="0" lang="en-US" sz="1102" b="0" i="0" u="none" strike="noStrike" kern="1200" cap="none" spc="0" normalizeH="0" baseline="0" noProof="0" dirty="0">
                  <a:ln>
                    <a:noFill/>
                  </a:ln>
                  <a:solidFill>
                    <a:srgbClr val="FFFFFF"/>
                  </a:solidFill>
                  <a:effectLst/>
                  <a:uLnTx/>
                  <a:uFillTx/>
                  <a:latin typeface="Open Sans 2"/>
                  <a:ea typeface="Open Sans 2"/>
                  <a:cs typeface="Open Sans 2"/>
                  <a:sym typeface="Open Sans 2"/>
                </a:rPr>
                <a:t> </a:t>
              </a:r>
              <a:r>
                <a:rPr kumimoji="0" lang="en-US" sz="1102" b="0" i="0" u="none" strike="noStrike" kern="1200" cap="none" spc="0" normalizeH="0" baseline="0" noProof="0" dirty="0" err="1">
                  <a:ln>
                    <a:noFill/>
                  </a:ln>
                  <a:solidFill>
                    <a:srgbClr val="FFFFFF"/>
                  </a:solidFill>
                  <a:effectLst/>
                  <a:uLnTx/>
                  <a:uFillTx/>
                  <a:latin typeface="Open Sans 2"/>
                  <a:ea typeface="Open Sans 2"/>
                  <a:cs typeface="Open Sans 2"/>
                  <a:sym typeface="Open Sans 2"/>
                </a:rPr>
                <a:t>d'expérience</a:t>
              </a:r>
              <a:endParaRPr kumimoji="0" lang="en-US" sz="1102" b="0" i="0" u="none" strike="noStrike" kern="1200" cap="none" spc="0" normalizeH="0" baseline="0" noProof="0" dirty="0">
                <a:ln>
                  <a:noFill/>
                </a:ln>
                <a:solidFill>
                  <a:srgbClr val="FFFFFF"/>
                </a:solidFill>
                <a:effectLst/>
                <a:uLnTx/>
                <a:uFillTx/>
                <a:latin typeface="Open Sans 2"/>
                <a:ea typeface="Open Sans 2"/>
                <a:cs typeface="Open Sans 2"/>
                <a:sym typeface="Open Sans 2"/>
              </a:endParaRPr>
            </a:p>
          </p:txBody>
        </p:sp>
      </p:grpSp>
      <p:sp>
        <p:nvSpPr>
          <p:cNvPr id="9" name="Google Shape;117;p13">
            <a:extLst>
              <a:ext uri="{FF2B5EF4-FFF2-40B4-BE49-F238E27FC236}">
                <a16:creationId xmlns:a16="http://schemas.microsoft.com/office/drawing/2014/main" id="{19CF549C-283E-FB76-287B-1CF11166CC70}"/>
              </a:ext>
            </a:extLst>
          </p:cNvPr>
          <p:cNvSpPr txBox="1"/>
          <p:nvPr/>
        </p:nvSpPr>
        <p:spPr>
          <a:xfrm>
            <a:off x="280591" y="93801"/>
            <a:ext cx="3196250" cy="406265"/>
          </a:xfrm>
          <a:prstGeom prst="rect">
            <a:avLst/>
          </a:prstGeom>
          <a:noFill/>
          <a:ln>
            <a:noFill/>
          </a:ln>
        </p:spPr>
        <p:txBody>
          <a:bodyPr spcFirstLastPara="1" wrap="square" lIns="0" tIns="0" rIns="0" bIns="0" anchor="t" anchorCtr="0">
            <a:spAutoFit/>
          </a:bodyPr>
          <a:lstStyle/>
          <a:p>
            <a:pPr marL="0" marR="0" lvl="0" indent="0" algn="l" defTabSz="457200" rtl="0" eaLnBrk="1" fontAlgn="auto" latinLnBrk="0" hangingPunct="1">
              <a:lnSpc>
                <a:spcPct val="109972"/>
              </a:lnSpc>
              <a:spcBef>
                <a:spcPts val="0"/>
              </a:spcBef>
              <a:spcAft>
                <a:spcPts val="0"/>
              </a:spcAft>
              <a:buClrTx/>
              <a:buSzTx/>
              <a:buFontTx/>
              <a:buNone/>
              <a:tabLst/>
              <a:defRPr/>
            </a:pPr>
            <a:r>
              <a:rPr kumimoji="0" lang="fr-FR" sz="2400" b="1" i="0" u="none" strike="noStrike" kern="1200" cap="none" spc="0" normalizeH="0" baseline="0" noProof="0" dirty="0">
                <a:ln>
                  <a:noFill/>
                </a:ln>
                <a:solidFill>
                  <a:srgbClr val="7FC241"/>
                </a:solidFill>
                <a:effectLst/>
                <a:uLnTx/>
                <a:uFillTx/>
                <a:latin typeface="Work Sans"/>
                <a:ea typeface="Work Sans"/>
                <a:cs typeface="Work Sans"/>
                <a:sym typeface="Work Sans"/>
              </a:rPr>
              <a:t>Nos services</a:t>
            </a:r>
            <a:endParaRPr kumimoji="0" lang="fr-FR" sz="2400" b="0" i="0" u="none" strike="noStrike" kern="1200" cap="none" spc="0" normalizeH="0" baseline="0" noProof="0" dirty="0">
              <a:ln>
                <a:noFill/>
              </a:ln>
              <a:solidFill>
                <a:prstClr val="black"/>
              </a:solidFill>
              <a:effectLst/>
              <a:uLnTx/>
              <a:uFillTx/>
              <a:latin typeface="Work Sans"/>
              <a:ea typeface="+mn-ea"/>
              <a:cs typeface="+mn-cs"/>
            </a:endParaRPr>
          </a:p>
        </p:txBody>
      </p:sp>
      <p:sp>
        <p:nvSpPr>
          <p:cNvPr id="52" name="Rectangle 51">
            <a:extLst>
              <a:ext uri="{FF2B5EF4-FFF2-40B4-BE49-F238E27FC236}">
                <a16:creationId xmlns:a16="http://schemas.microsoft.com/office/drawing/2014/main" id="{EDE946CA-28D6-B79D-A2CD-2C19D19F85E5}"/>
              </a:ext>
            </a:extLst>
          </p:cNvPr>
          <p:cNvSpPr/>
          <p:nvPr/>
        </p:nvSpPr>
        <p:spPr>
          <a:xfrm>
            <a:off x="202220" y="749815"/>
            <a:ext cx="6200430" cy="47006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1400" b="1" i="1" u="none" strike="noStrike" kern="1200" cap="none" spc="0" normalizeH="0" baseline="0" noProof="0" dirty="0">
                <a:ln>
                  <a:noFill/>
                </a:ln>
                <a:solidFill>
                  <a:srgbClr val="156082">
                    <a:lumMod val="75000"/>
                  </a:srgbClr>
                </a:solidFill>
                <a:effectLst/>
                <a:uLnTx/>
                <a:uFillTx/>
                <a:latin typeface="Work Sans "/>
                <a:ea typeface="+mn-ea"/>
                <a:cs typeface="+mn-cs"/>
              </a:rPr>
              <a:t>Nous ne réalisons pas que des missions, nous formons et accompagnons nos clients sur des sujets pointus </a:t>
            </a:r>
          </a:p>
        </p:txBody>
      </p:sp>
      <p:sp>
        <p:nvSpPr>
          <p:cNvPr id="56" name="Rectangle 55">
            <a:extLst>
              <a:ext uri="{FF2B5EF4-FFF2-40B4-BE49-F238E27FC236}">
                <a16:creationId xmlns:a16="http://schemas.microsoft.com/office/drawing/2014/main" id="{0AEF1087-9B53-AD28-9DC8-C903A7459F3E}"/>
              </a:ext>
            </a:extLst>
          </p:cNvPr>
          <p:cNvSpPr/>
          <p:nvPr/>
        </p:nvSpPr>
        <p:spPr>
          <a:xfrm>
            <a:off x="689273" y="1608865"/>
            <a:ext cx="1590248" cy="47006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1400" b="1" i="0" u="none" strike="noStrike" kern="1200" cap="none" spc="0" normalizeH="0" baseline="0" noProof="0" dirty="0">
                <a:ln>
                  <a:noFill/>
                </a:ln>
                <a:solidFill>
                  <a:srgbClr val="156082">
                    <a:lumMod val="75000"/>
                  </a:srgbClr>
                </a:solidFill>
                <a:effectLst/>
                <a:uLnTx/>
                <a:uFillTx/>
                <a:latin typeface="Work Sans "/>
                <a:ea typeface="+mn-ea"/>
                <a:cs typeface="+mn-cs"/>
              </a:rPr>
              <a:t>Audit et Contrôle interne </a:t>
            </a:r>
          </a:p>
        </p:txBody>
      </p:sp>
      <p:sp>
        <p:nvSpPr>
          <p:cNvPr id="57" name="Rectangle 56">
            <a:extLst>
              <a:ext uri="{FF2B5EF4-FFF2-40B4-BE49-F238E27FC236}">
                <a16:creationId xmlns:a16="http://schemas.microsoft.com/office/drawing/2014/main" id="{6E24414E-5E77-B3B6-09E9-7AAEC1E93A35}"/>
              </a:ext>
            </a:extLst>
          </p:cNvPr>
          <p:cNvSpPr/>
          <p:nvPr/>
        </p:nvSpPr>
        <p:spPr>
          <a:xfrm>
            <a:off x="2183289" y="1712719"/>
            <a:ext cx="4981798" cy="47006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marR="0" lvl="0" indent="-285750" algn="l" defTabSz="4572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fr-FR" sz="1400" b="0" i="0" u="none" strike="noStrike" kern="1200" cap="none" spc="0" normalizeH="0" baseline="0" noProof="0" dirty="0">
                <a:ln>
                  <a:noFill/>
                </a:ln>
                <a:solidFill>
                  <a:srgbClr val="156082">
                    <a:lumMod val="75000"/>
                  </a:srgbClr>
                </a:solidFill>
                <a:effectLst/>
                <a:uLnTx/>
                <a:uFillTx/>
                <a:latin typeface="Work Sans "/>
                <a:ea typeface="+mn-ea"/>
                <a:cs typeface="+mn-cs"/>
              </a:rPr>
              <a:t>Commissariat au compte</a:t>
            </a:r>
          </a:p>
          <a:p>
            <a:pPr marL="285750" marR="0" lvl="0" indent="-285750" algn="l" defTabSz="4572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fr-FR" sz="1400" b="0" i="0" u="none" strike="noStrike" kern="1200" cap="none" spc="0" normalizeH="0" baseline="0" noProof="0" dirty="0">
                <a:ln>
                  <a:noFill/>
                </a:ln>
                <a:solidFill>
                  <a:srgbClr val="156082">
                    <a:lumMod val="75000"/>
                  </a:srgbClr>
                </a:solidFill>
                <a:effectLst/>
                <a:uLnTx/>
                <a:uFillTx/>
                <a:latin typeface="Work Sans "/>
                <a:ea typeface="+mn-ea"/>
                <a:cs typeface="+mn-cs"/>
              </a:rPr>
              <a:t>Audit contractuel </a:t>
            </a:r>
          </a:p>
          <a:p>
            <a:pPr marL="285750" marR="0" lvl="0" indent="-285750" algn="l" defTabSz="4572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fr-FR" sz="1400" b="0" i="0" u="none" strike="noStrike" kern="1200" cap="none" spc="0" normalizeH="0" baseline="0" noProof="0" dirty="0">
                <a:ln>
                  <a:noFill/>
                </a:ln>
                <a:solidFill>
                  <a:srgbClr val="156082">
                    <a:lumMod val="75000"/>
                  </a:srgbClr>
                </a:solidFill>
                <a:effectLst/>
                <a:uLnTx/>
                <a:uFillTx/>
                <a:latin typeface="Work Sans "/>
                <a:ea typeface="+mn-ea"/>
                <a:cs typeface="+mn-cs"/>
              </a:rPr>
              <a:t>Procédures convenues </a:t>
            </a:r>
          </a:p>
          <a:p>
            <a:pPr marL="285750" marR="0" lvl="0" indent="-285750" algn="l" defTabSz="4572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fr-FR" sz="1400" b="0" i="0" u="none" strike="noStrike" kern="1200" cap="none" spc="0" normalizeH="0" baseline="0" noProof="0" dirty="0">
                <a:ln>
                  <a:noFill/>
                </a:ln>
                <a:solidFill>
                  <a:srgbClr val="156082">
                    <a:lumMod val="75000"/>
                  </a:srgbClr>
                </a:solidFill>
                <a:effectLst/>
                <a:uLnTx/>
                <a:uFillTx/>
                <a:latin typeface="Work Sans "/>
                <a:ea typeface="+mn-ea"/>
                <a:cs typeface="+mn-cs"/>
              </a:rPr>
              <a:t>Missions spéciales </a:t>
            </a:r>
          </a:p>
          <a:p>
            <a:pPr marL="285750" marR="0" lvl="0" indent="-285750" algn="l" defTabSz="4572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fr-FR" sz="1400" b="1" i="1" u="none" strike="noStrike" kern="1200" cap="none" spc="0" normalizeH="0" baseline="0" noProof="0" dirty="0">
                <a:ln>
                  <a:noFill/>
                </a:ln>
                <a:solidFill>
                  <a:srgbClr val="4EA72E"/>
                </a:solidFill>
                <a:effectLst/>
                <a:uLnTx/>
                <a:uFillTx/>
                <a:latin typeface="Work Sans "/>
                <a:ea typeface="+mn-ea"/>
                <a:cs typeface="+mn-cs"/>
              </a:rPr>
              <a:t>Formation Contrôle interne et Audit</a:t>
            </a:r>
          </a:p>
        </p:txBody>
      </p:sp>
      <p:cxnSp>
        <p:nvCxnSpPr>
          <p:cNvPr id="59" name="Connecteur droit 58">
            <a:extLst>
              <a:ext uri="{FF2B5EF4-FFF2-40B4-BE49-F238E27FC236}">
                <a16:creationId xmlns:a16="http://schemas.microsoft.com/office/drawing/2014/main" id="{363A00E7-6D00-689F-A908-8933E31E69BA}"/>
              </a:ext>
            </a:extLst>
          </p:cNvPr>
          <p:cNvCxnSpPr/>
          <p:nvPr/>
        </p:nvCxnSpPr>
        <p:spPr>
          <a:xfrm>
            <a:off x="42827" y="2815089"/>
            <a:ext cx="5795559" cy="0"/>
          </a:xfrm>
          <a:prstGeom prst="line">
            <a:avLst/>
          </a:prstGeom>
          <a:ln>
            <a:prstDash val="sysDash"/>
          </a:ln>
        </p:spPr>
        <p:style>
          <a:lnRef idx="2">
            <a:schemeClr val="accent1"/>
          </a:lnRef>
          <a:fillRef idx="0">
            <a:schemeClr val="accent1"/>
          </a:fillRef>
          <a:effectRef idx="1">
            <a:schemeClr val="accent1"/>
          </a:effectRef>
          <a:fontRef idx="minor">
            <a:schemeClr val="tx1"/>
          </a:fontRef>
        </p:style>
      </p:cxnSp>
      <p:cxnSp>
        <p:nvCxnSpPr>
          <p:cNvPr id="60" name="Connecteur droit 59">
            <a:extLst>
              <a:ext uri="{FF2B5EF4-FFF2-40B4-BE49-F238E27FC236}">
                <a16:creationId xmlns:a16="http://schemas.microsoft.com/office/drawing/2014/main" id="{631E4C64-F03F-6AB1-D465-5122EF7C5C0F}"/>
              </a:ext>
            </a:extLst>
          </p:cNvPr>
          <p:cNvCxnSpPr/>
          <p:nvPr/>
        </p:nvCxnSpPr>
        <p:spPr>
          <a:xfrm>
            <a:off x="-12816" y="4561182"/>
            <a:ext cx="5795559" cy="0"/>
          </a:xfrm>
          <a:prstGeom prst="line">
            <a:avLst/>
          </a:prstGeom>
          <a:ln>
            <a:prstDash val="sysDash"/>
          </a:ln>
        </p:spPr>
        <p:style>
          <a:lnRef idx="2">
            <a:schemeClr val="accent1"/>
          </a:lnRef>
          <a:fillRef idx="0">
            <a:schemeClr val="accent1"/>
          </a:fillRef>
          <a:effectRef idx="1">
            <a:schemeClr val="accent1"/>
          </a:effectRef>
          <a:fontRef idx="minor">
            <a:schemeClr val="tx1"/>
          </a:fontRef>
        </p:style>
      </p:cxnSp>
      <p:cxnSp>
        <p:nvCxnSpPr>
          <p:cNvPr id="61" name="Connecteur droit 60">
            <a:extLst>
              <a:ext uri="{FF2B5EF4-FFF2-40B4-BE49-F238E27FC236}">
                <a16:creationId xmlns:a16="http://schemas.microsoft.com/office/drawing/2014/main" id="{0B1B2CF9-C88F-C39A-FB42-00024C64EDA1}"/>
              </a:ext>
            </a:extLst>
          </p:cNvPr>
          <p:cNvCxnSpPr/>
          <p:nvPr/>
        </p:nvCxnSpPr>
        <p:spPr>
          <a:xfrm>
            <a:off x="12240" y="5656507"/>
            <a:ext cx="5795559" cy="0"/>
          </a:xfrm>
          <a:prstGeom prst="line">
            <a:avLst/>
          </a:prstGeom>
          <a:ln>
            <a:prstDash val="sysDash"/>
          </a:ln>
        </p:spPr>
        <p:style>
          <a:lnRef idx="2">
            <a:schemeClr val="accent1"/>
          </a:lnRef>
          <a:fillRef idx="0">
            <a:schemeClr val="accent1"/>
          </a:fillRef>
          <a:effectRef idx="1">
            <a:schemeClr val="accent1"/>
          </a:effectRef>
          <a:fontRef idx="minor">
            <a:schemeClr val="tx1"/>
          </a:fontRef>
        </p:style>
      </p:cxnSp>
      <p:sp>
        <p:nvSpPr>
          <p:cNvPr id="62" name="Rectangle 61">
            <a:extLst>
              <a:ext uri="{FF2B5EF4-FFF2-40B4-BE49-F238E27FC236}">
                <a16:creationId xmlns:a16="http://schemas.microsoft.com/office/drawing/2014/main" id="{CE31E493-EFBC-83C3-4613-7EF3FF91FF65}"/>
              </a:ext>
            </a:extLst>
          </p:cNvPr>
          <p:cNvSpPr/>
          <p:nvPr/>
        </p:nvSpPr>
        <p:spPr>
          <a:xfrm>
            <a:off x="650015" y="3435249"/>
            <a:ext cx="1228701" cy="47006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1400" b="1" i="0" u="none" strike="noStrike" kern="1200" cap="none" spc="0" normalizeH="0" baseline="0" noProof="0" dirty="0">
                <a:ln>
                  <a:noFill/>
                </a:ln>
                <a:solidFill>
                  <a:srgbClr val="156082">
                    <a:lumMod val="75000"/>
                  </a:srgbClr>
                </a:solidFill>
                <a:effectLst/>
                <a:uLnTx/>
                <a:uFillTx/>
                <a:latin typeface="Work Sans "/>
                <a:ea typeface="+mn-ea"/>
                <a:cs typeface="+mn-cs"/>
              </a:rPr>
              <a:t>Expertise Comptable </a:t>
            </a:r>
          </a:p>
        </p:txBody>
      </p:sp>
      <p:sp>
        <p:nvSpPr>
          <p:cNvPr id="63" name="Rectangle 62">
            <a:extLst>
              <a:ext uri="{FF2B5EF4-FFF2-40B4-BE49-F238E27FC236}">
                <a16:creationId xmlns:a16="http://schemas.microsoft.com/office/drawing/2014/main" id="{AC3C7489-5887-E5AC-AF5F-A5FEC58E4C12}"/>
              </a:ext>
            </a:extLst>
          </p:cNvPr>
          <p:cNvSpPr/>
          <p:nvPr/>
        </p:nvSpPr>
        <p:spPr>
          <a:xfrm>
            <a:off x="631933" y="4821071"/>
            <a:ext cx="1411723" cy="47006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1400" b="1" i="0" u="none" strike="noStrike" kern="1200" cap="none" spc="0" normalizeH="0" baseline="0" noProof="0" dirty="0">
                <a:ln>
                  <a:noFill/>
                </a:ln>
                <a:solidFill>
                  <a:srgbClr val="156082">
                    <a:lumMod val="75000"/>
                  </a:srgbClr>
                </a:solidFill>
                <a:effectLst/>
                <a:uLnTx/>
                <a:uFillTx/>
                <a:latin typeface="Work Sans "/>
                <a:ea typeface="+mn-ea"/>
                <a:cs typeface="+mn-cs"/>
              </a:rPr>
              <a:t>Conseil Financier </a:t>
            </a:r>
          </a:p>
        </p:txBody>
      </p:sp>
      <p:sp>
        <p:nvSpPr>
          <p:cNvPr id="64" name="Rectangle 63">
            <a:extLst>
              <a:ext uri="{FF2B5EF4-FFF2-40B4-BE49-F238E27FC236}">
                <a16:creationId xmlns:a16="http://schemas.microsoft.com/office/drawing/2014/main" id="{501ADCC3-FD2F-E035-A902-6C221691CB51}"/>
              </a:ext>
            </a:extLst>
          </p:cNvPr>
          <p:cNvSpPr/>
          <p:nvPr/>
        </p:nvSpPr>
        <p:spPr>
          <a:xfrm>
            <a:off x="612817" y="5887494"/>
            <a:ext cx="1618404" cy="47006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1400" b="1" i="0" u="none" strike="noStrike" kern="1200" cap="none" spc="0" normalizeH="0" baseline="0" noProof="0" dirty="0">
                <a:ln>
                  <a:noFill/>
                </a:ln>
                <a:solidFill>
                  <a:srgbClr val="156082">
                    <a:lumMod val="75000"/>
                  </a:srgbClr>
                </a:solidFill>
                <a:effectLst/>
                <a:uLnTx/>
                <a:uFillTx/>
                <a:latin typeface="Work Sans "/>
                <a:ea typeface="+mn-ea"/>
                <a:cs typeface="+mn-cs"/>
              </a:rPr>
              <a:t>Conseil Opérationnel</a:t>
            </a:r>
          </a:p>
        </p:txBody>
      </p:sp>
      <p:sp>
        <p:nvSpPr>
          <p:cNvPr id="65" name="Rectangle 64">
            <a:extLst>
              <a:ext uri="{FF2B5EF4-FFF2-40B4-BE49-F238E27FC236}">
                <a16:creationId xmlns:a16="http://schemas.microsoft.com/office/drawing/2014/main" id="{5D764EA3-0CEE-4DAD-3EE3-3A8FC34685DF}"/>
              </a:ext>
            </a:extLst>
          </p:cNvPr>
          <p:cNvSpPr/>
          <p:nvPr/>
        </p:nvSpPr>
        <p:spPr>
          <a:xfrm>
            <a:off x="2161751" y="3388887"/>
            <a:ext cx="3822568" cy="47006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marR="0" lvl="0" indent="-285750" algn="l" defTabSz="4572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fr-FR" sz="1400" b="0" i="0" u="none" strike="noStrike" kern="1200" cap="none" spc="0" normalizeH="0" baseline="0" noProof="0" dirty="0">
                <a:ln>
                  <a:noFill/>
                </a:ln>
                <a:solidFill>
                  <a:srgbClr val="156082">
                    <a:lumMod val="75000"/>
                  </a:srgbClr>
                </a:solidFill>
                <a:effectLst/>
                <a:uLnTx/>
                <a:uFillTx/>
                <a:latin typeface="Work Sans "/>
                <a:ea typeface="+mn-ea"/>
                <a:cs typeface="+mn-cs"/>
              </a:rPr>
              <a:t>Norme IFRS </a:t>
            </a:r>
          </a:p>
          <a:p>
            <a:pPr marL="285750" marR="0" lvl="0" indent="-285750" algn="l" defTabSz="4572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fr-FR" sz="1400" b="0" i="0" u="none" strike="noStrike" kern="1200" cap="none" spc="0" normalizeH="0" baseline="0" noProof="0" dirty="0">
                <a:ln>
                  <a:noFill/>
                </a:ln>
                <a:solidFill>
                  <a:srgbClr val="156082">
                    <a:lumMod val="75000"/>
                  </a:srgbClr>
                </a:solidFill>
                <a:effectLst/>
                <a:uLnTx/>
                <a:uFillTx/>
                <a:latin typeface="Work Sans "/>
                <a:ea typeface="+mn-ea"/>
                <a:cs typeface="+mn-cs"/>
              </a:rPr>
              <a:t>Consolidation </a:t>
            </a:r>
          </a:p>
          <a:p>
            <a:pPr marL="285750" marR="0" lvl="0" indent="-285750" algn="l" defTabSz="4572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fr-FR" sz="1400" b="0" i="0" u="none" strike="noStrike" kern="1200" cap="none" spc="0" normalizeH="0" baseline="0" noProof="0" dirty="0">
                <a:ln>
                  <a:noFill/>
                </a:ln>
                <a:solidFill>
                  <a:srgbClr val="156082">
                    <a:lumMod val="75000"/>
                  </a:srgbClr>
                </a:solidFill>
                <a:effectLst/>
                <a:uLnTx/>
                <a:uFillTx/>
                <a:latin typeface="Work Sans "/>
                <a:ea typeface="+mn-ea"/>
                <a:cs typeface="+mn-cs"/>
              </a:rPr>
              <a:t>Révision de compte </a:t>
            </a:r>
          </a:p>
          <a:p>
            <a:pPr marL="285750" marR="0" lvl="0" indent="-285750" algn="l" defTabSz="4572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fr-FR" sz="1400" b="0" i="0" u="none" strike="noStrike" kern="1200" cap="none" spc="0" normalizeH="0" baseline="0" noProof="0" dirty="0">
                <a:ln>
                  <a:noFill/>
                </a:ln>
                <a:solidFill>
                  <a:srgbClr val="156082">
                    <a:lumMod val="75000"/>
                  </a:srgbClr>
                </a:solidFill>
                <a:effectLst/>
                <a:uLnTx/>
                <a:uFillTx/>
                <a:latin typeface="Work Sans "/>
                <a:ea typeface="+mn-ea"/>
                <a:cs typeface="+mn-cs"/>
              </a:rPr>
              <a:t>Fiscalité des entreprises, internationale et Douane </a:t>
            </a:r>
          </a:p>
          <a:p>
            <a:pPr marL="285750" marR="0" lvl="0" indent="-285750" algn="l" defTabSz="4572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fr-FR" sz="1400" b="0" i="0" u="none" strike="noStrike" kern="1200" cap="none" spc="0" normalizeH="0" baseline="0" noProof="0" dirty="0">
                <a:ln>
                  <a:noFill/>
                </a:ln>
                <a:solidFill>
                  <a:srgbClr val="156082">
                    <a:lumMod val="75000"/>
                  </a:srgbClr>
                </a:solidFill>
                <a:effectLst/>
                <a:uLnTx/>
                <a:uFillTx/>
                <a:latin typeface="Work Sans "/>
                <a:ea typeface="+mn-ea"/>
                <a:cs typeface="+mn-cs"/>
              </a:rPr>
              <a:t>Procédures convenues </a:t>
            </a:r>
          </a:p>
          <a:p>
            <a:pPr marL="285750" marR="0" lvl="0" indent="-285750" algn="l" defTabSz="4572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fr-FR" sz="1400" b="0" i="0" u="none" strike="noStrike" kern="1200" cap="none" spc="0" normalizeH="0" baseline="0" noProof="0" dirty="0">
                <a:ln>
                  <a:noFill/>
                </a:ln>
                <a:solidFill>
                  <a:srgbClr val="156082">
                    <a:lumMod val="75000"/>
                  </a:srgbClr>
                </a:solidFill>
                <a:effectLst/>
                <a:uLnTx/>
                <a:uFillTx/>
                <a:latin typeface="Work Sans "/>
                <a:ea typeface="+mn-ea"/>
                <a:cs typeface="+mn-cs"/>
              </a:rPr>
              <a:t>Delivery Center </a:t>
            </a:r>
          </a:p>
        </p:txBody>
      </p:sp>
      <p:sp>
        <p:nvSpPr>
          <p:cNvPr id="66" name="Rectangle 65">
            <a:extLst>
              <a:ext uri="{FF2B5EF4-FFF2-40B4-BE49-F238E27FC236}">
                <a16:creationId xmlns:a16="http://schemas.microsoft.com/office/drawing/2014/main" id="{EB4611AA-1B3F-DAE9-0C27-5AC6C4403A97}"/>
              </a:ext>
            </a:extLst>
          </p:cNvPr>
          <p:cNvSpPr/>
          <p:nvPr/>
        </p:nvSpPr>
        <p:spPr>
          <a:xfrm>
            <a:off x="2183289" y="4844634"/>
            <a:ext cx="4981798" cy="47006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marR="0" lvl="0" indent="-285750" algn="l" defTabSz="4572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fr-FR" sz="1400" b="0" i="0" u="none" strike="noStrike" kern="1200" cap="none" spc="0" normalizeH="0" baseline="0" noProof="0" dirty="0">
                <a:ln>
                  <a:noFill/>
                </a:ln>
                <a:solidFill>
                  <a:srgbClr val="156082">
                    <a:lumMod val="75000"/>
                  </a:srgbClr>
                </a:solidFill>
                <a:effectLst/>
                <a:uLnTx/>
                <a:uFillTx/>
                <a:latin typeface="Work Sans "/>
                <a:ea typeface="+mn-ea"/>
                <a:cs typeface="+mn-cs"/>
              </a:rPr>
              <a:t>Modélisation Financière </a:t>
            </a:r>
          </a:p>
          <a:p>
            <a:pPr marL="285750" marR="0" lvl="0" indent="-285750" algn="l" defTabSz="4572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fr-FR" sz="1400" b="0" i="0" u="none" strike="noStrike" kern="1200" cap="none" spc="0" normalizeH="0" baseline="0" noProof="0" dirty="0">
                <a:ln>
                  <a:noFill/>
                </a:ln>
                <a:solidFill>
                  <a:srgbClr val="156082">
                    <a:lumMod val="75000"/>
                  </a:srgbClr>
                </a:solidFill>
                <a:effectLst/>
                <a:uLnTx/>
                <a:uFillTx/>
                <a:latin typeface="Work Sans "/>
                <a:ea typeface="+mn-ea"/>
                <a:cs typeface="+mn-cs"/>
              </a:rPr>
              <a:t>Evaluation </a:t>
            </a:r>
          </a:p>
          <a:p>
            <a:pPr marL="285750" marR="0" lvl="0" indent="-285750" algn="l" defTabSz="4572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fr-FR" sz="1400" b="0" i="0" u="none" strike="noStrike" kern="1200" cap="none" spc="0" normalizeH="0" baseline="0" noProof="0" dirty="0">
                <a:ln>
                  <a:noFill/>
                </a:ln>
                <a:solidFill>
                  <a:srgbClr val="156082">
                    <a:lumMod val="75000"/>
                  </a:srgbClr>
                </a:solidFill>
                <a:effectLst/>
                <a:uLnTx/>
                <a:uFillTx/>
                <a:latin typeface="Work Sans "/>
                <a:ea typeface="+mn-ea"/>
                <a:cs typeface="+mn-cs"/>
              </a:rPr>
              <a:t>Due Diligence </a:t>
            </a:r>
          </a:p>
          <a:p>
            <a:pPr marL="285750" marR="0" lvl="0" indent="-285750" algn="l" defTabSz="4572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fr-FR" sz="1400" b="0" i="0" u="none" strike="noStrike" kern="1200" cap="none" spc="0" normalizeH="0" baseline="0" noProof="0" dirty="0" err="1">
                <a:ln>
                  <a:noFill/>
                </a:ln>
                <a:solidFill>
                  <a:srgbClr val="156082">
                    <a:lumMod val="75000"/>
                  </a:srgbClr>
                </a:solidFill>
                <a:effectLst/>
                <a:uLnTx/>
                <a:uFillTx/>
                <a:latin typeface="Work Sans "/>
                <a:ea typeface="+mn-ea"/>
                <a:cs typeface="+mn-cs"/>
              </a:rPr>
              <a:t>M&amp;A</a:t>
            </a:r>
            <a:endParaRPr kumimoji="0" lang="fr-FR" sz="1400" b="0" i="0" u="none" strike="noStrike" kern="1200" cap="none" spc="0" normalizeH="0" baseline="0" noProof="0" dirty="0">
              <a:ln>
                <a:noFill/>
              </a:ln>
              <a:solidFill>
                <a:srgbClr val="156082">
                  <a:lumMod val="75000"/>
                </a:srgbClr>
              </a:solidFill>
              <a:effectLst/>
              <a:uLnTx/>
              <a:uFillTx/>
              <a:latin typeface="Work Sans "/>
              <a:ea typeface="+mn-ea"/>
              <a:cs typeface="+mn-cs"/>
            </a:endParaRPr>
          </a:p>
        </p:txBody>
      </p:sp>
      <p:sp>
        <p:nvSpPr>
          <p:cNvPr id="67" name="Rectangle 66">
            <a:extLst>
              <a:ext uri="{FF2B5EF4-FFF2-40B4-BE49-F238E27FC236}">
                <a16:creationId xmlns:a16="http://schemas.microsoft.com/office/drawing/2014/main" id="{27D03603-4D70-7FE0-376E-92D7F2716A2D}"/>
              </a:ext>
            </a:extLst>
          </p:cNvPr>
          <p:cNvSpPr/>
          <p:nvPr/>
        </p:nvSpPr>
        <p:spPr>
          <a:xfrm>
            <a:off x="2150147" y="5958573"/>
            <a:ext cx="2628484" cy="47006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marR="0" lvl="0" indent="-285750" algn="l" defTabSz="4572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fr-FR" sz="1400" b="0" i="0" u="none" strike="noStrike" kern="1200" cap="none" spc="0" normalizeH="0" baseline="0" noProof="0" dirty="0">
                <a:ln>
                  <a:noFill/>
                </a:ln>
                <a:solidFill>
                  <a:srgbClr val="156082">
                    <a:lumMod val="75000"/>
                  </a:srgbClr>
                </a:solidFill>
                <a:effectLst/>
                <a:uLnTx/>
                <a:uFillTx/>
                <a:latin typeface="Work Sans "/>
                <a:ea typeface="+mn-ea"/>
                <a:cs typeface="+mn-cs"/>
              </a:rPr>
              <a:t>Analyse de processus </a:t>
            </a:r>
          </a:p>
          <a:p>
            <a:pPr marL="285750" marR="0" lvl="0" indent="-285750" algn="l" defTabSz="4572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fr-FR" sz="1400" b="0" i="0" u="none" strike="noStrike" kern="1200" cap="none" spc="0" normalizeH="0" baseline="0" noProof="0" dirty="0">
                <a:ln>
                  <a:noFill/>
                </a:ln>
                <a:solidFill>
                  <a:srgbClr val="156082">
                    <a:lumMod val="75000"/>
                  </a:srgbClr>
                </a:solidFill>
                <a:effectLst/>
                <a:uLnTx/>
                <a:uFillTx/>
                <a:latin typeface="Work Sans "/>
                <a:ea typeface="+mn-ea"/>
                <a:cs typeface="+mn-cs"/>
              </a:rPr>
              <a:t>Revue Organisationnelle  </a:t>
            </a:r>
          </a:p>
          <a:p>
            <a:pPr marL="285750" marR="0" lvl="0" indent="-285750" algn="l" defTabSz="4572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fr-FR" sz="1400" b="0" i="0" u="none" strike="noStrike" kern="1200" cap="none" spc="0" normalizeH="0" baseline="0" noProof="0" dirty="0">
                <a:ln>
                  <a:noFill/>
                </a:ln>
                <a:solidFill>
                  <a:srgbClr val="156082">
                    <a:lumMod val="75000"/>
                  </a:srgbClr>
                </a:solidFill>
                <a:effectLst/>
                <a:uLnTx/>
                <a:uFillTx/>
                <a:latin typeface="Work Sans "/>
                <a:ea typeface="+mn-ea"/>
                <a:cs typeface="+mn-cs"/>
              </a:rPr>
              <a:t>Gestion des risques </a:t>
            </a:r>
          </a:p>
          <a:p>
            <a:pPr marL="285750" marR="0" lvl="0" indent="-285750" algn="l" defTabSz="4572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fr-FR" sz="1400" b="0" i="0" u="none" strike="noStrike" kern="1200" cap="none" spc="0" normalizeH="0" baseline="0" noProof="0" dirty="0">
                <a:ln>
                  <a:noFill/>
                </a:ln>
                <a:solidFill>
                  <a:srgbClr val="156082">
                    <a:lumMod val="75000"/>
                  </a:srgbClr>
                </a:solidFill>
                <a:effectLst/>
                <a:uLnTx/>
                <a:uFillTx/>
                <a:latin typeface="Work Sans "/>
                <a:ea typeface="+mn-ea"/>
                <a:cs typeface="+mn-cs"/>
              </a:rPr>
              <a:t>Transformation Digitale </a:t>
            </a:r>
          </a:p>
        </p:txBody>
      </p:sp>
      <p:pic>
        <p:nvPicPr>
          <p:cNvPr id="10" name="Image 9">
            <a:extLst>
              <a:ext uri="{FF2B5EF4-FFF2-40B4-BE49-F238E27FC236}">
                <a16:creationId xmlns:a16="http://schemas.microsoft.com/office/drawing/2014/main" id="{4FD86879-00C4-08D0-BE7C-FA9DDFBBA620}"/>
              </a:ext>
            </a:extLst>
          </p:cNvPr>
          <p:cNvPicPr>
            <a:picLocks noChangeAspect="1"/>
          </p:cNvPicPr>
          <p:nvPr/>
        </p:nvPicPr>
        <p:blipFill>
          <a:blip r:embed="rId3">
            <a:extLst>
              <a:ext uri="{28A0092B-C50C-407E-A947-70E740481C1C}">
                <a14:useLocalDpi xmlns:a14="http://schemas.microsoft.com/office/drawing/2010/main" val="0"/>
              </a:ext>
            </a:extLst>
          </a:blip>
          <a:srcRect l="2431" r="2431"/>
          <a:stretch/>
        </p:blipFill>
        <p:spPr>
          <a:xfrm>
            <a:off x="6683976" y="5407108"/>
            <a:ext cx="982961" cy="1033192"/>
          </a:xfrm>
          <a:prstGeom prst="ellipse">
            <a:avLst/>
          </a:prstGeom>
          <a:noFill/>
          <a:ln>
            <a:noFill/>
          </a:ln>
        </p:spPr>
      </p:pic>
      <p:pic>
        <p:nvPicPr>
          <p:cNvPr id="25" name="Image 24">
            <a:extLst>
              <a:ext uri="{FF2B5EF4-FFF2-40B4-BE49-F238E27FC236}">
                <a16:creationId xmlns:a16="http://schemas.microsoft.com/office/drawing/2014/main" id="{46E32846-7BF6-A00F-26F9-9DAD096BBFF6}"/>
              </a:ext>
            </a:extLst>
          </p:cNvPr>
          <p:cNvPicPr>
            <a:picLocks noChangeAspect="1"/>
          </p:cNvPicPr>
          <p:nvPr/>
        </p:nvPicPr>
        <p:blipFill>
          <a:blip r:embed="rId4"/>
          <a:srcRect l="2431" r="2431"/>
          <a:stretch/>
        </p:blipFill>
        <p:spPr>
          <a:xfrm>
            <a:off x="6709817" y="3905310"/>
            <a:ext cx="906128" cy="952433"/>
          </a:xfrm>
          <a:prstGeom prst="ellipse">
            <a:avLst/>
          </a:prstGeom>
          <a:noFill/>
          <a:ln>
            <a:noFill/>
          </a:ln>
        </p:spPr>
      </p:pic>
      <p:pic>
        <p:nvPicPr>
          <p:cNvPr id="53" name="Google Shape;416;g296c4726689_0_0">
            <a:extLst>
              <a:ext uri="{FF2B5EF4-FFF2-40B4-BE49-F238E27FC236}">
                <a16:creationId xmlns:a16="http://schemas.microsoft.com/office/drawing/2014/main" id="{52CC4A99-6ACB-C7EC-F10F-3494912A1314}"/>
              </a:ext>
            </a:extLst>
          </p:cNvPr>
          <p:cNvPicPr preferRelativeResize="0"/>
          <p:nvPr/>
        </p:nvPicPr>
        <p:blipFill>
          <a:blip r:embed="rId5">
            <a:extLst>
              <a:ext uri="{28A0092B-C50C-407E-A947-70E740481C1C}">
                <a14:useLocalDpi xmlns:a14="http://schemas.microsoft.com/office/drawing/2010/main" val="0"/>
              </a:ext>
            </a:extLst>
          </a:blip>
          <a:srcRect l="1233" r="1233"/>
          <a:stretch/>
        </p:blipFill>
        <p:spPr>
          <a:xfrm>
            <a:off x="9660106" y="949311"/>
            <a:ext cx="990813" cy="1017748"/>
          </a:xfrm>
          <a:prstGeom prst="ellipse">
            <a:avLst/>
          </a:prstGeom>
          <a:noFill/>
          <a:ln>
            <a:noFill/>
          </a:ln>
        </p:spPr>
      </p:pic>
      <p:pic>
        <p:nvPicPr>
          <p:cNvPr id="54" name="Google Shape;413;g296c4726689_0_0">
            <a:extLst>
              <a:ext uri="{FF2B5EF4-FFF2-40B4-BE49-F238E27FC236}">
                <a16:creationId xmlns:a16="http://schemas.microsoft.com/office/drawing/2014/main" id="{F5B5774A-F293-9420-87ED-C3149F640CB3}"/>
              </a:ext>
            </a:extLst>
          </p:cNvPr>
          <p:cNvPicPr preferRelativeResize="0"/>
          <p:nvPr/>
        </p:nvPicPr>
        <p:blipFill>
          <a:blip r:embed="rId6">
            <a:extLst>
              <a:ext uri="{28A0092B-C50C-407E-A947-70E740481C1C}">
                <a14:useLocalDpi xmlns:a14="http://schemas.microsoft.com/office/drawing/2010/main" val="0"/>
              </a:ext>
            </a:extLst>
          </a:blip>
          <a:srcRect t="3252" b="3252"/>
          <a:stretch/>
        </p:blipFill>
        <p:spPr>
          <a:xfrm>
            <a:off x="6699891" y="902168"/>
            <a:ext cx="1004886" cy="1011573"/>
          </a:xfrm>
          <a:prstGeom prst="ellipse">
            <a:avLst/>
          </a:prstGeom>
          <a:noFill/>
          <a:ln>
            <a:noFill/>
          </a:ln>
        </p:spPr>
      </p:pic>
      <p:pic>
        <p:nvPicPr>
          <p:cNvPr id="58" name="Image 57" descr="Une image contenant Visage humain, habits, personne, sourire&#10;&#10;Le contenu généré par l’IA peut être incorrect.">
            <a:extLst>
              <a:ext uri="{FF2B5EF4-FFF2-40B4-BE49-F238E27FC236}">
                <a16:creationId xmlns:a16="http://schemas.microsoft.com/office/drawing/2014/main" id="{AADE997F-ADA2-1F89-C0D9-AED81D361778}"/>
              </a:ext>
            </a:extLst>
          </p:cNvPr>
          <p:cNvPicPr>
            <a:picLocks noChangeAspect="1"/>
          </p:cNvPicPr>
          <p:nvPr/>
        </p:nvPicPr>
        <p:blipFill>
          <a:blip r:embed="rId7"/>
          <a:stretch>
            <a:fillRect/>
          </a:stretch>
        </p:blipFill>
        <p:spPr>
          <a:xfrm>
            <a:off x="9632068" y="3905310"/>
            <a:ext cx="1051115" cy="1025268"/>
          </a:xfrm>
          <a:prstGeom prst="ellipse">
            <a:avLst/>
          </a:prstGeom>
        </p:spPr>
      </p:pic>
      <p:pic>
        <p:nvPicPr>
          <p:cNvPr id="69" name="Image 68" descr="Une image contenant Visage humain, habits, personne, verres&#10;&#10;Le contenu généré par l’IA peut être incorrect.">
            <a:extLst>
              <a:ext uri="{FF2B5EF4-FFF2-40B4-BE49-F238E27FC236}">
                <a16:creationId xmlns:a16="http://schemas.microsoft.com/office/drawing/2014/main" id="{FD3370D3-3EF9-6965-5B09-7A02277DB72C}"/>
              </a:ext>
            </a:extLst>
          </p:cNvPr>
          <p:cNvPicPr>
            <a:picLocks noChangeAspect="1"/>
          </p:cNvPicPr>
          <p:nvPr/>
        </p:nvPicPr>
        <p:blipFill>
          <a:blip r:embed="rId8"/>
          <a:stretch>
            <a:fillRect/>
          </a:stretch>
        </p:blipFill>
        <p:spPr>
          <a:xfrm>
            <a:off x="6699890" y="2331237"/>
            <a:ext cx="1101207" cy="1141283"/>
          </a:xfrm>
          <a:prstGeom prst="ellipse">
            <a:avLst/>
          </a:prstGeom>
        </p:spPr>
      </p:pic>
      <p:pic>
        <p:nvPicPr>
          <p:cNvPr id="72" name="Image 71" descr="Une image contenant Visage humain, personne, habits, homme&#10;&#10;Le contenu généré par l’IA peut être incorrect.">
            <a:extLst>
              <a:ext uri="{FF2B5EF4-FFF2-40B4-BE49-F238E27FC236}">
                <a16:creationId xmlns:a16="http://schemas.microsoft.com/office/drawing/2014/main" id="{A5C3EE6A-4FFE-32FD-937C-E977F423167F}"/>
              </a:ext>
            </a:extLst>
          </p:cNvPr>
          <p:cNvPicPr>
            <a:picLocks noChangeAspect="1"/>
          </p:cNvPicPr>
          <p:nvPr/>
        </p:nvPicPr>
        <p:blipFill>
          <a:blip r:embed="rId9"/>
          <a:stretch>
            <a:fillRect/>
          </a:stretch>
        </p:blipFill>
        <p:spPr>
          <a:xfrm>
            <a:off x="9678206" y="2378311"/>
            <a:ext cx="1008792" cy="1047133"/>
          </a:xfrm>
          <a:prstGeom prst="ellipse">
            <a:avLst/>
          </a:prstGeom>
        </p:spPr>
      </p:pic>
      <p:pic>
        <p:nvPicPr>
          <p:cNvPr id="74" name="Image 73" descr="Une image contenant Visage humain, personne, habits, portrait&#10;&#10;Le contenu généré par l’IA peut être incorrect.">
            <a:extLst>
              <a:ext uri="{FF2B5EF4-FFF2-40B4-BE49-F238E27FC236}">
                <a16:creationId xmlns:a16="http://schemas.microsoft.com/office/drawing/2014/main" id="{27EB6AA6-9474-F574-A664-79C2836C0045}"/>
              </a:ext>
            </a:extLst>
          </p:cNvPr>
          <p:cNvPicPr>
            <a:picLocks noChangeAspect="1"/>
          </p:cNvPicPr>
          <p:nvPr/>
        </p:nvPicPr>
        <p:blipFill>
          <a:blip r:embed="rId10"/>
          <a:stretch>
            <a:fillRect/>
          </a:stretch>
        </p:blipFill>
        <p:spPr>
          <a:xfrm>
            <a:off x="9678206" y="5418287"/>
            <a:ext cx="1049605" cy="1030405"/>
          </a:xfrm>
          <a:prstGeom prst="ellipse">
            <a:avLst/>
          </a:prstGeom>
        </p:spPr>
      </p:pic>
    </p:spTree>
    <p:extLst>
      <p:ext uri="{BB962C8B-B14F-4D97-AF65-F5344CB8AC3E}">
        <p14:creationId xmlns:p14="http://schemas.microsoft.com/office/powerpoint/2010/main" val="13057030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r="-18000"/>
          </a:stretch>
        </a:blipFill>
        <a:effectLst/>
      </p:bgPr>
    </p:bg>
    <p:spTree>
      <p:nvGrpSpPr>
        <p:cNvPr id="1" name="">
          <a:extLst>
            <a:ext uri="{FF2B5EF4-FFF2-40B4-BE49-F238E27FC236}">
              <a16:creationId xmlns:a16="http://schemas.microsoft.com/office/drawing/2014/main" id="{0DA08163-3E9E-4D3B-14A7-51EE2DF40155}"/>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D9A467A8-1092-41E7-6771-929E884F0863}"/>
              </a:ext>
            </a:extLst>
          </p:cNvPr>
          <p:cNvSpPr txBox="1"/>
          <p:nvPr/>
        </p:nvSpPr>
        <p:spPr>
          <a:xfrm>
            <a:off x="1016000" y="6326909"/>
            <a:ext cx="988291" cy="434109"/>
          </a:xfrm>
          <a:prstGeom prst="rect">
            <a:avLst/>
          </a:prstGeom>
          <a:solidFill>
            <a:srgbClr val="043D5D"/>
          </a:solid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Espace réservé du numéro de diapositive 2">
            <a:extLst>
              <a:ext uri="{FF2B5EF4-FFF2-40B4-BE49-F238E27FC236}">
                <a16:creationId xmlns:a16="http://schemas.microsoft.com/office/drawing/2014/main" id="{14070CC1-6BC1-E5A7-5C9F-6E56E6416044}"/>
              </a:ext>
            </a:extLst>
          </p:cNvPr>
          <p:cNvSpPr>
            <a:spLocks noGrp="1"/>
          </p:cNvSpPr>
          <p:nvPr>
            <p:ph type="sldNum" sz="quarter" idx="12"/>
          </p:nvPr>
        </p:nvSpPr>
        <p:spPr>
          <a:xfrm>
            <a:off x="8949648" y="6057016"/>
            <a:ext cx="27432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843DB3B-2DAE-45C8-8012-39AD7A5181D9}" type="slidenum">
              <a:rPr kumimoji="0" lang="fr-CI" sz="1100" b="0" i="0" u="none" strike="noStrike" kern="1200" cap="none" spc="0" normalizeH="0" baseline="0" noProof="0" smtClean="0">
                <a:ln>
                  <a:noFill/>
                </a:ln>
                <a:solidFill>
                  <a:prstClr val="white"/>
                </a:solidFill>
                <a:effectLst/>
                <a:uLnTx/>
                <a:uFillTx/>
                <a:latin typeface="Work Sans"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11</a:t>
            </a:fld>
            <a:endParaRPr kumimoji="0" lang="fr-CI" sz="1200" b="0" i="0" u="none" strike="noStrike" kern="1200" cap="none" spc="0" normalizeH="0" baseline="0" noProof="0">
              <a:ln>
                <a:noFill/>
              </a:ln>
              <a:solidFill>
                <a:prstClr val="white"/>
              </a:solidFill>
              <a:effectLst/>
              <a:uLnTx/>
              <a:uFillTx/>
              <a:latin typeface="Work Sans" pitchFamily="2" charset="0"/>
              <a:ea typeface="+mn-ea"/>
              <a:cs typeface="+mn-cs"/>
            </a:endParaRPr>
          </a:p>
        </p:txBody>
      </p:sp>
      <p:sp>
        <p:nvSpPr>
          <p:cNvPr id="20" name="Google Shape;305;g2b1e267cfcf_0_729">
            <a:extLst>
              <a:ext uri="{FF2B5EF4-FFF2-40B4-BE49-F238E27FC236}">
                <a16:creationId xmlns:a16="http://schemas.microsoft.com/office/drawing/2014/main" id="{E8C7CAD5-F578-46A9-107E-4C7575B8FED7}"/>
              </a:ext>
            </a:extLst>
          </p:cNvPr>
          <p:cNvSpPr txBox="1"/>
          <p:nvPr/>
        </p:nvSpPr>
        <p:spPr>
          <a:xfrm>
            <a:off x="371612" y="129519"/>
            <a:ext cx="11529300" cy="461700"/>
          </a:xfrm>
          <a:prstGeom prst="rect">
            <a:avLst/>
          </a:prstGeom>
          <a:noFill/>
          <a:ln>
            <a:noFill/>
          </a:ln>
        </p:spPr>
        <p:txBody>
          <a:bodyPr spcFirstLastPara="1" wrap="square" lIns="91425" tIns="45700" rIns="91425" bIns="45700" anchor="t" anchorCtr="0">
            <a:spAutoFit/>
          </a:bodyPr>
          <a:lstStyle/>
          <a:p>
            <a:pPr marL="0" marR="0" lvl="0" indent="0" algn="l" defTabSz="457200" rtl="0" eaLnBrk="1" fontAlgn="auto" latinLnBrk="0" hangingPunct="1">
              <a:lnSpc>
                <a:spcPct val="100000"/>
              </a:lnSpc>
              <a:spcBef>
                <a:spcPts val="0"/>
              </a:spcBef>
              <a:spcAft>
                <a:spcPts val="0"/>
              </a:spcAft>
              <a:buClr>
                <a:srgbClr val="70AD47"/>
              </a:buClr>
              <a:buSzPts val="2400"/>
              <a:buFont typeface="Work Sans"/>
              <a:buNone/>
              <a:tabLst/>
              <a:defRPr/>
            </a:pPr>
            <a:r>
              <a:rPr kumimoji="0" lang="fr-FR" sz="2400" b="1" i="0" u="none" strike="noStrike" kern="1200" cap="none" spc="0" normalizeH="0" baseline="0" noProof="0">
                <a:ln>
                  <a:noFill/>
                </a:ln>
                <a:solidFill>
                  <a:srgbClr val="70AD47"/>
                </a:solidFill>
                <a:effectLst/>
                <a:uLnTx/>
                <a:uFillTx/>
                <a:latin typeface="Work Sans"/>
                <a:ea typeface="Work Sans"/>
                <a:cs typeface="Work Sans"/>
                <a:sym typeface="Work Sans"/>
              </a:rPr>
              <a:t>Nous avons les compétences pour vous accompagner</a:t>
            </a:r>
            <a:endParaRPr kumimoji="0" sz="2400" b="1" i="0" u="none" strike="noStrike" kern="1200" cap="none" spc="0" normalizeH="0" baseline="30000" noProof="0">
              <a:ln>
                <a:noFill/>
              </a:ln>
              <a:solidFill>
                <a:srgbClr val="70AD47"/>
              </a:solidFill>
              <a:effectLst/>
              <a:uLnTx/>
              <a:uFillTx/>
              <a:latin typeface="Work Sans"/>
              <a:ea typeface="Work Sans"/>
              <a:cs typeface="Work Sans"/>
              <a:sym typeface="Work Sans"/>
            </a:endParaRPr>
          </a:p>
        </p:txBody>
      </p:sp>
      <p:sp>
        <p:nvSpPr>
          <p:cNvPr id="45" name="Rectangle 44">
            <a:extLst>
              <a:ext uri="{FF2B5EF4-FFF2-40B4-BE49-F238E27FC236}">
                <a16:creationId xmlns:a16="http://schemas.microsoft.com/office/drawing/2014/main" id="{E6624B6C-ED98-1E8B-0B7D-E9E2F52E51CB}"/>
              </a:ext>
            </a:extLst>
          </p:cNvPr>
          <p:cNvSpPr/>
          <p:nvPr/>
        </p:nvSpPr>
        <p:spPr>
          <a:xfrm>
            <a:off x="371612" y="1735988"/>
            <a:ext cx="3514776" cy="3994895"/>
          </a:xfrm>
          <a:prstGeom prst="rect">
            <a:avLst/>
          </a:prstGeom>
          <a:noFill/>
          <a:ln>
            <a:solidFill>
              <a:srgbClr val="046A38"/>
            </a:solidFill>
            <a:prstDash val="dash"/>
          </a:ln>
        </p:spPr>
        <p:txBody>
          <a:bodyPr wrap="square" lIns="91440" tIns="45720" rIns="91440" bIns="45720" anchor="t">
            <a:noAutofit/>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dirty="0">
                <a:ln>
                  <a:noFill/>
                </a:ln>
                <a:solidFill>
                  <a:prstClr val="black"/>
                </a:solidFill>
                <a:effectLst/>
                <a:uLnTx/>
                <a:uFillTx/>
                <a:latin typeface="Work sans"/>
                <a:ea typeface="+mn-ea"/>
                <a:cs typeface="+mn-cs"/>
              </a:rPr>
              <a:t>Nous disposons d’une excellente connaissance du secteur bancaire, des structures mutualistes en audit, gestion des risques et contrôle interne.</a:t>
            </a:r>
            <a:endParaRPr kumimoji="0" lang="fr-FR" sz="1100" b="1" i="0" u="none" strike="noStrike" kern="1200" cap="none" spc="0" normalizeH="0" baseline="0" noProof="0" dirty="0">
              <a:ln>
                <a:noFill/>
              </a:ln>
              <a:solidFill>
                <a:srgbClr val="FF0000"/>
              </a:solidFill>
              <a:effectLst/>
              <a:uLnTx/>
              <a:uFillTx/>
              <a:latin typeface="Work sans"/>
              <a:ea typeface="+mn-ea"/>
              <a:cs typeface="+mn-cs"/>
            </a:endParaRPr>
          </a:p>
          <a:p>
            <a:pPr marL="0" marR="0" lvl="0" indent="0" algn="just"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prstClr val="black"/>
              </a:solidFill>
              <a:effectLst/>
              <a:uLnTx/>
              <a:uFillTx/>
              <a:latin typeface="Work Sans" panose="00000500000000000000" pitchFamily="2" charset="0"/>
              <a:ea typeface="+mn-ea"/>
              <a:cs typeface="+mn-cs"/>
            </a:endParaRPr>
          </a:p>
          <a:p>
            <a:pPr marL="0" marR="0" lvl="0" indent="0" algn="just"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prstClr val="black"/>
              </a:solidFill>
              <a:effectLst/>
              <a:uLnTx/>
              <a:uFillTx/>
              <a:latin typeface="Work Sans" panose="00000500000000000000" pitchFamily="2" charset="0"/>
              <a:ea typeface="+mn-ea"/>
              <a:cs typeface="+mn-cs"/>
            </a:endParaRPr>
          </a:p>
          <a:p>
            <a:pPr marL="0" marR="0" lvl="0" indent="0" algn="just"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prstClr val="black"/>
              </a:solidFill>
              <a:effectLst/>
              <a:uLnTx/>
              <a:uFillTx/>
              <a:latin typeface="Work Sans" panose="00000500000000000000" pitchFamily="2" charset="0"/>
              <a:ea typeface="+mn-ea"/>
              <a:cs typeface="+mn-cs"/>
            </a:endParaRPr>
          </a:p>
          <a:p>
            <a:pPr marL="0" marR="0" lvl="0" indent="0" algn="just"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dirty="0">
              <a:ln>
                <a:noFill/>
              </a:ln>
              <a:solidFill>
                <a:prstClr val="black"/>
              </a:solidFill>
              <a:effectLst/>
              <a:uLnTx/>
              <a:uFillTx/>
              <a:latin typeface="Work Sans" panose="00000500000000000000" pitchFamily="2" charset="0"/>
              <a:ea typeface="+mn-ea"/>
              <a:cs typeface="+mn-cs"/>
            </a:endParaRPr>
          </a:p>
          <a:p>
            <a:pPr marL="171450" marR="0" lvl="0" indent="-17145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fr-FR" sz="1100" b="0" i="0" u="none" strike="noStrike" kern="1200" cap="none" spc="0" normalizeH="0" baseline="0" noProof="0" dirty="0">
              <a:ln>
                <a:noFill/>
              </a:ln>
              <a:solidFill>
                <a:prstClr val="black"/>
              </a:solidFill>
              <a:effectLst/>
              <a:uLnTx/>
              <a:uFillTx/>
              <a:latin typeface="Work Sans" panose="00000500000000000000" pitchFamily="2" charset="0"/>
              <a:ea typeface="+mn-ea"/>
              <a:cs typeface="+mn-cs"/>
            </a:endParaRPr>
          </a:p>
        </p:txBody>
      </p:sp>
      <p:sp>
        <p:nvSpPr>
          <p:cNvPr id="46" name="TextBox 9">
            <a:extLst>
              <a:ext uri="{FF2B5EF4-FFF2-40B4-BE49-F238E27FC236}">
                <a16:creationId xmlns:a16="http://schemas.microsoft.com/office/drawing/2014/main" id="{37964ED9-4734-0F7A-6617-410400B82287}"/>
              </a:ext>
            </a:extLst>
          </p:cNvPr>
          <p:cNvSpPr txBox="1"/>
          <p:nvPr/>
        </p:nvSpPr>
        <p:spPr>
          <a:xfrm>
            <a:off x="371612" y="1154686"/>
            <a:ext cx="3400081" cy="430887"/>
          </a:xfrm>
          <a:prstGeom prst="rect">
            <a:avLst/>
          </a:prstGeom>
          <a:noFill/>
        </p:spPr>
        <p:txBody>
          <a:bodyPr wrap="square" lIns="0" tIns="0" rIns="0" bIns="0" rtlCol="0" anchor="t">
            <a:spAutoFit/>
          </a:bodyPr>
          <a:lstStyle/>
          <a:p>
            <a:pPr marL="0" marR="0" lvl="0" indent="0" algn="ctr" defTabSz="673454" rtl="0" eaLnBrk="1" fontAlgn="auto" latinLnBrk="0" hangingPunct="1">
              <a:lnSpc>
                <a:spcPct val="100000"/>
              </a:lnSpc>
              <a:spcBef>
                <a:spcPts val="0"/>
              </a:spcBef>
              <a:spcAft>
                <a:spcPts val="0"/>
              </a:spcAft>
              <a:buClrTx/>
              <a:buSzTx/>
              <a:buFontTx/>
              <a:buNone/>
              <a:tabLst/>
              <a:defRPr/>
            </a:pPr>
            <a:r>
              <a:rPr kumimoji="0" lang="fr-FR" sz="1400" b="1" i="0" u="none" strike="noStrike" kern="1200" cap="none" spc="0" normalizeH="0" baseline="0" noProof="0">
                <a:ln>
                  <a:noFill/>
                </a:ln>
                <a:solidFill>
                  <a:srgbClr val="046A38"/>
                </a:solidFill>
                <a:effectLst/>
                <a:uLnTx/>
                <a:uFillTx/>
                <a:latin typeface="Work sans"/>
                <a:ea typeface="+mn-ea"/>
                <a:cs typeface="Arial"/>
              </a:rPr>
              <a:t>Une expertise dans les domaines de cet accompagnement</a:t>
            </a:r>
            <a:endParaRPr kumimoji="0" lang="fr-FR" sz="1400" b="1" i="0" u="none" strike="noStrike" kern="1200" cap="none" spc="0" normalizeH="0" baseline="0" noProof="0">
              <a:ln>
                <a:noFill/>
              </a:ln>
              <a:solidFill>
                <a:srgbClr val="FF0000"/>
              </a:solidFill>
              <a:effectLst/>
              <a:uLnTx/>
              <a:uFillTx/>
              <a:latin typeface="Work sans"/>
              <a:ea typeface="+mn-ea"/>
              <a:cs typeface="Arial"/>
            </a:endParaRPr>
          </a:p>
        </p:txBody>
      </p:sp>
      <p:sp>
        <p:nvSpPr>
          <p:cNvPr id="47" name="TextBox 9">
            <a:extLst>
              <a:ext uri="{FF2B5EF4-FFF2-40B4-BE49-F238E27FC236}">
                <a16:creationId xmlns:a16="http://schemas.microsoft.com/office/drawing/2014/main" id="{CD8B6846-36A8-B27F-840C-879F0D658181}"/>
              </a:ext>
            </a:extLst>
          </p:cNvPr>
          <p:cNvSpPr txBox="1"/>
          <p:nvPr/>
        </p:nvSpPr>
        <p:spPr>
          <a:xfrm>
            <a:off x="4194310" y="1163169"/>
            <a:ext cx="4247926" cy="430887"/>
          </a:xfrm>
          <a:prstGeom prst="rect">
            <a:avLst/>
          </a:prstGeom>
          <a:noFill/>
          <a:ln>
            <a:noFill/>
          </a:ln>
        </p:spPr>
        <p:txBody>
          <a:bodyPr wrap="square" lIns="0" tIns="0" rIns="0" bIns="0" rtlCol="0" anchor="t">
            <a:spAutoFit/>
          </a:bodyPr>
          <a:lstStyle/>
          <a:p>
            <a:pPr marL="0" marR="0" lvl="0" indent="0" algn="ctr" defTabSz="673454" rtl="0" eaLnBrk="1" fontAlgn="auto" latinLnBrk="0" hangingPunct="1">
              <a:lnSpc>
                <a:spcPct val="100000"/>
              </a:lnSpc>
              <a:spcBef>
                <a:spcPts val="0"/>
              </a:spcBef>
              <a:spcAft>
                <a:spcPts val="0"/>
              </a:spcAft>
              <a:buClrTx/>
              <a:buSzTx/>
              <a:buFontTx/>
              <a:buNone/>
              <a:tabLst/>
              <a:defRPr/>
            </a:pPr>
            <a:r>
              <a:rPr kumimoji="0" lang="fr-FR" sz="1400" b="1" i="0" u="none" strike="noStrike" kern="1200" cap="none" spc="0" normalizeH="0" baseline="0" noProof="0">
                <a:ln>
                  <a:noFill/>
                </a:ln>
                <a:solidFill>
                  <a:srgbClr val="046A38"/>
                </a:solidFill>
                <a:effectLst/>
                <a:uLnTx/>
                <a:uFillTx/>
                <a:latin typeface="Work sans"/>
                <a:ea typeface="+mn-ea"/>
                <a:cs typeface="Arial"/>
              </a:rPr>
              <a:t>Nous avons composé une équipe d’experts pour répondre à vos problématiques</a:t>
            </a:r>
          </a:p>
        </p:txBody>
      </p:sp>
      <p:sp>
        <p:nvSpPr>
          <p:cNvPr id="48" name="TextBox 9">
            <a:extLst>
              <a:ext uri="{FF2B5EF4-FFF2-40B4-BE49-F238E27FC236}">
                <a16:creationId xmlns:a16="http://schemas.microsoft.com/office/drawing/2014/main" id="{C52DF651-FDB6-26AE-261E-A699DDA3A14F}"/>
              </a:ext>
            </a:extLst>
          </p:cNvPr>
          <p:cNvSpPr txBox="1"/>
          <p:nvPr/>
        </p:nvSpPr>
        <p:spPr>
          <a:xfrm>
            <a:off x="8868559" y="1157935"/>
            <a:ext cx="2920583" cy="430887"/>
          </a:xfrm>
          <a:prstGeom prst="rect">
            <a:avLst/>
          </a:prstGeom>
          <a:noFill/>
        </p:spPr>
        <p:txBody>
          <a:bodyPr wrap="square" lIns="0" tIns="0" rIns="0" bIns="0" rtlCol="0" anchor="t">
            <a:spAutoFit/>
          </a:bodyPr>
          <a:lstStyle/>
          <a:p>
            <a:pPr marL="0" marR="0" lvl="0" indent="0" algn="ctr" defTabSz="673454" rtl="0" eaLnBrk="1" fontAlgn="auto" latinLnBrk="0" hangingPunct="1">
              <a:lnSpc>
                <a:spcPct val="100000"/>
              </a:lnSpc>
              <a:spcBef>
                <a:spcPts val="0"/>
              </a:spcBef>
              <a:spcAft>
                <a:spcPts val="0"/>
              </a:spcAft>
              <a:buClrTx/>
              <a:buSzTx/>
              <a:buFontTx/>
              <a:buNone/>
              <a:tabLst/>
              <a:defRPr/>
            </a:pPr>
            <a:r>
              <a:rPr kumimoji="0" lang="fr-FR" sz="1400" b="1" i="0" u="none" strike="noStrike" kern="1200" cap="none" spc="0" normalizeH="0" baseline="0" noProof="0">
                <a:ln>
                  <a:noFill/>
                </a:ln>
                <a:solidFill>
                  <a:srgbClr val="046A38"/>
                </a:solidFill>
                <a:effectLst/>
                <a:uLnTx/>
                <a:uFillTx/>
                <a:latin typeface="Work sans"/>
                <a:ea typeface="+mn-ea"/>
                <a:cs typeface="Arial"/>
              </a:rPr>
              <a:t>Une méthodologie simple et efficace</a:t>
            </a:r>
          </a:p>
        </p:txBody>
      </p:sp>
      <p:sp>
        <p:nvSpPr>
          <p:cNvPr id="49" name="Rectangle 48">
            <a:extLst>
              <a:ext uri="{FF2B5EF4-FFF2-40B4-BE49-F238E27FC236}">
                <a16:creationId xmlns:a16="http://schemas.microsoft.com/office/drawing/2014/main" id="{42DCE5AB-3574-E3DA-CD00-0FD7C47E40DC}"/>
              </a:ext>
            </a:extLst>
          </p:cNvPr>
          <p:cNvSpPr/>
          <p:nvPr/>
        </p:nvSpPr>
        <p:spPr>
          <a:xfrm>
            <a:off x="8868559" y="4335673"/>
            <a:ext cx="2920584" cy="1395210"/>
          </a:xfrm>
          <a:prstGeom prst="rect">
            <a:avLst/>
          </a:prstGeom>
          <a:noFill/>
          <a:ln>
            <a:solidFill>
              <a:srgbClr val="046A38"/>
            </a:solidFill>
            <a:prstDash val="dash"/>
          </a:ln>
        </p:spPr>
        <p:txBody>
          <a:bodyPr wrap="square" lIns="91440" tIns="45720" rIns="91440" bIns="45720" anchor="t">
            <a:noAutofit/>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prstClr val="black"/>
                </a:solidFill>
                <a:effectLst/>
                <a:uLnTx/>
                <a:uFillTx/>
                <a:latin typeface="Work sans"/>
                <a:ea typeface="+mn-ea"/>
                <a:cs typeface="+mn-cs"/>
              </a:rPr>
              <a:t>Nous avons intégré votre préoccupation légitime d’optimiser les honoraires et notre volonté d’établir un partenariat dans la durée avec votre institution.</a:t>
            </a:r>
          </a:p>
        </p:txBody>
      </p:sp>
      <p:sp>
        <p:nvSpPr>
          <p:cNvPr id="50" name="Rectangle 49">
            <a:extLst>
              <a:ext uri="{FF2B5EF4-FFF2-40B4-BE49-F238E27FC236}">
                <a16:creationId xmlns:a16="http://schemas.microsoft.com/office/drawing/2014/main" id="{9AE777F3-69BB-7F66-CCCB-4A5C724E8869}"/>
              </a:ext>
            </a:extLst>
          </p:cNvPr>
          <p:cNvSpPr/>
          <p:nvPr/>
        </p:nvSpPr>
        <p:spPr>
          <a:xfrm>
            <a:off x="8864855" y="1735989"/>
            <a:ext cx="2920677" cy="1918624"/>
          </a:xfrm>
          <a:prstGeom prst="rect">
            <a:avLst/>
          </a:prstGeom>
          <a:noFill/>
          <a:ln>
            <a:solidFill>
              <a:srgbClr val="046A38"/>
            </a:solidFill>
            <a:prstDash val="dash"/>
          </a:ln>
        </p:spPr>
        <p:txBody>
          <a:bodyPr wrap="square" lIns="91440" tIns="45720" rIns="91440" bIns="45720" anchor="t">
            <a:noAutofit/>
          </a:bodyPr>
          <a:lstStyle/>
          <a:p>
            <a:pPr marL="0" marR="0" lvl="0" indent="0" algn="just" defTabSz="457200" rtl="0" eaLnBrk="1" fontAlgn="auto" latinLnBrk="0" hangingPunct="1">
              <a:lnSpc>
                <a:spcPct val="100000"/>
              </a:lnSpc>
              <a:spcBef>
                <a:spcPts val="0"/>
              </a:spcBef>
              <a:spcAft>
                <a:spcPts val="0"/>
              </a:spcAft>
              <a:buClrTx/>
              <a:buSzTx/>
              <a:buFontTx/>
              <a:buNone/>
              <a:tabLst/>
              <a:defRPr/>
            </a:pPr>
            <a:endParaRPr kumimoji="0" lang="fr-FR" sz="1100" b="0" i="0" u="none" strike="noStrike" kern="1200" cap="none" spc="0" normalizeH="0" baseline="0" noProof="0">
              <a:ln>
                <a:noFill/>
              </a:ln>
              <a:solidFill>
                <a:prstClr val="black"/>
              </a:solidFill>
              <a:effectLst/>
              <a:uLnTx/>
              <a:uFillTx/>
              <a:latin typeface="Work Sans" panose="00000500000000000000" pitchFamily="2" charset="0"/>
              <a:ea typeface="+mn-ea"/>
              <a:cs typeface="+mn-cs"/>
            </a:endParaRPr>
          </a:p>
        </p:txBody>
      </p:sp>
      <p:sp>
        <p:nvSpPr>
          <p:cNvPr id="51" name="TextBox 9">
            <a:extLst>
              <a:ext uri="{FF2B5EF4-FFF2-40B4-BE49-F238E27FC236}">
                <a16:creationId xmlns:a16="http://schemas.microsoft.com/office/drawing/2014/main" id="{B5EF1D9C-E5FC-5C5B-F819-38F8323CC953}"/>
              </a:ext>
            </a:extLst>
          </p:cNvPr>
          <p:cNvSpPr txBox="1"/>
          <p:nvPr/>
        </p:nvSpPr>
        <p:spPr>
          <a:xfrm>
            <a:off x="9367022" y="3900847"/>
            <a:ext cx="2139244" cy="215444"/>
          </a:xfrm>
          <a:prstGeom prst="rect">
            <a:avLst/>
          </a:prstGeom>
          <a:noFill/>
        </p:spPr>
        <p:txBody>
          <a:bodyPr wrap="square" lIns="0" tIns="0" rIns="0" bIns="0" rtlCol="0" anchor="t">
            <a:spAutoFit/>
          </a:bodyPr>
          <a:lstStyle/>
          <a:p>
            <a:pPr marL="0" marR="0" lvl="0" indent="0" algn="l" defTabSz="673454" rtl="0" eaLnBrk="1" fontAlgn="auto" latinLnBrk="0" hangingPunct="1">
              <a:lnSpc>
                <a:spcPct val="100000"/>
              </a:lnSpc>
              <a:spcBef>
                <a:spcPts val="0"/>
              </a:spcBef>
              <a:spcAft>
                <a:spcPts val="0"/>
              </a:spcAft>
              <a:buClrTx/>
              <a:buSzTx/>
              <a:buFontTx/>
              <a:buNone/>
              <a:tabLst/>
              <a:defRPr/>
            </a:pPr>
            <a:r>
              <a:rPr kumimoji="0" lang="fr-FR" sz="1400" b="1" i="0" u="none" strike="noStrike" kern="1200" cap="none" spc="0" normalizeH="0" baseline="0" noProof="0">
                <a:ln>
                  <a:noFill/>
                </a:ln>
                <a:solidFill>
                  <a:srgbClr val="046A38"/>
                </a:solidFill>
                <a:effectLst/>
                <a:uLnTx/>
                <a:uFillTx/>
                <a:latin typeface="Work sans"/>
                <a:ea typeface="+mn-ea"/>
                <a:cs typeface="Arial"/>
              </a:rPr>
              <a:t>Un budget compétitif</a:t>
            </a:r>
          </a:p>
        </p:txBody>
      </p:sp>
      <p:sp>
        <p:nvSpPr>
          <p:cNvPr id="53" name="Rectangle 52">
            <a:extLst>
              <a:ext uri="{FF2B5EF4-FFF2-40B4-BE49-F238E27FC236}">
                <a16:creationId xmlns:a16="http://schemas.microsoft.com/office/drawing/2014/main" id="{4A769472-F2DC-B454-2FC8-D9A661F2C3A1}"/>
              </a:ext>
            </a:extLst>
          </p:cNvPr>
          <p:cNvSpPr/>
          <p:nvPr/>
        </p:nvSpPr>
        <p:spPr>
          <a:xfrm>
            <a:off x="4248959" y="1735987"/>
            <a:ext cx="4239820" cy="3994895"/>
          </a:xfrm>
          <a:prstGeom prst="rect">
            <a:avLst/>
          </a:prstGeom>
          <a:noFill/>
          <a:ln w="9525">
            <a:solidFill>
              <a:srgbClr val="046A38"/>
            </a:solidFill>
            <a:prstDash val="dash"/>
          </a:ln>
        </p:spPr>
        <p:txBody>
          <a:bodyPr wrap="square" lIns="91440" tIns="45720" rIns="91440" bIns="45720" anchor="t">
            <a:noAutofit/>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dirty="0">
                <a:ln>
                  <a:noFill/>
                </a:ln>
                <a:solidFill>
                  <a:prstClr val="black"/>
                </a:solidFill>
                <a:effectLst/>
                <a:uLnTx/>
                <a:uFillTx/>
                <a:latin typeface="Work sans"/>
                <a:ea typeface="+mn-ea"/>
                <a:cs typeface="+mn-cs"/>
              </a:rPr>
              <a:t>Nous sommes en mesure de vous fournir des travaux de qualité sur des sujets aussi techniques que complexes. </a:t>
            </a:r>
          </a:p>
          <a:p>
            <a:pPr marL="0" marR="0" lvl="0" indent="0" algn="just" defTabSz="4572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dirty="0">
                <a:ln>
                  <a:noFill/>
                </a:ln>
                <a:solidFill>
                  <a:prstClr val="black"/>
                </a:solidFill>
                <a:effectLst/>
                <a:uLnTx/>
                <a:uFillTx/>
                <a:latin typeface="Work sans"/>
                <a:ea typeface="+mn-ea"/>
                <a:cs typeface="+mn-cs"/>
              </a:rPr>
              <a:t>Nous vous proposons dans le cadre de cette offre un panel d’expert.</a:t>
            </a:r>
          </a:p>
        </p:txBody>
      </p:sp>
      <p:sp>
        <p:nvSpPr>
          <p:cNvPr id="55" name="Rectangle 54">
            <a:extLst>
              <a:ext uri="{FF2B5EF4-FFF2-40B4-BE49-F238E27FC236}">
                <a16:creationId xmlns:a16="http://schemas.microsoft.com/office/drawing/2014/main" id="{1ED02C5B-FB11-1F6C-679A-6296C60DB75F}"/>
              </a:ext>
            </a:extLst>
          </p:cNvPr>
          <p:cNvSpPr/>
          <p:nvPr>
            <p:custDataLst>
              <p:tags r:id="rId1"/>
            </p:custDataLst>
          </p:nvPr>
        </p:nvSpPr>
        <p:spPr>
          <a:xfrm>
            <a:off x="4764631" y="3719113"/>
            <a:ext cx="1194096" cy="460800"/>
          </a:xfrm>
          <a:prstGeom prst="rect">
            <a:avLst/>
          </a:prstGeom>
          <a:noFill/>
          <a:ln w="25400" cap="flat" cmpd="sng" algn="ctr">
            <a:noFill/>
            <a:prstDash val="solid"/>
          </a:ln>
          <a:effectLst/>
        </p:spPr>
        <p:txBody>
          <a:bodyPr lIns="91440" tIns="45720" rIns="91440" bIns="4572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800" b="1" i="0" u="none" strike="noStrike" kern="0" cap="none" spc="0" normalizeH="0" baseline="0" noProof="0" dirty="0">
                <a:ln>
                  <a:noFill/>
                </a:ln>
                <a:solidFill>
                  <a:srgbClr val="043D5D"/>
                </a:solidFill>
                <a:effectLst/>
                <a:uLnTx/>
                <a:uFillTx/>
                <a:latin typeface="Work sans"/>
                <a:ea typeface="+mn-ea"/>
                <a:cs typeface="Arial"/>
              </a:rPr>
              <a:t>Georges YAO-YAO</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800" b="0" i="0" u="none" strike="noStrike" kern="0" cap="none" spc="0" normalizeH="0" baseline="0" noProof="0" dirty="0">
                <a:ln>
                  <a:noFill/>
                </a:ln>
                <a:solidFill>
                  <a:srgbClr val="043D5D"/>
                </a:solidFill>
                <a:effectLst/>
                <a:uLnTx/>
                <a:uFillTx/>
                <a:latin typeface="Work sans"/>
                <a:ea typeface="+mn-ea"/>
                <a:cs typeface="Arial"/>
              </a:rPr>
              <a:t>Associé signataire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800" b="0" i="0" u="none" strike="noStrike" kern="0" cap="none" spc="0" normalizeH="0" baseline="0" noProof="0" dirty="0">
                <a:ln>
                  <a:noFill/>
                </a:ln>
                <a:solidFill>
                  <a:srgbClr val="043D5D"/>
                </a:solidFill>
                <a:effectLst/>
                <a:uLnTx/>
                <a:uFillTx/>
                <a:latin typeface="Work sans"/>
                <a:ea typeface="+mn-ea"/>
                <a:cs typeface="Arial"/>
              </a:rPr>
              <a:t>24 ans d’expérience</a:t>
            </a:r>
            <a:endParaRPr kumimoji="0" lang="fr-FR" sz="800" b="0" i="0" u="none" strike="noStrike" kern="0" cap="none" spc="0" normalizeH="0" baseline="0" noProof="0" dirty="0">
              <a:ln>
                <a:noFill/>
              </a:ln>
              <a:solidFill>
                <a:srgbClr val="043D5D"/>
              </a:solidFill>
              <a:effectLst/>
              <a:uLnTx/>
              <a:uFillTx/>
              <a:latin typeface="Work sans"/>
              <a:ea typeface="+mn-ea"/>
              <a:cs typeface="Arial" pitchFamily="34" charset="0"/>
            </a:endParaRPr>
          </a:p>
        </p:txBody>
      </p:sp>
      <p:sp>
        <p:nvSpPr>
          <p:cNvPr id="56" name="TextBox 1">
            <a:extLst>
              <a:ext uri="{FF2B5EF4-FFF2-40B4-BE49-F238E27FC236}">
                <a16:creationId xmlns:a16="http://schemas.microsoft.com/office/drawing/2014/main" id="{A5F92F5A-8544-8594-C9DF-12F6867C826A}"/>
              </a:ext>
            </a:extLst>
          </p:cNvPr>
          <p:cNvSpPr txBox="1"/>
          <p:nvPr/>
        </p:nvSpPr>
        <p:spPr>
          <a:xfrm>
            <a:off x="8957251" y="1864548"/>
            <a:ext cx="2743200" cy="1277273"/>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171450" marR="0" lvl="0" indent="-171450" algn="just" defTabSz="457200" rtl="0" eaLnBrk="1" fontAlgn="auto" latinLnBrk="0" hangingPunct="1">
              <a:lnSpc>
                <a:spcPct val="100000"/>
              </a:lnSpc>
              <a:spcBef>
                <a:spcPts val="0"/>
              </a:spcBef>
              <a:spcAft>
                <a:spcPts val="0"/>
              </a:spcAft>
              <a:buClrTx/>
              <a:buSzTx/>
              <a:buFont typeface="Wingdings"/>
              <a:buChar char="§"/>
              <a:tabLst/>
              <a:defRPr/>
            </a:pPr>
            <a:r>
              <a:rPr kumimoji="0" lang="fr-FR" sz="1100" b="0" i="0" u="none" strike="noStrike" kern="1200" cap="none" spc="0" normalizeH="0" baseline="0" noProof="0">
                <a:ln>
                  <a:noFill/>
                </a:ln>
                <a:solidFill>
                  <a:prstClr val="black"/>
                </a:solidFill>
                <a:effectLst/>
                <a:uLnTx/>
                <a:uFillTx/>
                <a:latin typeface="Work sans"/>
                <a:ea typeface="+mn-ea"/>
                <a:cs typeface="+mn-cs"/>
              </a:rPr>
              <a:t>Notre méthodologie est non seulement basée sur notre expérience, mais aussi sur la compréhension de votre besoin.</a:t>
            </a:r>
            <a:endParaRPr kumimoji="0" lang="en-US" sz="1100" b="0" i="0" u="none" strike="noStrike" kern="1200" cap="none" spc="0" normalizeH="0" baseline="0" noProof="0">
              <a:ln>
                <a:noFill/>
              </a:ln>
              <a:solidFill>
                <a:prstClr val="black"/>
              </a:solidFill>
              <a:effectLst/>
              <a:uLnTx/>
              <a:uFillTx/>
              <a:latin typeface="Work sans"/>
              <a:ea typeface="+mn-ea"/>
              <a:cs typeface="+mn-cs"/>
            </a:endParaRPr>
          </a:p>
          <a:p>
            <a:pPr marL="171450" marR="0" lvl="0" indent="-171450" algn="just" defTabSz="457200" rtl="0" eaLnBrk="1" fontAlgn="auto" latinLnBrk="0" hangingPunct="1">
              <a:lnSpc>
                <a:spcPct val="100000"/>
              </a:lnSpc>
              <a:spcBef>
                <a:spcPts val="0"/>
              </a:spcBef>
              <a:spcAft>
                <a:spcPts val="0"/>
              </a:spcAft>
              <a:buClrTx/>
              <a:buSzTx/>
              <a:buFont typeface="Wingdings"/>
              <a:buChar char="§"/>
              <a:tabLst/>
              <a:defRPr/>
            </a:pPr>
            <a:endParaRPr kumimoji="0" lang="fr-FR" sz="1100" b="0" i="0" u="none" strike="noStrike" kern="1200" cap="none" spc="0" normalizeH="0" baseline="0" noProof="0">
              <a:ln>
                <a:noFill/>
              </a:ln>
              <a:solidFill>
                <a:prstClr val="black"/>
              </a:solidFill>
              <a:effectLst/>
              <a:uLnTx/>
              <a:uFillTx/>
              <a:latin typeface="Work sans"/>
              <a:ea typeface="+mn-ea"/>
              <a:cs typeface="+mn-cs"/>
            </a:endParaRPr>
          </a:p>
          <a:p>
            <a:pPr marL="171450" marR="0" lvl="0" indent="-171450" algn="just" defTabSz="457200" rtl="0" eaLnBrk="1" fontAlgn="auto" latinLnBrk="0" hangingPunct="1">
              <a:lnSpc>
                <a:spcPct val="100000"/>
              </a:lnSpc>
              <a:spcBef>
                <a:spcPts val="0"/>
              </a:spcBef>
              <a:spcAft>
                <a:spcPts val="0"/>
              </a:spcAft>
              <a:buClrTx/>
              <a:buSzTx/>
              <a:buFont typeface="Wingdings"/>
              <a:buChar char="§"/>
              <a:tabLst/>
              <a:defRPr/>
            </a:pPr>
            <a:r>
              <a:rPr kumimoji="0" lang="fr-FR" sz="1100" b="0" i="0" u="none" strike="noStrike" kern="1200" cap="none" spc="0" normalizeH="0" baseline="0" noProof="0">
                <a:ln>
                  <a:noFill/>
                </a:ln>
                <a:solidFill>
                  <a:prstClr val="black"/>
                </a:solidFill>
                <a:effectLst/>
                <a:uLnTx/>
                <a:uFillTx/>
                <a:latin typeface="Work sans"/>
                <a:ea typeface="+mn-ea"/>
                <a:cs typeface="+mn-cs"/>
              </a:rPr>
              <a:t>Nous fournirons durant la mission les livrables requis.</a:t>
            </a:r>
          </a:p>
        </p:txBody>
      </p:sp>
      <p:sp>
        <p:nvSpPr>
          <p:cNvPr id="58" name="ZoneTexte 57">
            <a:extLst>
              <a:ext uri="{FF2B5EF4-FFF2-40B4-BE49-F238E27FC236}">
                <a16:creationId xmlns:a16="http://schemas.microsoft.com/office/drawing/2014/main" id="{C6A29932-327E-59F1-4AF5-17D82C1BCD2A}"/>
              </a:ext>
            </a:extLst>
          </p:cNvPr>
          <p:cNvSpPr txBox="1"/>
          <p:nvPr/>
        </p:nvSpPr>
        <p:spPr>
          <a:xfrm>
            <a:off x="6663462" y="3719113"/>
            <a:ext cx="1285928" cy="461665"/>
          </a:xfrm>
          <a:prstGeom prst="rect">
            <a:avLst/>
          </a:prstGeom>
          <a:noFill/>
          <a:ln>
            <a:noFill/>
          </a:ln>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800" b="1" i="0" u="none" strike="noStrike" kern="1200" cap="none" spc="0" normalizeH="0" baseline="0" noProof="0" dirty="0">
                <a:ln>
                  <a:noFill/>
                </a:ln>
                <a:solidFill>
                  <a:srgbClr val="043D5D"/>
                </a:solidFill>
                <a:effectLst/>
                <a:uLnTx/>
                <a:uFillTx/>
                <a:latin typeface="Work sans"/>
                <a:ea typeface="+mn-ea"/>
                <a:cs typeface="Arial"/>
              </a:rPr>
              <a:t>Yves DODO</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800" b="0" i="0" u="none" strike="noStrike" kern="0" cap="none" spc="0" normalizeH="0" baseline="0" noProof="0" dirty="0">
                <a:ln>
                  <a:noFill/>
                </a:ln>
                <a:solidFill>
                  <a:srgbClr val="043D5D"/>
                </a:solidFill>
                <a:effectLst/>
                <a:uLnTx/>
                <a:uFillTx/>
                <a:latin typeface="Work sans"/>
                <a:ea typeface="+mn-ea"/>
                <a:cs typeface="Arial"/>
              </a:rPr>
              <a:t>Associé, revue qualité</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800" b="0" i="0" u="none" strike="noStrike" kern="0" cap="none" spc="0" normalizeH="0" baseline="0" noProof="0" dirty="0">
                <a:ln>
                  <a:noFill/>
                </a:ln>
                <a:solidFill>
                  <a:srgbClr val="043D5D"/>
                </a:solidFill>
                <a:effectLst/>
                <a:uLnTx/>
                <a:uFillTx/>
                <a:latin typeface="Work sans"/>
                <a:ea typeface="+mn-ea"/>
                <a:cs typeface="Arial"/>
              </a:rPr>
              <a:t>15 ans d’expérience</a:t>
            </a:r>
          </a:p>
        </p:txBody>
      </p:sp>
      <p:pic>
        <p:nvPicPr>
          <p:cNvPr id="68" name="Image 67">
            <a:extLst>
              <a:ext uri="{FF2B5EF4-FFF2-40B4-BE49-F238E27FC236}">
                <a16:creationId xmlns:a16="http://schemas.microsoft.com/office/drawing/2014/main" id="{7DA3A70A-1F1B-A504-3D15-D2A5907FDC3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774951" y="4057525"/>
            <a:ext cx="957569" cy="469807"/>
          </a:xfrm>
          <a:prstGeom prst="rect">
            <a:avLst/>
          </a:prstGeom>
        </p:spPr>
      </p:pic>
      <p:pic>
        <p:nvPicPr>
          <p:cNvPr id="69" name="Image 68">
            <a:extLst>
              <a:ext uri="{FF2B5EF4-FFF2-40B4-BE49-F238E27FC236}">
                <a16:creationId xmlns:a16="http://schemas.microsoft.com/office/drawing/2014/main" id="{BB1AF376-CFC7-B1C3-E592-173174E043B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438932" y="4637070"/>
            <a:ext cx="1598994" cy="599623"/>
          </a:xfrm>
          <a:prstGeom prst="rect">
            <a:avLst/>
          </a:prstGeom>
        </p:spPr>
      </p:pic>
      <p:pic>
        <p:nvPicPr>
          <p:cNvPr id="8" name="Picture 18" descr="Une image contenant texte, conception, outil&#10;&#10;Le contenu généré par l’IA peut être incorrect.">
            <a:extLst>
              <a:ext uri="{FF2B5EF4-FFF2-40B4-BE49-F238E27FC236}">
                <a16:creationId xmlns:a16="http://schemas.microsoft.com/office/drawing/2014/main" id="{29F57E65-CB0A-CD60-9237-2E8FFE43376F}"/>
              </a:ext>
            </a:extLst>
          </p:cNvPr>
          <p:cNvPicPr>
            <a:picLocks noChangeAspect="1"/>
          </p:cNvPicPr>
          <p:nvPr/>
        </p:nvPicPr>
        <p:blipFill>
          <a:blip r:embed="rId7"/>
          <a:stretch>
            <a:fillRect/>
          </a:stretch>
        </p:blipFill>
        <p:spPr>
          <a:xfrm>
            <a:off x="1472027" y="3346810"/>
            <a:ext cx="1533647" cy="768589"/>
          </a:xfrm>
          <a:prstGeom prst="rect">
            <a:avLst/>
          </a:prstGeom>
          <a:ln>
            <a:noFill/>
          </a:ln>
        </p:spPr>
      </p:pic>
      <p:pic>
        <p:nvPicPr>
          <p:cNvPr id="10" name="Image 9" descr="Une image contenant texte, Police, Graphique, graphisme&#10;&#10;Le contenu généré par l’IA peut être incorrect.">
            <a:extLst>
              <a:ext uri="{FF2B5EF4-FFF2-40B4-BE49-F238E27FC236}">
                <a16:creationId xmlns:a16="http://schemas.microsoft.com/office/drawing/2014/main" id="{7E15AF6F-E937-A39E-ED6B-3744B0C22B99}"/>
              </a:ext>
            </a:extLst>
          </p:cNvPr>
          <p:cNvPicPr>
            <a:picLocks noChangeAspect="1"/>
          </p:cNvPicPr>
          <p:nvPr/>
        </p:nvPicPr>
        <p:blipFill>
          <a:blip r:embed="rId8"/>
          <a:stretch>
            <a:fillRect/>
          </a:stretch>
        </p:blipFill>
        <p:spPr>
          <a:xfrm>
            <a:off x="615164" y="3155702"/>
            <a:ext cx="917079" cy="415743"/>
          </a:xfrm>
          <a:prstGeom prst="rect">
            <a:avLst/>
          </a:prstGeom>
        </p:spPr>
      </p:pic>
      <p:pic>
        <p:nvPicPr>
          <p:cNvPr id="11" name="Picture 22">
            <a:extLst>
              <a:ext uri="{FF2B5EF4-FFF2-40B4-BE49-F238E27FC236}">
                <a16:creationId xmlns:a16="http://schemas.microsoft.com/office/drawing/2014/main" id="{AB82C236-D942-3F77-049F-33B6C192AC90}"/>
              </a:ext>
            </a:extLst>
          </p:cNvPr>
          <p:cNvPicPr>
            <a:picLocks noChangeAspect="1"/>
          </p:cNvPicPr>
          <p:nvPr/>
        </p:nvPicPr>
        <p:blipFill>
          <a:blip r:embed="rId9"/>
          <a:stretch>
            <a:fillRect/>
          </a:stretch>
        </p:blipFill>
        <p:spPr>
          <a:xfrm>
            <a:off x="470820" y="4101827"/>
            <a:ext cx="1002355" cy="546065"/>
          </a:xfrm>
          <a:prstGeom prst="rect">
            <a:avLst/>
          </a:prstGeom>
          <a:ln>
            <a:noFill/>
          </a:ln>
        </p:spPr>
      </p:pic>
      <p:pic>
        <p:nvPicPr>
          <p:cNvPr id="4" name="Image 3">
            <a:extLst>
              <a:ext uri="{FF2B5EF4-FFF2-40B4-BE49-F238E27FC236}">
                <a16:creationId xmlns:a16="http://schemas.microsoft.com/office/drawing/2014/main" id="{44D58494-F1BC-C890-DF01-92F0FAF1C701}"/>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2692875" y="3138216"/>
            <a:ext cx="971896" cy="401717"/>
          </a:xfrm>
          <a:prstGeom prst="rect">
            <a:avLst/>
          </a:prstGeom>
        </p:spPr>
      </p:pic>
      <p:sp>
        <p:nvSpPr>
          <p:cNvPr id="57" name="Rectangle 56">
            <a:extLst>
              <a:ext uri="{FF2B5EF4-FFF2-40B4-BE49-F238E27FC236}">
                <a16:creationId xmlns:a16="http://schemas.microsoft.com/office/drawing/2014/main" id="{C338B07F-9179-B85F-4EA9-E6393387163A}"/>
              </a:ext>
            </a:extLst>
          </p:cNvPr>
          <p:cNvSpPr/>
          <p:nvPr>
            <p:custDataLst>
              <p:tags r:id="rId2"/>
            </p:custDataLst>
          </p:nvPr>
        </p:nvSpPr>
        <p:spPr>
          <a:xfrm>
            <a:off x="5497160" y="5175094"/>
            <a:ext cx="1576536" cy="460800"/>
          </a:xfrm>
          <a:prstGeom prst="rect">
            <a:avLst/>
          </a:prstGeom>
          <a:noFill/>
          <a:ln w="25400" cap="flat" cmpd="sng" algn="ctr">
            <a:noFill/>
            <a:prstDash val="solid"/>
          </a:ln>
          <a:effectLst/>
        </p:spPr>
        <p:txBody>
          <a:bodyPr lIns="91440" tIns="45720" rIns="91440" bIns="4572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800" b="1" i="0" u="none" strike="noStrike" kern="1200" cap="none" spc="0" normalizeH="0" baseline="0" noProof="0">
                <a:ln>
                  <a:noFill/>
                </a:ln>
                <a:solidFill>
                  <a:srgbClr val="043D5D"/>
                </a:solidFill>
                <a:effectLst/>
                <a:uLnTx/>
                <a:uFillTx/>
                <a:latin typeface="Work sans"/>
                <a:ea typeface="+mn-ea"/>
                <a:cs typeface="Arial"/>
              </a:rPr>
              <a:t>Revita OULE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800" b="0" i="0" u="none" strike="noStrike" kern="0" cap="none" spc="0" normalizeH="0" baseline="0" noProof="0">
                <a:ln>
                  <a:noFill/>
                </a:ln>
                <a:solidFill>
                  <a:srgbClr val="043D5D"/>
                </a:solidFill>
                <a:effectLst/>
                <a:uLnTx/>
                <a:uFillTx/>
                <a:latin typeface="Work sans"/>
                <a:ea typeface="+mn-ea"/>
                <a:cs typeface="Arial"/>
              </a:rPr>
              <a:t>Manager Consulting</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800" b="0" i="0" u="none" strike="noStrike" kern="0" cap="none" spc="0" normalizeH="0" baseline="0" noProof="0">
                <a:ln>
                  <a:noFill/>
                </a:ln>
                <a:solidFill>
                  <a:srgbClr val="043D5D"/>
                </a:solidFill>
                <a:effectLst/>
                <a:uLnTx/>
                <a:uFillTx/>
                <a:latin typeface="Work sans"/>
                <a:ea typeface="+mn-ea"/>
                <a:cs typeface="Arial"/>
              </a:rPr>
              <a:t>8 ans d’expérience</a:t>
            </a: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6" name="Picture 14">
            <a:extLst>
              <a:ext uri="{FF2B5EF4-FFF2-40B4-BE49-F238E27FC236}">
                <a16:creationId xmlns:a16="http://schemas.microsoft.com/office/drawing/2014/main" id="{511F6FF0-34A6-DA11-01E9-280E6CAAA093}"/>
              </a:ext>
            </a:extLst>
          </p:cNvPr>
          <p:cNvPicPr>
            <a:picLocks noChangeAspect="1"/>
          </p:cNvPicPr>
          <p:nvPr/>
        </p:nvPicPr>
        <p:blipFill>
          <a:blip r:embed="rId11">
            <a:extLst>
              <a:ext uri="{28A0092B-C50C-407E-A947-70E740481C1C}">
                <a14:useLocalDpi xmlns:a14="http://schemas.microsoft.com/office/drawing/2010/main" val="0"/>
              </a:ext>
            </a:extLst>
          </a:blip>
          <a:srcRect/>
          <a:stretch/>
        </p:blipFill>
        <p:spPr>
          <a:xfrm>
            <a:off x="5879636" y="4350444"/>
            <a:ext cx="757156" cy="856881"/>
          </a:xfrm>
          <a:prstGeom prst="ellipse">
            <a:avLst/>
          </a:prstGeom>
        </p:spPr>
      </p:pic>
      <p:pic>
        <p:nvPicPr>
          <p:cNvPr id="5" name="Image 4">
            <a:extLst>
              <a:ext uri="{FF2B5EF4-FFF2-40B4-BE49-F238E27FC236}">
                <a16:creationId xmlns:a16="http://schemas.microsoft.com/office/drawing/2014/main" id="{E9A3D50C-0A59-1AC7-FB06-2CA011A4838D}"/>
              </a:ext>
            </a:extLst>
          </p:cNvPr>
          <p:cNvPicPr>
            <a:picLocks noChangeAspect="1"/>
          </p:cNvPicPr>
          <p:nvPr/>
        </p:nvPicPr>
        <p:blipFill>
          <a:blip r:embed="rId12"/>
          <a:stretch>
            <a:fillRect/>
          </a:stretch>
        </p:blipFill>
        <p:spPr>
          <a:xfrm>
            <a:off x="5791609" y="4143551"/>
            <a:ext cx="987638" cy="1030313"/>
          </a:xfrm>
          <a:prstGeom prst="rect">
            <a:avLst/>
          </a:prstGeom>
        </p:spPr>
      </p:pic>
      <p:pic>
        <p:nvPicPr>
          <p:cNvPr id="7" name="Google Shape;413;g296c4726689_0_0">
            <a:extLst>
              <a:ext uri="{FF2B5EF4-FFF2-40B4-BE49-F238E27FC236}">
                <a16:creationId xmlns:a16="http://schemas.microsoft.com/office/drawing/2014/main" id="{EC77A708-E642-32BC-1E9A-DFC8FE574D59}"/>
              </a:ext>
            </a:extLst>
          </p:cNvPr>
          <p:cNvPicPr preferRelativeResize="0"/>
          <p:nvPr/>
        </p:nvPicPr>
        <p:blipFill>
          <a:blip r:embed="rId13">
            <a:extLst>
              <a:ext uri="{28A0092B-C50C-407E-A947-70E740481C1C}">
                <a14:useLocalDpi xmlns:a14="http://schemas.microsoft.com/office/drawing/2010/main" val="0"/>
              </a:ext>
            </a:extLst>
          </a:blip>
          <a:srcRect t="3252" b="3252"/>
          <a:stretch/>
        </p:blipFill>
        <p:spPr>
          <a:xfrm>
            <a:off x="6803983" y="2672464"/>
            <a:ext cx="1004886" cy="1011573"/>
          </a:xfrm>
          <a:prstGeom prst="ellipse">
            <a:avLst/>
          </a:prstGeom>
          <a:noFill/>
          <a:ln>
            <a:noFill/>
          </a:ln>
        </p:spPr>
      </p:pic>
      <p:pic>
        <p:nvPicPr>
          <p:cNvPr id="9" name="Google Shape;416;g296c4726689_0_0">
            <a:extLst>
              <a:ext uri="{FF2B5EF4-FFF2-40B4-BE49-F238E27FC236}">
                <a16:creationId xmlns:a16="http://schemas.microsoft.com/office/drawing/2014/main" id="{1F4715D7-CCBF-4A29-8CB5-0CEEB89B180A}"/>
              </a:ext>
            </a:extLst>
          </p:cNvPr>
          <p:cNvPicPr preferRelativeResize="0"/>
          <p:nvPr/>
        </p:nvPicPr>
        <p:blipFill>
          <a:blip r:embed="rId14">
            <a:extLst>
              <a:ext uri="{28A0092B-C50C-407E-A947-70E740481C1C}">
                <a14:useLocalDpi xmlns:a14="http://schemas.microsoft.com/office/drawing/2010/main" val="0"/>
              </a:ext>
            </a:extLst>
          </a:blip>
          <a:srcRect l="1233" r="1233"/>
          <a:stretch/>
        </p:blipFill>
        <p:spPr>
          <a:xfrm>
            <a:off x="4866272" y="2666289"/>
            <a:ext cx="990813" cy="1017748"/>
          </a:xfrm>
          <a:prstGeom prst="ellipse">
            <a:avLst/>
          </a:prstGeom>
          <a:noFill/>
          <a:ln>
            <a:noFill/>
          </a:ln>
        </p:spPr>
      </p:pic>
      <p:sp>
        <p:nvSpPr>
          <p:cNvPr id="17" name="Oval 7">
            <a:extLst>
              <a:ext uri="{FF2B5EF4-FFF2-40B4-BE49-F238E27FC236}">
                <a16:creationId xmlns:a16="http://schemas.microsoft.com/office/drawing/2014/main" id="{60030774-19C3-E203-ACEC-D40B97F7D26C}"/>
              </a:ext>
            </a:extLst>
          </p:cNvPr>
          <p:cNvSpPr/>
          <p:nvPr/>
        </p:nvSpPr>
        <p:spPr>
          <a:xfrm>
            <a:off x="8569145" y="217094"/>
            <a:ext cx="295710" cy="295710"/>
          </a:xfrm>
          <a:prstGeom prst="ellipse">
            <a:avLst/>
          </a:prstGeom>
          <a:solidFill>
            <a:srgbClr val="203864"/>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fr-FR" sz="1200" b="0" i="0" u="none" strike="noStrike" kern="1200" cap="none" spc="0" normalizeH="0" baseline="0" noProof="0">
              <a:ln>
                <a:noFill/>
              </a:ln>
              <a:solidFill>
                <a:prstClr val="white"/>
              </a:solidFill>
              <a:effectLst/>
              <a:uLnTx/>
              <a:uFillTx/>
              <a:latin typeface="Work Sans"/>
              <a:ea typeface="+mn-ea"/>
              <a:cs typeface="+mn-cs"/>
            </a:endParaRPr>
          </a:p>
        </p:txBody>
      </p:sp>
      <p:grpSp>
        <p:nvGrpSpPr>
          <p:cNvPr id="18" name="Google Shape;113;p13">
            <a:extLst>
              <a:ext uri="{FF2B5EF4-FFF2-40B4-BE49-F238E27FC236}">
                <a16:creationId xmlns:a16="http://schemas.microsoft.com/office/drawing/2014/main" id="{12C7F679-CCD5-9B07-BF0D-52C32192993A}"/>
              </a:ext>
            </a:extLst>
          </p:cNvPr>
          <p:cNvGrpSpPr/>
          <p:nvPr/>
        </p:nvGrpSpPr>
        <p:grpSpPr>
          <a:xfrm>
            <a:off x="7759098" y="523504"/>
            <a:ext cx="1105757" cy="67715"/>
            <a:chOff x="0" y="-9525"/>
            <a:chExt cx="436842" cy="26751"/>
          </a:xfrm>
        </p:grpSpPr>
        <p:sp>
          <p:nvSpPr>
            <p:cNvPr id="19" name="Google Shape;114;p13">
              <a:extLst>
                <a:ext uri="{FF2B5EF4-FFF2-40B4-BE49-F238E27FC236}">
                  <a16:creationId xmlns:a16="http://schemas.microsoft.com/office/drawing/2014/main" id="{E7815747-F4E3-0665-5F00-8FA49305EB90}"/>
                </a:ext>
              </a:extLst>
            </p:cNvPr>
            <p:cNvSpPr/>
            <p:nvPr/>
          </p:nvSpPr>
          <p:spPr>
            <a:xfrm>
              <a:off x="0" y="0"/>
              <a:ext cx="436842" cy="17226"/>
            </a:xfrm>
            <a:custGeom>
              <a:avLst/>
              <a:gdLst/>
              <a:ahLst/>
              <a:cxnLst/>
              <a:rect l="l" t="t" r="r" b="b"/>
              <a:pathLst>
                <a:path w="436842" h="17226" extrusionOk="0">
                  <a:moveTo>
                    <a:pt x="0" y="0"/>
                  </a:moveTo>
                  <a:lnTo>
                    <a:pt x="436842" y="0"/>
                  </a:lnTo>
                  <a:lnTo>
                    <a:pt x="436842" y="17226"/>
                  </a:lnTo>
                  <a:lnTo>
                    <a:pt x="0" y="17226"/>
                  </a:lnTo>
                  <a:close/>
                </a:path>
              </a:pathLst>
            </a:custGeom>
            <a:solidFill>
              <a:srgbClr val="7FC241"/>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200" b="0" i="0" u="none" strike="noStrike" kern="1200" cap="none" spc="0" normalizeH="0" baseline="0" noProof="0">
                <a:ln>
                  <a:noFill/>
                </a:ln>
                <a:solidFill>
                  <a:prstClr val="black"/>
                </a:solidFill>
                <a:effectLst/>
                <a:uLnTx/>
                <a:uFillTx/>
                <a:latin typeface="Work Sans"/>
                <a:ea typeface="+mn-ea"/>
                <a:cs typeface="+mn-cs"/>
              </a:endParaRPr>
            </a:p>
          </p:txBody>
        </p:sp>
        <p:sp>
          <p:nvSpPr>
            <p:cNvPr id="21" name="Google Shape;115;p13">
              <a:extLst>
                <a:ext uri="{FF2B5EF4-FFF2-40B4-BE49-F238E27FC236}">
                  <a16:creationId xmlns:a16="http://schemas.microsoft.com/office/drawing/2014/main" id="{39079850-3BD5-954E-594C-1C6B66EC88EC}"/>
                </a:ext>
              </a:extLst>
            </p:cNvPr>
            <p:cNvSpPr txBox="1"/>
            <p:nvPr/>
          </p:nvSpPr>
          <p:spPr>
            <a:xfrm>
              <a:off x="0" y="-9525"/>
              <a:ext cx="436842" cy="26751"/>
            </a:xfrm>
            <a:prstGeom prst="rect">
              <a:avLst/>
            </a:prstGeom>
            <a:noFill/>
            <a:ln>
              <a:noFill/>
            </a:ln>
          </p:spPr>
          <p:txBody>
            <a:bodyPr spcFirstLastPara="1" wrap="square" lIns="44824" tIns="44824" rIns="44824" bIns="44824" anchor="ctr" anchorCtr="0">
              <a:noAutofit/>
            </a:bodyPr>
            <a:lstStyle/>
            <a:p>
              <a:pPr marL="0" marR="0" lvl="0" indent="0" algn="ctr" defTabSz="457200" rtl="0" eaLnBrk="1" fontAlgn="auto" latinLnBrk="0" hangingPunct="1">
                <a:lnSpc>
                  <a:spcPct val="80000"/>
                </a:lnSpc>
                <a:spcBef>
                  <a:spcPts val="0"/>
                </a:spcBef>
                <a:spcAft>
                  <a:spcPts val="0"/>
                </a:spcAft>
                <a:buClrTx/>
                <a:buSzTx/>
                <a:buFontTx/>
                <a:buNone/>
                <a:tabLst/>
                <a:defRPr/>
              </a:pPr>
              <a:endParaRPr kumimoji="0" lang="fr-FR" sz="1200" b="0" i="0" u="none" strike="noStrike" kern="1200" cap="none" spc="0" normalizeH="0" baseline="0" noProof="0">
                <a:ln>
                  <a:noFill/>
                </a:ln>
                <a:solidFill>
                  <a:prstClr val="black"/>
                </a:solidFill>
                <a:effectLst/>
                <a:uLnTx/>
                <a:uFillTx/>
                <a:latin typeface="Work Sans"/>
                <a:ea typeface="Calibri"/>
                <a:cs typeface="Calibri"/>
                <a:sym typeface="Calibri"/>
              </a:endParaRPr>
            </a:p>
          </p:txBody>
        </p:sp>
      </p:grpSp>
    </p:spTree>
    <p:extLst>
      <p:ext uri="{BB962C8B-B14F-4D97-AF65-F5344CB8AC3E}">
        <p14:creationId xmlns:p14="http://schemas.microsoft.com/office/powerpoint/2010/main" val="5637182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D83211-95ED-AEF3-1C3D-83B3B3B0BA7A}"/>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99E190D8-A2C5-227B-116C-EC936FF896EB}"/>
              </a:ext>
            </a:extLst>
          </p:cNvPr>
          <p:cNvSpPr/>
          <p:nvPr/>
        </p:nvSpPr>
        <p:spPr>
          <a:xfrm>
            <a:off x="-53676" y="0"/>
            <a:ext cx="12245675"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Espace réservé du numéro de diapositive 2">
            <a:extLst>
              <a:ext uri="{FF2B5EF4-FFF2-40B4-BE49-F238E27FC236}">
                <a16:creationId xmlns:a16="http://schemas.microsoft.com/office/drawing/2014/main" id="{879662FC-0252-A6C1-1E50-8F1A331311F7}"/>
              </a:ext>
            </a:extLst>
          </p:cNvPr>
          <p:cNvSpPr>
            <a:spLocks noGrp="1"/>
          </p:cNvSpPr>
          <p:nvPr>
            <p:ph type="sldNum" sz="quarter" idx="12"/>
          </p:nvPr>
        </p:nvSpPr>
        <p:spPr>
          <a:xfrm>
            <a:off x="8949648" y="6057016"/>
            <a:ext cx="27432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843DB3B-2DAE-45C8-8012-39AD7A5181D9}" type="slidenum">
              <a:rPr kumimoji="0" lang="fr-CI" sz="1100" b="0" i="0" u="none" strike="noStrike" kern="1200" cap="none" spc="0" normalizeH="0" baseline="0" noProof="0" smtClean="0">
                <a:ln>
                  <a:noFill/>
                </a:ln>
                <a:solidFill>
                  <a:prstClr val="white"/>
                </a:solidFill>
                <a:effectLst/>
                <a:uLnTx/>
                <a:uFillTx/>
                <a:latin typeface="Work Sans"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12</a:t>
            </a:fld>
            <a:endParaRPr kumimoji="0" lang="fr-CI" sz="1200" b="0" i="0" u="none" strike="noStrike" kern="1200" cap="none" spc="0" normalizeH="0" baseline="0" noProof="0">
              <a:ln>
                <a:noFill/>
              </a:ln>
              <a:solidFill>
                <a:prstClr val="white"/>
              </a:solidFill>
              <a:effectLst/>
              <a:uLnTx/>
              <a:uFillTx/>
              <a:latin typeface="Work Sans" pitchFamily="2" charset="0"/>
              <a:ea typeface="+mn-ea"/>
              <a:cs typeface="+mn-cs"/>
            </a:endParaRPr>
          </a:p>
        </p:txBody>
      </p:sp>
      <p:pic>
        <p:nvPicPr>
          <p:cNvPr id="8" name="Image 7" descr="Une image contenant texte, capture d’écran, tableau&#10;&#10;Le contenu généré par l’IA peut être incorrect.">
            <a:extLst>
              <a:ext uri="{FF2B5EF4-FFF2-40B4-BE49-F238E27FC236}">
                <a16:creationId xmlns:a16="http://schemas.microsoft.com/office/drawing/2014/main" id="{B7592268-BB44-EFD8-0FAE-C10F9C4443B9}"/>
              </a:ext>
            </a:extLst>
          </p:cNvPr>
          <p:cNvPicPr>
            <a:picLocks noChangeAspect="1"/>
          </p:cNvPicPr>
          <p:nvPr/>
        </p:nvPicPr>
        <p:blipFill>
          <a:blip r:embed="rId3">
            <a:extLst>
              <a:ext uri="{BEBA8EAE-BF5A-486C-A8C5-ECC9F3942E4B}">
                <a14:imgProps xmlns:a14="http://schemas.microsoft.com/office/drawing/2010/main">
                  <a14:imgLayer r:embed="rId4">
                    <a14:imgEffect>
                      <a14:artisticBlur radius="68"/>
                    </a14:imgEffect>
                  </a14:imgLayer>
                </a14:imgProps>
              </a:ext>
              <a:ext uri="{28A0092B-C50C-407E-A947-70E740481C1C}">
                <a14:useLocalDpi xmlns:a14="http://schemas.microsoft.com/office/drawing/2010/main" val="0"/>
              </a:ext>
            </a:extLst>
          </a:blip>
          <a:stretch>
            <a:fillRect/>
          </a:stretch>
        </p:blipFill>
        <p:spPr>
          <a:xfrm>
            <a:off x="-56433" y="0"/>
            <a:ext cx="12245674" cy="5710298"/>
          </a:xfrm>
          <a:prstGeom prst="rect">
            <a:avLst/>
          </a:prstGeom>
        </p:spPr>
      </p:pic>
      <p:sp>
        <p:nvSpPr>
          <p:cNvPr id="9" name="Rectangle 8">
            <a:extLst>
              <a:ext uri="{FF2B5EF4-FFF2-40B4-BE49-F238E27FC236}">
                <a16:creationId xmlns:a16="http://schemas.microsoft.com/office/drawing/2014/main" id="{78FCF794-AF09-BFD5-DAD2-5F0BDBA84427}"/>
              </a:ext>
            </a:extLst>
          </p:cNvPr>
          <p:cNvSpPr/>
          <p:nvPr/>
        </p:nvSpPr>
        <p:spPr>
          <a:xfrm>
            <a:off x="-88090" y="0"/>
            <a:ext cx="12245677" cy="5710299"/>
          </a:xfrm>
          <a:prstGeom prst="rect">
            <a:avLst/>
          </a:prstGeom>
          <a:solidFill>
            <a:schemeClr val="accent1">
              <a:lumMod val="50000"/>
              <a:alpha val="8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1" name="Groupe 10">
            <a:extLst>
              <a:ext uri="{FF2B5EF4-FFF2-40B4-BE49-F238E27FC236}">
                <a16:creationId xmlns:a16="http://schemas.microsoft.com/office/drawing/2014/main" id="{9B9C1DDB-176E-B06C-3D4D-A885F7E02EA5}"/>
              </a:ext>
            </a:extLst>
          </p:cNvPr>
          <p:cNvGrpSpPr/>
          <p:nvPr/>
        </p:nvGrpSpPr>
        <p:grpSpPr>
          <a:xfrm>
            <a:off x="666639" y="2294267"/>
            <a:ext cx="8633003" cy="571933"/>
            <a:chOff x="530451" y="420669"/>
            <a:chExt cx="8633003" cy="571933"/>
          </a:xfrm>
        </p:grpSpPr>
        <p:sp>
          <p:nvSpPr>
            <p:cNvPr id="12" name="ZoneTexte 5152">
              <a:extLst>
                <a:ext uri="{FF2B5EF4-FFF2-40B4-BE49-F238E27FC236}">
                  <a16:creationId xmlns:a16="http://schemas.microsoft.com/office/drawing/2014/main" id="{ED4D3348-92D2-AAF1-2EF5-8B1D365E3243}"/>
                </a:ext>
              </a:extLst>
            </p:cNvPr>
            <p:cNvSpPr txBox="1"/>
            <p:nvPr/>
          </p:nvSpPr>
          <p:spPr>
            <a:xfrm>
              <a:off x="530451" y="420669"/>
              <a:ext cx="8633003" cy="483209"/>
            </a:xfrm>
            <a:prstGeom prst="rect">
              <a:avLst/>
            </a:prstGeom>
            <a:noFill/>
            <a:ln cap="flat">
              <a:noFill/>
            </a:ln>
          </p:spPr>
          <p:txBody>
            <a:bodyPr vert="horz" wrap="square" lIns="91440" tIns="45720" rIns="91440" bIns="45720" anchor="t" anchorCtr="0" compatLnSpc="1">
              <a:spAutoFit/>
            </a:bodyPr>
            <a:lstStyle/>
            <a:p>
              <a:pPr marL="0" marR="0" lvl="0" indent="0" algn="l" defTabSz="414771" rtl="0" eaLnBrk="1" fontAlgn="auto" latinLnBrk="0" hangingPunct="0">
                <a:lnSpc>
                  <a:spcPct val="100000"/>
                </a:lnSpc>
                <a:spcBef>
                  <a:spcPts val="0"/>
                </a:spcBef>
                <a:spcAft>
                  <a:spcPts val="0"/>
                </a:spcAft>
                <a:buClrTx/>
                <a:buSzTx/>
                <a:buFontTx/>
                <a:buNone/>
                <a:tabLst/>
                <a:defRPr sz="1800" b="0" i="0" u="none" strike="noStrike" kern="0" cap="none" spc="0" baseline="0">
                  <a:solidFill>
                    <a:srgbClr val="000000"/>
                  </a:solidFill>
                  <a:uFillTx/>
                </a:defRPr>
              </a:pPr>
              <a:r>
                <a:rPr lang="fr-FR" sz="2540" b="1" dirty="0">
                  <a:solidFill>
                    <a:srgbClr val="FFFFFF"/>
                  </a:solidFill>
                  <a:latin typeface="Work Sans" pitchFamily="2"/>
                </a:rPr>
                <a:t>PARTIE III : NOTRE APPROCHE METHODOLOGIQUE </a:t>
              </a:r>
              <a:endParaRPr kumimoji="0" lang="fr-FR" sz="2540" b="1" i="0" u="none" strike="noStrike" kern="1200" cap="none" spc="0" normalizeH="0" baseline="0" noProof="0" dirty="0">
                <a:ln>
                  <a:noFill/>
                </a:ln>
                <a:solidFill>
                  <a:srgbClr val="FFFFFF"/>
                </a:solidFill>
                <a:effectLst/>
                <a:uLnTx/>
                <a:uFillTx/>
                <a:latin typeface="Work Sans" pitchFamily="2"/>
                <a:ea typeface="+mn-ea"/>
                <a:cs typeface="+mn-cs"/>
              </a:endParaRPr>
            </a:p>
          </p:txBody>
        </p:sp>
        <p:cxnSp>
          <p:nvCxnSpPr>
            <p:cNvPr id="13" name="Connecteur droit 5153">
              <a:extLst>
                <a:ext uri="{FF2B5EF4-FFF2-40B4-BE49-F238E27FC236}">
                  <a16:creationId xmlns:a16="http://schemas.microsoft.com/office/drawing/2014/main" id="{21A812A6-B126-B880-E941-3E06DD09572F}"/>
                </a:ext>
              </a:extLst>
            </p:cNvPr>
            <p:cNvCxnSpPr/>
            <p:nvPr/>
          </p:nvCxnSpPr>
          <p:spPr>
            <a:xfrm>
              <a:off x="1425320" y="992602"/>
              <a:ext cx="2004822" cy="0"/>
            </a:xfrm>
            <a:prstGeom prst="straightConnector1">
              <a:avLst/>
            </a:prstGeom>
            <a:noFill/>
            <a:ln w="28575" cap="flat">
              <a:solidFill>
                <a:srgbClr val="B8D4F0"/>
              </a:solidFill>
              <a:prstDash val="solid"/>
              <a:miter/>
            </a:ln>
          </p:spPr>
        </p:cxnSp>
      </p:grpSp>
      <p:sp>
        <p:nvSpPr>
          <p:cNvPr id="42" name="Rectangle 41">
            <a:extLst>
              <a:ext uri="{FF2B5EF4-FFF2-40B4-BE49-F238E27FC236}">
                <a16:creationId xmlns:a16="http://schemas.microsoft.com/office/drawing/2014/main" id="{3AB385E3-CF8D-6420-FA9F-1434FE45F6EC}"/>
              </a:ext>
            </a:extLst>
          </p:cNvPr>
          <p:cNvSpPr/>
          <p:nvPr/>
        </p:nvSpPr>
        <p:spPr>
          <a:xfrm>
            <a:off x="-57016" y="5554944"/>
            <a:ext cx="12251191" cy="155355"/>
          </a:xfrm>
          <a:prstGeom prst="rect">
            <a:avLst/>
          </a:prstGeom>
          <a:solidFill>
            <a:srgbClr val="86BC2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44" name="Image 5172" descr="Une image contenant Graphique, Police, logo, texte&#10;&#10;Description générée automatiquement">
            <a:extLst>
              <a:ext uri="{FF2B5EF4-FFF2-40B4-BE49-F238E27FC236}">
                <a16:creationId xmlns:a16="http://schemas.microsoft.com/office/drawing/2014/main" id="{64766B50-D2FA-8910-A61E-BC11C6A65D7A}"/>
              </a:ext>
            </a:extLst>
          </p:cNvPr>
          <p:cNvPicPr>
            <a:picLocks noChangeAspect="1"/>
          </p:cNvPicPr>
          <p:nvPr/>
        </p:nvPicPr>
        <p:blipFill>
          <a:blip r:embed="rId5"/>
          <a:stretch>
            <a:fillRect/>
          </a:stretch>
        </p:blipFill>
        <p:spPr>
          <a:xfrm>
            <a:off x="11467508" y="4902201"/>
            <a:ext cx="690079" cy="656740"/>
          </a:xfrm>
          <a:prstGeom prst="rect">
            <a:avLst/>
          </a:prstGeom>
          <a:noFill/>
          <a:ln cap="flat">
            <a:noFill/>
          </a:ln>
        </p:spPr>
      </p:pic>
    </p:spTree>
    <p:extLst>
      <p:ext uri="{BB962C8B-B14F-4D97-AF65-F5344CB8AC3E}">
        <p14:creationId xmlns:p14="http://schemas.microsoft.com/office/powerpoint/2010/main" val="6092887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r="-18000"/>
          </a:stretch>
        </a:blipFill>
        <a:effectLst/>
      </p:bgPr>
    </p:bg>
    <p:spTree>
      <p:nvGrpSpPr>
        <p:cNvPr id="1" name="">
          <a:extLst>
            <a:ext uri="{FF2B5EF4-FFF2-40B4-BE49-F238E27FC236}">
              <a16:creationId xmlns:a16="http://schemas.microsoft.com/office/drawing/2014/main" id="{627CA7FC-9CF7-961A-DD53-E7510292B782}"/>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98470216-F91D-7E27-0A7E-5CC5004FDB69}"/>
              </a:ext>
            </a:extLst>
          </p:cNvPr>
          <p:cNvSpPr txBox="1"/>
          <p:nvPr/>
        </p:nvSpPr>
        <p:spPr>
          <a:xfrm>
            <a:off x="1016000" y="6326909"/>
            <a:ext cx="988291" cy="434109"/>
          </a:xfrm>
          <a:prstGeom prst="rect">
            <a:avLst/>
          </a:prstGeom>
          <a:solidFill>
            <a:srgbClr val="043D5D"/>
          </a:solid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Espace réservé du numéro de diapositive 2">
            <a:extLst>
              <a:ext uri="{FF2B5EF4-FFF2-40B4-BE49-F238E27FC236}">
                <a16:creationId xmlns:a16="http://schemas.microsoft.com/office/drawing/2014/main" id="{5B985EB9-1EA7-8D97-B678-CBCE3EBF4050}"/>
              </a:ext>
            </a:extLst>
          </p:cNvPr>
          <p:cNvSpPr>
            <a:spLocks noGrp="1"/>
          </p:cNvSpPr>
          <p:nvPr>
            <p:ph type="sldNum" sz="quarter" idx="12"/>
          </p:nvPr>
        </p:nvSpPr>
        <p:spPr>
          <a:xfrm>
            <a:off x="8949648" y="6057016"/>
            <a:ext cx="27432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843DB3B-2DAE-45C8-8012-39AD7A5181D9}" type="slidenum">
              <a:rPr kumimoji="0" lang="fr-CI" sz="1100" b="0" i="0" u="none" strike="noStrike" kern="1200" cap="none" spc="0" normalizeH="0" baseline="0" noProof="0" smtClean="0">
                <a:ln>
                  <a:noFill/>
                </a:ln>
                <a:solidFill>
                  <a:prstClr val="white"/>
                </a:solidFill>
                <a:effectLst/>
                <a:uLnTx/>
                <a:uFillTx/>
                <a:latin typeface="Work Sans"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13</a:t>
            </a:fld>
            <a:endParaRPr kumimoji="0" lang="fr-CI" sz="1200" b="0" i="0" u="none" strike="noStrike" kern="1200" cap="none" spc="0" normalizeH="0" baseline="0" noProof="0">
              <a:ln>
                <a:noFill/>
              </a:ln>
              <a:solidFill>
                <a:prstClr val="white"/>
              </a:solidFill>
              <a:effectLst/>
              <a:uLnTx/>
              <a:uFillTx/>
              <a:latin typeface="Work Sans" pitchFamily="2" charset="0"/>
              <a:ea typeface="+mn-ea"/>
              <a:cs typeface="+mn-cs"/>
            </a:endParaRPr>
          </a:p>
        </p:txBody>
      </p:sp>
      <p:grpSp>
        <p:nvGrpSpPr>
          <p:cNvPr id="52" name="Google Shape;113;p13">
            <a:extLst>
              <a:ext uri="{FF2B5EF4-FFF2-40B4-BE49-F238E27FC236}">
                <a16:creationId xmlns:a16="http://schemas.microsoft.com/office/drawing/2014/main" id="{67B8C400-7F7C-D7C0-AFA4-E7965C44EDC1}"/>
              </a:ext>
            </a:extLst>
          </p:cNvPr>
          <p:cNvGrpSpPr/>
          <p:nvPr/>
        </p:nvGrpSpPr>
        <p:grpSpPr>
          <a:xfrm>
            <a:off x="4080873" y="440929"/>
            <a:ext cx="1105757" cy="67715"/>
            <a:chOff x="0" y="-9525"/>
            <a:chExt cx="436842" cy="26751"/>
          </a:xfrm>
        </p:grpSpPr>
        <p:sp>
          <p:nvSpPr>
            <p:cNvPr id="54" name="Google Shape;114;p13">
              <a:extLst>
                <a:ext uri="{FF2B5EF4-FFF2-40B4-BE49-F238E27FC236}">
                  <a16:creationId xmlns:a16="http://schemas.microsoft.com/office/drawing/2014/main" id="{1316C9AB-F9F5-5A3A-A649-C3E86609EF6C}"/>
                </a:ext>
              </a:extLst>
            </p:cNvPr>
            <p:cNvSpPr/>
            <p:nvPr/>
          </p:nvSpPr>
          <p:spPr>
            <a:xfrm>
              <a:off x="0" y="0"/>
              <a:ext cx="436842" cy="17226"/>
            </a:xfrm>
            <a:custGeom>
              <a:avLst/>
              <a:gdLst/>
              <a:ahLst/>
              <a:cxnLst/>
              <a:rect l="l" t="t" r="r" b="b"/>
              <a:pathLst>
                <a:path w="436842" h="17226" extrusionOk="0">
                  <a:moveTo>
                    <a:pt x="0" y="0"/>
                  </a:moveTo>
                  <a:lnTo>
                    <a:pt x="436842" y="0"/>
                  </a:lnTo>
                  <a:lnTo>
                    <a:pt x="436842" y="17226"/>
                  </a:lnTo>
                  <a:lnTo>
                    <a:pt x="0" y="17226"/>
                  </a:lnTo>
                  <a:close/>
                </a:path>
              </a:pathLst>
            </a:custGeom>
            <a:solidFill>
              <a:srgbClr val="7FC241"/>
            </a:solidFill>
            <a:ln>
              <a:noFill/>
            </a:ln>
          </p:spPr>
          <p:txBody>
            <a:bodyPr/>
            <a:lstStyle/>
            <a:p>
              <a:endParaRPr lang="fr-FR" sz="1200">
                <a:solidFill>
                  <a:prstClr val="black"/>
                </a:solidFill>
                <a:latin typeface="Work Sans"/>
              </a:endParaRPr>
            </a:p>
          </p:txBody>
        </p:sp>
        <p:sp>
          <p:nvSpPr>
            <p:cNvPr id="59" name="Google Shape;115;p13">
              <a:extLst>
                <a:ext uri="{FF2B5EF4-FFF2-40B4-BE49-F238E27FC236}">
                  <a16:creationId xmlns:a16="http://schemas.microsoft.com/office/drawing/2014/main" id="{7E609773-48D6-14D3-93C7-BECCBA71484B}"/>
                </a:ext>
              </a:extLst>
            </p:cNvPr>
            <p:cNvSpPr txBox="1"/>
            <p:nvPr/>
          </p:nvSpPr>
          <p:spPr>
            <a:xfrm>
              <a:off x="0" y="-9525"/>
              <a:ext cx="436842" cy="26751"/>
            </a:xfrm>
            <a:prstGeom prst="rect">
              <a:avLst/>
            </a:prstGeom>
            <a:noFill/>
            <a:ln>
              <a:noFill/>
            </a:ln>
          </p:spPr>
          <p:txBody>
            <a:bodyPr spcFirstLastPara="1" wrap="square" lIns="44824" tIns="44824" rIns="44824" bIns="44824" anchor="ctr" anchorCtr="0">
              <a:noAutofit/>
            </a:bodyPr>
            <a:lstStyle/>
            <a:p>
              <a:pPr algn="ctr">
                <a:lnSpc>
                  <a:spcPct val="80000"/>
                </a:lnSpc>
              </a:pPr>
              <a:endParaRPr lang="fr-FR" sz="1200">
                <a:solidFill>
                  <a:prstClr val="black"/>
                </a:solidFill>
                <a:latin typeface="Work Sans"/>
                <a:ea typeface="Calibri"/>
                <a:cs typeface="Calibri"/>
                <a:sym typeface="Calibri"/>
              </a:endParaRPr>
            </a:p>
          </p:txBody>
        </p:sp>
      </p:grpSp>
      <p:graphicFrame>
        <p:nvGraphicFramePr>
          <p:cNvPr id="60" name="Tableau 59">
            <a:extLst>
              <a:ext uri="{FF2B5EF4-FFF2-40B4-BE49-F238E27FC236}">
                <a16:creationId xmlns:a16="http://schemas.microsoft.com/office/drawing/2014/main" id="{EC3C20B8-4338-EA3D-2490-74F81DC078B7}"/>
              </a:ext>
            </a:extLst>
          </p:cNvPr>
          <p:cNvGraphicFramePr>
            <a:graphicFrameLocks noGrp="1"/>
          </p:cNvGraphicFramePr>
          <p:nvPr>
            <p:extLst>
              <p:ext uri="{D42A27DB-BD31-4B8C-83A1-F6EECF244321}">
                <p14:modId xmlns:p14="http://schemas.microsoft.com/office/powerpoint/2010/main" val="1459868172"/>
              </p:ext>
            </p:extLst>
          </p:nvPr>
        </p:nvGraphicFramePr>
        <p:xfrm>
          <a:off x="1046868" y="1437187"/>
          <a:ext cx="9869488" cy="3276499"/>
        </p:xfrm>
        <a:graphic>
          <a:graphicData uri="http://schemas.openxmlformats.org/drawingml/2006/table">
            <a:tbl>
              <a:tblPr/>
              <a:tblGrid>
                <a:gridCol w="1899532">
                  <a:extLst>
                    <a:ext uri="{9D8B030D-6E8A-4147-A177-3AD203B41FA5}">
                      <a16:colId xmlns:a16="http://schemas.microsoft.com/office/drawing/2014/main" val="3753439710"/>
                    </a:ext>
                  </a:extLst>
                </a:gridCol>
                <a:gridCol w="7969956">
                  <a:extLst>
                    <a:ext uri="{9D8B030D-6E8A-4147-A177-3AD203B41FA5}">
                      <a16:colId xmlns:a16="http://schemas.microsoft.com/office/drawing/2014/main" val="1761763156"/>
                    </a:ext>
                  </a:extLst>
                </a:gridCol>
              </a:tblGrid>
              <a:tr h="320587">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buNone/>
                      </a:pPr>
                      <a:endParaRPr lang="fr-FR" sz="1300" dirty="0">
                        <a:solidFill>
                          <a:schemeClr val="bg1"/>
                        </a:solidFill>
                        <a:latin typeface="Work Sans" pitchFamily="2" charset="0"/>
                      </a:endParaRPr>
                    </a:p>
                  </a:txBody>
                  <a:tcPr marL="42246" marR="42246" marT="21123" marB="21123" anchor="ctr">
                    <a:lnL>
                      <a:noFill/>
                    </a:lnL>
                    <a:lnR>
                      <a:noFill/>
                    </a:lnR>
                    <a:lnT>
                      <a:noFill/>
                    </a:lnT>
                    <a:lnB>
                      <a:noFill/>
                    </a:lnB>
                    <a:lnTlToBr w="12700" cmpd="sng">
                      <a:noFill/>
                      <a:prstDash val="solid"/>
                    </a:lnTlToBr>
                    <a:lnBlToTr w="12700" cmpd="sng">
                      <a:noFill/>
                      <a:prstDash val="solid"/>
                    </a:lnBlToTr>
                    <a:solidFill>
                      <a:srgbClr val="FDFDFD"/>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buNone/>
                      </a:pPr>
                      <a:r>
                        <a:rPr lang="fr-FR" sz="1300" b="1" dirty="0">
                          <a:solidFill>
                            <a:schemeClr val="bg1"/>
                          </a:solidFill>
                          <a:latin typeface="Work Sans" pitchFamily="2" charset="0"/>
                        </a:rPr>
                        <a:t>Thématiques</a:t>
                      </a:r>
                      <a:endParaRPr lang="fr-FR" sz="1300" dirty="0">
                        <a:solidFill>
                          <a:schemeClr val="bg1"/>
                        </a:solidFill>
                        <a:latin typeface="Work Sans" pitchFamily="2" charset="0"/>
                      </a:endParaRPr>
                    </a:p>
                  </a:txBody>
                  <a:tcPr marL="42246" marR="42246" marT="21123" marB="21123" anchor="ctr">
                    <a:lnL>
                      <a:noFill/>
                    </a:lnL>
                    <a:lnR>
                      <a:noFill/>
                    </a:lnR>
                    <a:lnT>
                      <a:noFill/>
                    </a:lnT>
                    <a:lnB>
                      <a:noFill/>
                    </a:lnB>
                    <a:lnTlToBr w="12700" cmpd="sng">
                      <a:noFill/>
                      <a:prstDash val="solid"/>
                    </a:lnTlToBr>
                    <a:lnBlToTr w="12700" cmpd="sng">
                      <a:noFill/>
                      <a:prstDash val="solid"/>
                    </a:lnBlToTr>
                    <a:solidFill>
                      <a:srgbClr val="0E2841">
                        <a:lumMod val="75000"/>
                        <a:lumOff val="25000"/>
                      </a:srgbClr>
                    </a:solidFill>
                  </a:tcPr>
                </a:tc>
                <a:extLst>
                  <a:ext uri="{0D108BD9-81ED-4DB2-BD59-A6C34878D82A}">
                    <a16:rowId xmlns:a16="http://schemas.microsoft.com/office/drawing/2014/main" val="3094121305"/>
                  </a:ext>
                </a:extLst>
              </a:tr>
              <a:tr h="909699">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l">
                        <a:buNone/>
                      </a:pPr>
                      <a:r>
                        <a:rPr lang="fr-FR" sz="1600" b="1" dirty="0">
                          <a:solidFill>
                            <a:schemeClr val="tx2"/>
                          </a:solidFill>
                          <a:latin typeface="Work Sans" pitchFamily="2" charset="0"/>
                        </a:rPr>
                        <a:t>Jour 1</a:t>
                      </a:r>
                    </a:p>
                  </a:txBody>
                  <a:tcPr marL="42246" marR="42246" marT="21123" marB="21123" anchor="ctr">
                    <a:lnL>
                      <a:noFill/>
                    </a:lnL>
                    <a:lnR>
                      <a:noFill/>
                    </a:lnR>
                    <a:lnT>
                      <a:noFill/>
                    </a:lnT>
                    <a:lnB>
                      <a:noFill/>
                    </a:lnB>
                    <a:lnTlToBr w="12700" cmpd="sng">
                      <a:noFill/>
                      <a:prstDash val="solid"/>
                    </a:lnTlToBr>
                    <a:lnBlToTr w="12700" cmpd="sng">
                      <a:noFill/>
                      <a:prstDash val="solid"/>
                    </a:lnBlToTr>
                    <a:solidFill>
                      <a:srgbClr val="0E2841">
                        <a:lumMod val="10000"/>
                        <a:lumOff val="90000"/>
                      </a:srgbClr>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l">
                        <a:buNone/>
                      </a:pPr>
                      <a:r>
                        <a:rPr lang="fr-FR" sz="1400" b="1" dirty="0">
                          <a:solidFill>
                            <a:schemeClr val="tx1"/>
                          </a:solidFill>
                          <a:latin typeface="Work Sans" pitchFamily="2" charset="0"/>
                        </a:rPr>
                        <a:t>CADRE COSO ET GOUVERNANCE DES RISQUES</a:t>
                      </a:r>
                    </a:p>
                  </a:txBody>
                  <a:tcPr marL="42246" marR="42246" marT="21123" marB="21123" anchor="ctr">
                    <a:lnL>
                      <a:noFill/>
                    </a:lnL>
                    <a:lnR>
                      <a:noFill/>
                    </a:lnR>
                    <a:lnT>
                      <a:noFill/>
                    </a:lnT>
                    <a:lnB>
                      <a:noFill/>
                    </a:lnB>
                    <a:lnTlToBr w="12700" cmpd="sng">
                      <a:noFill/>
                      <a:prstDash val="solid"/>
                    </a:lnTlToBr>
                    <a:lnBlToTr w="12700" cmpd="sng">
                      <a:noFill/>
                      <a:prstDash val="solid"/>
                    </a:lnBlToTr>
                    <a:solidFill>
                      <a:srgbClr val="F7F7F7"/>
                    </a:solidFill>
                  </a:tcPr>
                </a:tc>
                <a:extLst>
                  <a:ext uri="{0D108BD9-81ED-4DB2-BD59-A6C34878D82A}">
                    <a16:rowId xmlns:a16="http://schemas.microsoft.com/office/drawing/2014/main" val="1782101704"/>
                  </a:ext>
                </a:extLst>
              </a:tr>
              <a:tr h="894746">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l">
                        <a:buNone/>
                      </a:pPr>
                      <a:r>
                        <a:rPr lang="fr-FR" sz="1600" b="1" dirty="0">
                          <a:solidFill>
                            <a:schemeClr val="tx2"/>
                          </a:solidFill>
                          <a:latin typeface="Work Sans" pitchFamily="2" charset="0"/>
                        </a:rPr>
                        <a:t>Jour 2</a:t>
                      </a:r>
                    </a:p>
                  </a:txBody>
                  <a:tcPr marL="42246" marR="42246" marT="21123" marB="21123" anchor="ctr">
                    <a:lnL>
                      <a:noFill/>
                    </a:lnL>
                    <a:lnR>
                      <a:noFill/>
                    </a:lnR>
                    <a:lnT>
                      <a:noFill/>
                    </a:lnT>
                    <a:lnB>
                      <a:noFill/>
                    </a:lnB>
                    <a:lnTlToBr w="12700" cmpd="sng">
                      <a:noFill/>
                      <a:prstDash val="solid"/>
                    </a:lnTlToBr>
                    <a:lnBlToTr w="12700" cmpd="sng">
                      <a:noFill/>
                      <a:prstDash val="solid"/>
                    </a:lnBlToTr>
                    <a:solidFill>
                      <a:srgbClr val="0E2841">
                        <a:lumMod val="25000"/>
                        <a:lumOff val="75000"/>
                      </a:srgbClr>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l">
                        <a:buNone/>
                      </a:pPr>
                      <a:r>
                        <a:rPr lang="fr-FR" sz="1400" b="1" kern="1200" dirty="0">
                          <a:solidFill>
                            <a:schemeClr val="tx1"/>
                          </a:solidFill>
                          <a:effectLst/>
                          <a:latin typeface="Work Sans" pitchFamily="2" charset="0"/>
                          <a:ea typeface="+mn-ea"/>
                          <a:cs typeface="+mn-cs"/>
                        </a:rPr>
                        <a:t>IDENTIFICATION ET ANALYSE DES RISQUES (COSO ERM)</a:t>
                      </a:r>
                      <a:endParaRPr lang="fr-FR" sz="1400" b="1" kern="1200" dirty="0">
                        <a:solidFill>
                          <a:schemeClr val="tx1"/>
                        </a:solidFill>
                        <a:latin typeface="Work Sans" pitchFamily="2" charset="0"/>
                        <a:ea typeface="+mn-ea"/>
                        <a:cs typeface="+mn-cs"/>
                      </a:endParaRPr>
                    </a:p>
                  </a:txBody>
                  <a:tcPr marL="42246" marR="42246" marT="21123" marB="21123" anchor="ctr">
                    <a:lnL>
                      <a:noFill/>
                    </a:lnL>
                    <a:lnR>
                      <a:noFill/>
                    </a:lnR>
                    <a:lnT>
                      <a:noFill/>
                    </a:lnT>
                    <a:lnB>
                      <a:noFill/>
                    </a:lnB>
                    <a:lnTlToBr w="12700" cmpd="sng">
                      <a:noFill/>
                      <a:prstDash val="solid"/>
                    </a:lnTlToBr>
                    <a:lnBlToTr w="12700" cmpd="sng">
                      <a:noFill/>
                      <a:prstDash val="solid"/>
                    </a:lnBlToTr>
                    <a:solidFill>
                      <a:sysClr val="window" lastClr="FFFFFF">
                        <a:lumMod val="95000"/>
                      </a:sysClr>
                    </a:solidFill>
                  </a:tcPr>
                </a:tc>
                <a:extLst>
                  <a:ext uri="{0D108BD9-81ED-4DB2-BD59-A6C34878D82A}">
                    <a16:rowId xmlns:a16="http://schemas.microsoft.com/office/drawing/2014/main" val="716895865"/>
                  </a:ext>
                </a:extLst>
              </a:tr>
              <a:tr h="1151467">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l">
                        <a:buNone/>
                      </a:pPr>
                      <a:r>
                        <a:rPr lang="fr-FR" sz="1600" b="1" dirty="0">
                          <a:solidFill>
                            <a:schemeClr val="tx2"/>
                          </a:solidFill>
                          <a:latin typeface="Work Sans" pitchFamily="2" charset="0"/>
                        </a:rPr>
                        <a:t>Jour 3</a:t>
                      </a:r>
                    </a:p>
                  </a:txBody>
                  <a:tcPr marL="42246" marR="42246" marT="21123" marB="21123" anchor="ctr">
                    <a:lnL>
                      <a:noFill/>
                    </a:lnL>
                    <a:lnR>
                      <a:noFill/>
                    </a:lnR>
                    <a:lnT>
                      <a:noFill/>
                    </a:lnT>
                    <a:lnB>
                      <a:noFill/>
                    </a:lnB>
                    <a:lnTlToBr w="12700" cmpd="sng">
                      <a:noFill/>
                      <a:prstDash val="solid"/>
                    </a:lnTlToBr>
                    <a:lnBlToTr w="12700" cmpd="sng">
                      <a:noFill/>
                      <a:prstDash val="solid"/>
                    </a:lnBlToTr>
                    <a:solidFill>
                      <a:srgbClr val="0E2841">
                        <a:lumMod val="50000"/>
                        <a:lumOff val="50000"/>
                      </a:srgbClr>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l">
                        <a:buNone/>
                      </a:pPr>
                      <a:r>
                        <a:rPr lang="fr-FR" sz="1400" b="1" kern="1200" dirty="0">
                          <a:solidFill>
                            <a:schemeClr val="tx1"/>
                          </a:solidFill>
                          <a:effectLst/>
                          <a:latin typeface="Work Sans" pitchFamily="2" charset="0"/>
                          <a:ea typeface="+mn-ea"/>
                          <a:cs typeface="+mn-cs"/>
                        </a:rPr>
                        <a:t>CONTRÔLE INTERNE, CONFORMITÉ ET CONTENTIEUX</a:t>
                      </a:r>
                    </a:p>
                  </a:txBody>
                  <a:tcPr marL="42246" marR="42246" marT="21123" marB="21123" anchor="ctr">
                    <a:lnL>
                      <a:noFill/>
                    </a:lnL>
                    <a:lnR>
                      <a:noFill/>
                    </a:lnR>
                    <a:lnT>
                      <a:noFill/>
                    </a:lnT>
                    <a:lnB>
                      <a:noFill/>
                    </a:lnB>
                    <a:lnTlToBr w="12700" cmpd="sng">
                      <a:noFill/>
                      <a:prstDash val="solid"/>
                    </a:lnTlToBr>
                    <a:lnBlToTr w="12700" cmpd="sng">
                      <a:noFill/>
                      <a:prstDash val="solid"/>
                    </a:lnBlToTr>
                    <a:solidFill>
                      <a:srgbClr val="E0E0E0"/>
                    </a:solidFill>
                  </a:tcPr>
                </a:tc>
                <a:extLst>
                  <a:ext uri="{0D108BD9-81ED-4DB2-BD59-A6C34878D82A}">
                    <a16:rowId xmlns:a16="http://schemas.microsoft.com/office/drawing/2014/main" val="2515243615"/>
                  </a:ext>
                </a:extLst>
              </a:tr>
            </a:tbl>
          </a:graphicData>
        </a:graphic>
      </p:graphicFrame>
      <p:sp>
        <p:nvSpPr>
          <p:cNvPr id="61" name="Google Shape;117;p13">
            <a:extLst>
              <a:ext uri="{FF2B5EF4-FFF2-40B4-BE49-F238E27FC236}">
                <a16:creationId xmlns:a16="http://schemas.microsoft.com/office/drawing/2014/main" id="{3C97AD02-18A7-61C1-979F-0DECD0CF1DA5}"/>
              </a:ext>
            </a:extLst>
          </p:cNvPr>
          <p:cNvSpPr txBox="1"/>
          <p:nvPr/>
        </p:nvSpPr>
        <p:spPr>
          <a:xfrm>
            <a:off x="298803" y="60704"/>
            <a:ext cx="6623222" cy="406265"/>
          </a:xfrm>
          <a:prstGeom prst="rect">
            <a:avLst/>
          </a:prstGeom>
          <a:noFill/>
          <a:ln>
            <a:noFill/>
          </a:ln>
        </p:spPr>
        <p:txBody>
          <a:bodyPr spcFirstLastPara="1" wrap="square" lIns="0" tIns="0" rIns="0" bIns="0" anchor="t" anchorCtr="0">
            <a:spAutoFit/>
          </a:bodyPr>
          <a:lstStyle/>
          <a:p>
            <a:pPr>
              <a:lnSpc>
                <a:spcPct val="109972"/>
              </a:lnSpc>
            </a:pPr>
            <a:r>
              <a:rPr lang="fr-FR" sz="2400" b="1" dirty="0">
                <a:solidFill>
                  <a:srgbClr val="7FC241"/>
                </a:solidFill>
                <a:latin typeface="Work Sans"/>
                <a:sym typeface="Work Sans"/>
              </a:rPr>
              <a:t>Notre proposition de Formation</a:t>
            </a:r>
            <a:endParaRPr lang="fr-FR" sz="2400" dirty="0">
              <a:solidFill>
                <a:srgbClr val="92D050"/>
              </a:solidFill>
              <a:latin typeface="Work Sans"/>
            </a:endParaRPr>
          </a:p>
        </p:txBody>
      </p:sp>
      <p:sp>
        <p:nvSpPr>
          <p:cNvPr id="62" name="Oval 7">
            <a:extLst>
              <a:ext uri="{FF2B5EF4-FFF2-40B4-BE49-F238E27FC236}">
                <a16:creationId xmlns:a16="http://schemas.microsoft.com/office/drawing/2014/main" id="{3E33F6B7-CCFD-94F2-6A70-D9DA1FD772D6}"/>
              </a:ext>
            </a:extLst>
          </p:cNvPr>
          <p:cNvSpPr/>
          <p:nvPr/>
        </p:nvSpPr>
        <p:spPr>
          <a:xfrm>
            <a:off x="5098011" y="136733"/>
            <a:ext cx="295710" cy="295710"/>
          </a:xfrm>
          <a:prstGeom prst="ellipse">
            <a:avLst/>
          </a:prstGeom>
          <a:solidFill>
            <a:srgbClr val="156082"/>
          </a:solidFill>
          <a:ln w="19050" cap="flat" cmpd="sng" algn="ctr">
            <a:solidFill>
              <a:srgbClr val="156082"/>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200" b="0" i="0" u="none" strike="noStrike" kern="0" cap="none" spc="0" normalizeH="0" baseline="0" noProof="0">
              <a:ln>
                <a:noFill/>
              </a:ln>
              <a:solidFill>
                <a:prstClr val="white"/>
              </a:solidFill>
              <a:effectLst/>
              <a:uLnTx/>
              <a:uFillTx/>
              <a:latin typeface="Work Sans"/>
              <a:ea typeface="+mn-ea"/>
              <a:cs typeface="+mn-cs"/>
            </a:endParaRPr>
          </a:p>
        </p:txBody>
      </p:sp>
      <p:grpSp>
        <p:nvGrpSpPr>
          <p:cNvPr id="63" name="Google Shape;113;p13">
            <a:extLst>
              <a:ext uri="{FF2B5EF4-FFF2-40B4-BE49-F238E27FC236}">
                <a16:creationId xmlns:a16="http://schemas.microsoft.com/office/drawing/2014/main" id="{2A520408-0F67-2563-8D44-24D02575A9B2}"/>
              </a:ext>
            </a:extLst>
          </p:cNvPr>
          <p:cNvGrpSpPr/>
          <p:nvPr/>
        </p:nvGrpSpPr>
        <p:grpSpPr>
          <a:xfrm>
            <a:off x="4287964" y="443143"/>
            <a:ext cx="1105757" cy="67715"/>
            <a:chOff x="0" y="-9525"/>
            <a:chExt cx="436842" cy="26751"/>
          </a:xfrm>
        </p:grpSpPr>
        <p:sp>
          <p:nvSpPr>
            <p:cNvPr id="64" name="Google Shape;114;p13">
              <a:extLst>
                <a:ext uri="{FF2B5EF4-FFF2-40B4-BE49-F238E27FC236}">
                  <a16:creationId xmlns:a16="http://schemas.microsoft.com/office/drawing/2014/main" id="{C1EFFD4F-ED76-C91A-9554-41554FA5ED30}"/>
                </a:ext>
              </a:extLst>
            </p:cNvPr>
            <p:cNvSpPr/>
            <p:nvPr/>
          </p:nvSpPr>
          <p:spPr>
            <a:xfrm>
              <a:off x="0" y="0"/>
              <a:ext cx="436842" cy="17226"/>
            </a:xfrm>
            <a:custGeom>
              <a:avLst/>
              <a:gdLst/>
              <a:ahLst/>
              <a:cxnLst/>
              <a:rect l="l" t="t" r="r" b="b"/>
              <a:pathLst>
                <a:path w="436842" h="17226" extrusionOk="0">
                  <a:moveTo>
                    <a:pt x="0" y="0"/>
                  </a:moveTo>
                  <a:lnTo>
                    <a:pt x="436842" y="0"/>
                  </a:lnTo>
                  <a:lnTo>
                    <a:pt x="436842" y="17226"/>
                  </a:lnTo>
                  <a:lnTo>
                    <a:pt x="0" y="17226"/>
                  </a:lnTo>
                  <a:close/>
                </a:path>
              </a:pathLst>
            </a:custGeom>
            <a:solidFill>
              <a:srgbClr val="7FC241"/>
            </a:solidFill>
            <a:ln>
              <a:noFill/>
            </a:ln>
          </p:spPr>
          <p:txBody>
            <a:bodyPr/>
            <a:lstStyle/>
            <a:p>
              <a:pPr>
                <a:defRPr/>
              </a:pPr>
              <a:endParaRPr lang="fr-FR" sz="1200">
                <a:solidFill>
                  <a:prstClr val="black"/>
                </a:solidFill>
                <a:latin typeface="Work Sans"/>
              </a:endParaRPr>
            </a:p>
          </p:txBody>
        </p:sp>
        <p:sp>
          <p:nvSpPr>
            <p:cNvPr id="65" name="Google Shape;115;p13">
              <a:extLst>
                <a:ext uri="{FF2B5EF4-FFF2-40B4-BE49-F238E27FC236}">
                  <a16:creationId xmlns:a16="http://schemas.microsoft.com/office/drawing/2014/main" id="{DB8DD320-EDEF-E40B-8A13-10B0F96260D0}"/>
                </a:ext>
              </a:extLst>
            </p:cNvPr>
            <p:cNvSpPr txBox="1"/>
            <p:nvPr/>
          </p:nvSpPr>
          <p:spPr>
            <a:xfrm>
              <a:off x="0" y="-9525"/>
              <a:ext cx="436842" cy="26751"/>
            </a:xfrm>
            <a:prstGeom prst="rect">
              <a:avLst/>
            </a:prstGeom>
            <a:noFill/>
            <a:ln>
              <a:noFill/>
            </a:ln>
          </p:spPr>
          <p:txBody>
            <a:bodyPr spcFirstLastPara="1" wrap="square" lIns="44824" tIns="44824" rIns="44824" bIns="44824" anchor="ctr" anchorCtr="0">
              <a:noAutofit/>
            </a:bodyPr>
            <a:lstStyle/>
            <a:p>
              <a:pPr algn="ctr">
                <a:lnSpc>
                  <a:spcPct val="80000"/>
                </a:lnSpc>
                <a:defRPr/>
              </a:pPr>
              <a:endParaRPr lang="fr-FR" sz="1200">
                <a:solidFill>
                  <a:prstClr val="black"/>
                </a:solidFill>
                <a:latin typeface="Work Sans"/>
                <a:ea typeface="Calibri"/>
                <a:cs typeface="Calibri"/>
                <a:sym typeface="Calibri"/>
              </a:endParaRPr>
            </a:p>
          </p:txBody>
        </p:sp>
      </p:grpSp>
    </p:spTree>
    <p:extLst>
      <p:ext uri="{BB962C8B-B14F-4D97-AF65-F5344CB8AC3E}">
        <p14:creationId xmlns:p14="http://schemas.microsoft.com/office/powerpoint/2010/main" val="11002600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r="-18000"/>
          </a:stretch>
        </a:blipFill>
        <a:effectLst/>
      </p:bgPr>
    </p:bg>
    <p:spTree>
      <p:nvGrpSpPr>
        <p:cNvPr id="1" name="">
          <a:extLst>
            <a:ext uri="{FF2B5EF4-FFF2-40B4-BE49-F238E27FC236}">
              <a16:creationId xmlns:a16="http://schemas.microsoft.com/office/drawing/2014/main" id="{D157FDC2-B400-A664-C254-ECC93B492402}"/>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988F8BF8-C59D-4110-8577-5A4617C9C955}"/>
              </a:ext>
            </a:extLst>
          </p:cNvPr>
          <p:cNvSpPr txBox="1"/>
          <p:nvPr/>
        </p:nvSpPr>
        <p:spPr>
          <a:xfrm>
            <a:off x="1016000" y="6326909"/>
            <a:ext cx="988291" cy="434109"/>
          </a:xfrm>
          <a:prstGeom prst="rect">
            <a:avLst/>
          </a:prstGeom>
          <a:solidFill>
            <a:srgbClr val="043D5D"/>
          </a:solid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Espace réservé du numéro de diapositive 2">
            <a:extLst>
              <a:ext uri="{FF2B5EF4-FFF2-40B4-BE49-F238E27FC236}">
                <a16:creationId xmlns:a16="http://schemas.microsoft.com/office/drawing/2014/main" id="{5611DD36-F85B-1AA9-8CC8-4D541A5B03F1}"/>
              </a:ext>
            </a:extLst>
          </p:cNvPr>
          <p:cNvSpPr>
            <a:spLocks noGrp="1"/>
          </p:cNvSpPr>
          <p:nvPr>
            <p:ph type="sldNum" sz="quarter" idx="12"/>
          </p:nvPr>
        </p:nvSpPr>
        <p:spPr>
          <a:xfrm>
            <a:off x="8949648" y="6057016"/>
            <a:ext cx="27432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843DB3B-2DAE-45C8-8012-39AD7A5181D9}" type="slidenum">
              <a:rPr kumimoji="0" lang="fr-CI" sz="1100" b="0" i="0" u="none" strike="noStrike" kern="1200" cap="none" spc="0" normalizeH="0" baseline="0" noProof="0" smtClean="0">
                <a:ln>
                  <a:noFill/>
                </a:ln>
                <a:solidFill>
                  <a:prstClr val="white"/>
                </a:solidFill>
                <a:effectLst/>
                <a:uLnTx/>
                <a:uFillTx/>
                <a:latin typeface="Work Sans"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14</a:t>
            </a:fld>
            <a:endParaRPr kumimoji="0" lang="fr-CI" sz="1200" b="0" i="0" u="none" strike="noStrike" kern="1200" cap="none" spc="0" normalizeH="0" baseline="0" noProof="0">
              <a:ln>
                <a:noFill/>
              </a:ln>
              <a:solidFill>
                <a:prstClr val="white"/>
              </a:solidFill>
              <a:effectLst/>
              <a:uLnTx/>
              <a:uFillTx/>
              <a:latin typeface="Work Sans" pitchFamily="2" charset="0"/>
              <a:ea typeface="+mn-ea"/>
              <a:cs typeface="+mn-cs"/>
            </a:endParaRPr>
          </a:p>
        </p:txBody>
      </p:sp>
      <p:graphicFrame>
        <p:nvGraphicFramePr>
          <p:cNvPr id="30" name="Tableau 29">
            <a:extLst>
              <a:ext uri="{FF2B5EF4-FFF2-40B4-BE49-F238E27FC236}">
                <a16:creationId xmlns:a16="http://schemas.microsoft.com/office/drawing/2014/main" id="{96D5DE81-884E-D777-643D-D5E045EDCA32}"/>
              </a:ext>
            </a:extLst>
          </p:cNvPr>
          <p:cNvGraphicFramePr>
            <a:graphicFrameLocks noGrp="1"/>
          </p:cNvGraphicFramePr>
          <p:nvPr>
            <p:extLst>
              <p:ext uri="{D42A27DB-BD31-4B8C-83A1-F6EECF244321}">
                <p14:modId xmlns:p14="http://schemas.microsoft.com/office/powerpoint/2010/main" val="3783057256"/>
              </p:ext>
            </p:extLst>
          </p:nvPr>
        </p:nvGraphicFramePr>
        <p:xfrm>
          <a:off x="298803" y="607502"/>
          <a:ext cx="11170708" cy="5450523"/>
        </p:xfrm>
        <a:graphic>
          <a:graphicData uri="http://schemas.openxmlformats.org/drawingml/2006/table">
            <a:tbl>
              <a:tblPr/>
              <a:tblGrid>
                <a:gridCol w="1778353">
                  <a:extLst>
                    <a:ext uri="{9D8B030D-6E8A-4147-A177-3AD203B41FA5}">
                      <a16:colId xmlns:a16="http://schemas.microsoft.com/office/drawing/2014/main" val="3753439710"/>
                    </a:ext>
                  </a:extLst>
                </a:gridCol>
                <a:gridCol w="2777066">
                  <a:extLst>
                    <a:ext uri="{9D8B030D-6E8A-4147-A177-3AD203B41FA5}">
                      <a16:colId xmlns:a16="http://schemas.microsoft.com/office/drawing/2014/main" val="1761763156"/>
                    </a:ext>
                  </a:extLst>
                </a:gridCol>
                <a:gridCol w="6615289">
                  <a:extLst>
                    <a:ext uri="{9D8B030D-6E8A-4147-A177-3AD203B41FA5}">
                      <a16:colId xmlns:a16="http://schemas.microsoft.com/office/drawing/2014/main" val="942668925"/>
                    </a:ext>
                  </a:extLst>
                </a:gridCol>
              </a:tblGrid>
              <a:tr h="673208">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buNone/>
                      </a:pPr>
                      <a:r>
                        <a:rPr lang="fr-FR" sz="1300" b="1" dirty="0">
                          <a:solidFill>
                            <a:schemeClr val="bg1"/>
                          </a:solidFill>
                          <a:latin typeface="Work Sans" pitchFamily="2" charset="0"/>
                        </a:rPr>
                        <a:t>Jour 1</a:t>
                      </a:r>
                    </a:p>
                  </a:txBody>
                  <a:tcPr marL="42246" marR="42246" marT="21123" marB="21123" anchor="ctr">
                    <a:lnL>
                      <a:noFill/>
                    </a:lnL>
                    <a:lnR>
                      <a:noFill/>
                    </a:lnR>
                    <a:lnT>
                      <a:noFill/>
                    </a:lnT>
                    <a:lnB>
                      <a:noFill/>
                    </a:lnB>
                    <a:lnTlToBr w="12700" cmpd="sng">
                      <a:noFill/>
                      <a:prstDash val="solid"/>
                    </a:lnTlToBr>
                    <a:lnBlToTr w="12700" cmpd="sng">
                      <a:noFill/>
                      <a:prstDash val="solid"/>
                    </a:lnBlToTr>
                    <a:solidFill>
                      <a:srgbClr val="0E2841">
                        <a:lumMod val="90000"/>
                        <a:lumOff val="10000"/>
                      </a:srgbClr>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buNone/>
                      </a:pPr>
                      <a:r>
                        <a:rPr lang="fr-FR" sz="1300" b="1" dirty="0">
                          <a:solidFill>
                            <a:schemeClr val="bg1"/>
                          </a:solidFill>
                          <a:latin typeface="Work Sans" pitchFamily="2" charset="0"/>
                        </a:rPr>
                        <a:t>Objectif</a:t>
                      </a:r>
                      <a:endParaRPr lang="fr-FR" sz="1300" dirty="0">
                        <a:solidFill>
                          <a:schemeClr val="bg1"/>
                        </a:solidFill>
                        <a:latin typeface="Work Sans" pitchFamily="2" charset="0"/>
                      </a:endParaRPr>
                    </a:p>
                  </a:txBody>
                  <a:tcPr marL="42246" marR="42246" marT="21123" marB="21123" anchor="ctr">
                    <a:lnL>
                      <a:noFill/>
                    </a:lnL>
                    <a:lnR>
                      <a:noFill/>
                    </a:lnR>
                    <a:lnT>
                      <a:noFill/>
                    </a:lnT>
                    <a:lnB>
                      <a:noFill/>
                    </a:lnB>
                    <a:lnTlToBr w="12700" cmpd="sng">
                      <a:noFill/>
                      <a:prstDash val="solid"/>
                    </a:lnTlToBr>
                    <a:lnBlToTr w="12700" cmpd="sng">
                      <a:noFill/>
                      <a:prstDash val="solid"/>
                    </a:lnBlToTr>
                    <a:solidFill>
                      <a:srgbClr val="0E2841">
                        <a:lumMod val="90000"/>
                        <a:lumOff val="10000"/>
                      </a:srgbClr>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buNone/>
                      </a:pPr>
                      <a:r>
                        <a:rPr lang="fr-FR" sz="1300" b="1" dirty="0">
                          <a:solidFill>
                            <a:schemeClr val="bg1"/>
                          </a:solidFill>
                          <a:latin typeface="Work Sans" pitchFamily="2" charset="0"/>
                        </a:rPr>
                        <a:t>Contenu détaillé</a:t>
                      </a:r>
                      <a:endParaRPr lang="fr-FR" sz="1300" dirty="0">
                        <a:solidFill>
                          <a:schemeClr val="bg1"/>
                        </a:solidFill>
                        <a:latin typeface="Work Sans" pitchFamily="2" charset="0"/>
                      </a:endParaRPr>
                    </a:p>
                  </a:txBody>
                  <a:tcPr marL="42246" marR="42246" marT="21123" marB="21123" anchor="ctr">
                    <a:lnL>
                      <a:noFill/>
                    </a:lnL>
                    <a:lnR>
                      <a:noFill/>
                    </a:lnR>
                    <a:lnT>
                      <a:noFill/>
                    </a:lnT>
                    <a:lnB>
                      <a:noFill/>
                    </a:lnB>
                    <a:lnTlToBr w="12700" cmpd="sng">
                      <a:noFill/>
                      <a:prstDash val="solid"/>
                    </a:lnTlToBr>
                    <a:lnBlToTr w="12700" cmpd="sng">
                      <a:noFill/>
                      <a:prstDash val="solid"/>
                    </a:lnBlToTr>
                    <a:solidFill>
                      <a:srgbClr val="0E2841">
                        <a:lumMod val="90000"/>
                        <a:lumOff val="10000"/>
                      </a:srgbClr>
                    </a:solidFill>
                  </a:tcPr>
                </a:tc>
                <a:extLst>
                  <a:ext uri="{0D108BD9-81ED-4DB2-BD59-A6C34878D82A}">
                    <a16:rowId xmlns:a16="http://schemas.microsoft.com/office/drawing/2014/main" val="3094121305"/>
                  </a:ext>
                </a:extLst>
              </a:tr>
              <a:tr h="2421013">
                <a:tc rowSpan="2">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l">
                        <a:buNone/>
                      </a:pPr>
                      <a:r>
                        <a:rPr lang="fr-FR" sz="1200" b="1" dirty="0">
                          <a:solidFill>
                            <a:schemeClr val="tx2"/>
                          </a:solidFill>
                          <a:latin typeface="Work Sans" pitchFamily="2" charset="0"/>
                        </a:rPr>
                        <a:t>CADRE COSO ET</a:t>
                      </a:r>
                    </a:p>
                    <a:p>
                      <a:pPr algn="l">
                        <a:buNone/>
                      </a:pPr>
                      <a:r>
                        <a:rPr lang="fr-FR" sz="1200" b="1" dirty="0">
                          <a:solidFill>
                            <a:schemeClr val="tx2"/>
                          </a:solidFill>
                          <a:latin typeface="Work Sans" pitchFamily="2" charset="0"/>
                        </a:rPr>
                        <a:t>GOUVERNANCE</a:t>
                      </a:r>
                    </a:p>
                    <a:p>
                      <a:pPr algn="l">
                        <a:buNone/>
                      </a:pPr>
                      <a:r>
                        <a:rPr lang="fr-FR" sz="1200" b="1" dirty="0">
                          <a:solidFill>
                            <a:schemeClr val="tx2"/>
                          </a:solidFill>
                          <a:latin typeface="Work Sans" pitchFamily="2" charset="0"/>
                        </a:rPr>
                        <a:t>DES RISQUES</a:t>
                      </a:r>
                    </a:p>
                  </a:txBody>
                  <a:tcPr marL="42246" marR="42246" marT="21123" marB="21123" anchor="ctr">
                    <a:lnL>
                      <a:noFill/>
                    </a:lnL>
                    <a:lnR>
                      <a:noFill/>
                    </a:lnR>
                    <a:lnT>
                      <a:noFill/>
                    </a:lnT>
                    <a:lnB>
                      <a:noFill/>
                    </a:lnB>
                    <a:lnTlToBr w="12700" cmpd="sng">
                      <a:noFill/>
                      <a:prstDash val="solid"/>
                    </a:lnTlToBr>
                    <a:lnBlToTr w="12700" cmpd="sng">
                      <a:noFill/>
                      <a:prstDash val="solid"/>
                    </a:lnBlToTr>
                    <a:solidFill>
                      <a:srgbClr val="0E2841">
                        <a:lumMod val="10000"/>
                        <a:lumOff val="90000"/>
                      </a:srgbClr>
                    </a:solidFill>
                  </a:tcPr>
                </a:tc>
                <a:tc rowSpan="2">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l">
                        <a:buNone/>
                      </a:pPr>
                      <a:r>
                        <a:rPr lang="fr-FR" sz="1400" kern="1200" dirty="0">
                          <a:solidFill>
                            <a:schemeClr val="tx1"/>
                          </a:solidFill>
                          <a:effectLst/>
                          <a:latin typeface="Work Sans" pitchFamily="2" charset="0"/>
                          <a:ea typeface="+mn-ea"/>
                          <a:cs typeface="+mn-cs"/>
                        </a:rPr>
                        <a:t>Aligner la Commission sur les standards COSO et les exigences de gouvernance des risques.</a:t>
                      </a:r>
                    </a:p>
                  </a:txBody>
                  <a:tcPr marL="42246" marR="42246" marT="21123" marB="21123" anchor="ctr">
                    <a:lnL>
                      <a:noFill/>
                    </a:lnL>
                    <a:lnR>
                      <a:noFill/>
                    </a:lnR>
                    <a:lnT>
                      <a:noFill/>
                    </a:lnT>
                    <a:lnB>
                      <a:noFill/>
                    </a:lnB>
                    <a:lnTlToBr w="12700" cmpd="sng">
                      <a:noFill/>
                      <a:prstDash val="solid"/>
                    </a:lnTlToBr>
                    <a:lnBlToTr w="12700" cmpd="sng">
                      <a:noFill/>
                      <a:prstDash val="solid"/>
                    </a:lnBlToTr>
                    <a:solidFill>
                      <a:srgbClr val="F7F7F7"/>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lvl="0"/>
                      <a:endParaRPr lang="fr-FR" sz="1400" kern="1200" dirty="0">
                        <a:solidFill>
                          <a:schemeClr val="tx1"/>
                        </a:solidFill>
                        <a:effectLst/>
                        <a:latin typeface="Work Sans" pitchFamily="2" charset="0"/>
                        <a:ea typeface="+mn-ea"/>
                        <a:cs typeface="+mn-cs"/>
                      </a:endParaRPr>
                    </a:p>
                  </a:txBody>
                  <a:tcPr marL="42246" marR="42246" marT="21123" marB="21123" anchor="ctr">
                    <a:lnL>
                      <a:noFill/>
                    </a:lnL>
                    <a:lnR>
                      <a:noFill/>
                    </a:lnR>
                    <a:lnT>
                      <a:noFill/>
                    </a:lnT>
                    <a:lnB>
                      <a:noFill/>
                    </a:lnB>
                    <a:lnTlToBr w="12700" cmpd="sng">
                      <a:noFill/>
                      <a:prstDash val="solid"/>
                    </a:lnTlToBr>
                    <a:lnBlToTr w="12700" cmpd="sng">
                      <a:noFill/>
                      <a:prstDash val="solid"/>
                    </a:lnBlToTr>
                    <a:solidFill>
                      <a:srgbClr val="F7F7F7"/>
                    </a:solidFill>
                  </a:tcPr>
                </a:tc>
                <a:extLst>
                  <a:ext uri="{0D108BD9-81ED-4DB2-BD59-A6C34878D82A}">
                    <a16:rowId xmlns:a16="http://schemas.microsoft.com/office/drawing/2014/main" val="1782101704"/>
                  </a:ext>
                </a:extLst>
              </a:tr>
              <a:tr h="2356302">
                <a:tc vMerge="1">
                  <a:txBody>
                    <a:bodyPr/>
                    <a:lstStyle/>
                    <a:p>
                      <a:pPr algn="l">
                        <a:buNone/>
                      </a:pPr>
                      <a:endParaRPr lang="fr-FR" sz="1200" dirty="0">
                        <a:solidFill>
                          <a:schemeClr val="tx2"/>
                        </a:solidFill>
                        <a:latin typeface="Work Sans" pitchFamily="2" charset="0"/>
                      </a:endParaRPr>
                    </a:p>
                  </a:txBody>
                  <a:tcPr marL="42246" marR="42246" marT="21123" marB="21123" anchor="ctr">
                    <a:lnL>
                      <a:noFill/>
                    </a:lnL>
                    <a:lnR>
                      <a:noFill/>
                    </a:lnR>
                    <a:lnT>
                      <a:noFill/>
                    </a:lnT>
                    <a:lnB>
                      <a:noFill/>
                    </a:lnB>
                    <a:solidFill>
                      <a:schemeClr val="tx2">
                        <a:lumMod val="25000"/>
                        <a:lumOff val="75000"/>
                      </a:schemeClr>
                    </a:solidFill>
                  </a:tcPr>
                </a:tc>
                <a:tc vMerge="1">
                  <a:txBody>
                    <a:bodyPr/>
                    <a:lstStyle/>
                    <a:p>
                      <a:pPr algn="l">
                        <a:buNone/>
                      </a:pPr>
                      <a:endParaRPr lang="fr-FR" sz="1300" b="1" dirty="0">
                        <a:solidFill>
                          <a:schemeClr val="tx2"/>
                        </a:solidFill>
                        <a:latin typeface="Work Sans" pitchFamily="2" charset="0"/>
                      </a:endParaRPr>
                    </a:p>
                  </a:txBody>
                  <a:tcPr marL="42246" marR="42246" marT="21123" marB="21123" anchor="ctr">
                    <a:lnL>
                      <a:noFill/>
                    </a:lnL>
                    <a:lnR>
                      <a:noFill/>
                    </a:lnR>
                    <a:lnT>
                      <a:noFill/>
                    </a:lnT>
                    <a:lnB>
                      <a:noFill/>
                    </a:lnB>
                    <a:solidFill>
                      <a:srgbClr val="FBFBFB"/>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marL="0" algn="l" defTabSz="914400" rtl="0" eaLnBrk="1" latinLnBrk="0" hangingPunct="1">
                        <a:buNone/>
                      </a:pPr>
                      <a:endParaRPr lang="fr-FR" sz="1050" kern="1200" dirty="0">
                        <a:solidFill>
                          <a:schemeClr val="tx2"/>
                        </a:solidFill>
                        <a:latin typeface="Work Sans" pitchFamily="2" charset="0"/>
                        <a:ea typeface="+mn-ea"/>
                        <a:cs typeface="+mn-cs"/>
                      </a:endParaRPr>
                    </a:p>
                  </a:txBody>
                  <a:tcPr marL="101600" marR="76200" marT="63500" marB="63500" anchor="ctr">
                    <a:lnL>
                      <a:noFill/>
                    </a:lnL>
                    <a:lnR>
                      <a:noFill/>
                    </a:lnR>
                    <a:lnT>
                      <a:noFill/>
                    </a:lnT>
                    <a:lnB>
                      <a:noFill/>
                    </a:lnB>
                    <a:lnTlToBr w="12700" cmpd="sng">
                      <a:noFill/>
                      <a:prstDash val="solid"/>
                    </a:lnTlToBr>
                    <a:lnBlToTr w="12700" cmpd="sng">
                      <a:noFill/>
                      <a:prstDash val="solid"/>
                    </a:lnBlToTr>
                    <a:solidFill>
                      <a:srgbClr val="F7F7F7"/>
                    </a:solidFill>
                  </a:tcPr>
                </a:tc>
                <a:extLst>
                  <a:ext uri="{0D108BD9-81ED-4DB2-BD59-A6C34878D82A}">
                    <a16:rowId xmlns:a16="http://schemas.microsoft.com/office/drawing/2014/main" val="775700811"/>
                  </a:ext>
                </a:extLst>
              </a:tr>
            </a:tbl>
          </a:graphicData>
        </a:graphic>
      </p:graphicFrame>
      <p:sp>
        <p:nvSpPr>
          <p:cNvPr id="31" name="Google Shape;117;p13">
            <a:extLst>
              <a:ext uri="{FF2B5EF4-FFF2-40B4-BE49-F238E27FC236}">
                <a16:creationId xmlns:a16="http://schemas.microsoft.com/office/drawing/2014/main" id="{F798CF61-9918-2A46-C8B8-11F3FDEB0EBC}"/>
              </a:ext>
            </a:extLst>
          </p:cNvPr>
          <p:cNvSpPr txBox="1"/>
          <p:nvPr/>
        </p:nvSpPr>
        <p:spPr>
          <a:xfrm>
            <a:off x="298803" y="46457"/>
            <a:ext cx="6903508" cy="406265"/>
          </a:xfrm>
          <a:prstGeom prst="rect">
            <a:avLst/>
          </a:prstGeom>
          <a:noFill/>
          <a:ln>
            <a:noFill/>
          </a:ln>
        </p:spPr>
        <p:txBody>
          <a:bodyPr spcFirstLastPara="1" wrap="square" lIns="0" tIns="0" rIns="0" bIns="0" anchor="t" anchorCtr="0">
            <a:spAutoFit/>
          </a:bodyPr>
          <a:lstStyle/>
          <a:p>
            <a:pPr>
              <a:lnSpc>
                <a:spcPct val="109972"/>
              </a:lnSpc>
            </a:pPr>
            <a:r>
              <a:rPr lang="fr-FR" sz="2400" b="1" dirty="0">
                <a:solidFill>
                  <a:srgbClr val="7FC241"/>
                </a:solidFill>
                <a:latin typeface="Work Sans"/>
                <a:sym typeface="Work Sans"/>
              </a:rPr>
              <a:t>Notre proposition de Formation détaillée (1/4)</a:t>
            </a:r>
            <a:endParaRPr lang="fr-FR" sz="2400" dirty="0">
              <a:solidFill>
                <a:srgbClr val="92D050"/>
              </a:solidFill>
              <a:latin typeface="Work Sans"/>
            </a:endParaRPr>
          </a:p>
        </p:txBody>
      </p:sp>
      <p:sp>
        <p:nvSpPr>
          <p:cNvPr id="32" name="Oval 7">
            <a:extLst>
              <a:ext uri="{FF2B5EF4-FFF2-40B4-BE49-F238E27FC236}">
                <a16:creationId xmlns:a16="http://schemas.microsoft.com/office/drawing/2014/main" id="{F5E7B801-7A30-16B2-0E05-4BE15BC8829B}"/>
              </a:ext>
            </a:extLst>
          </p:cNvPr>
          <p:cNvSpPr/>
          <p:nvPr/>
        </p:nvSpPr>
        <p:spPr>
          <a:xfrm>
            <a:off x="7353713" y="129229"/>
            <a:ext cx="295710" cy="295710"/>
          </a:xfrm>
          <a:prstGeom prst="ellipse">
            <a:avLst/>
          </a:prstGeom>
          <a:solidFill>
            <a:srgbClr val="156082"/>
          </a:solidFill>
          <a:ln w="19050" cap="flat" cmpd="sng" algn="ctr">
            <a:solidFill>
              <a:srgbClr val="156082"/>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200" b="0" i="0" u="none" strike="noStrike" kern="0" cap="none" spc="0" normalizeH="0" baseline="0" noProof="0">
              <a:ln>
                <a:noFill/>
              </a:ln>
              <a:solidFill>
                <a:prstClr val="white"/>
              </a:solidFill>
              <a:effectLst/>
              <a:uLnTx/>
              <a:uFillTx/>
              <a:latin typeface="Work Sans"/>
              <a:ea typeface="+mn-ea"/>
              <a:cs typeface="+mn-cs"/>
            </a:endParaRPr>
          </a:p>
        </p:txBody>
      </p:sp>
      <p:grpSp>
        <p:nvGrpSpPr>
          <p:cNvPr id="33" name="Google Shape;113;p13">
            <a:extLst>
              <a:ext uri="{FF2B5EF4-FFF2-40B4-BE49-F238E27FC236}">
                <a16:creationId xmlns:a16="http://schemas.microsoft.com/office/drawing/2014/main" id="{F4A5A6B3-1AA1-A820-BC39-7E4AE1613B27}"/>
              </a:ext>
            </a:extLst>
          </p:cNvPr>
          <p:cNvGrpSpPr/>
          <p:nvPr/>
        </p:nvGrpSpPr>
        <p:grpSpPr>
          <a:xfrm>
            <a:off x="6543666" y="435639"/>
            <a:ext cx="1105757" cy="67715"/>
            <a:chOff x="0" y="-9525"/>
            <a:chExt cx="436842" cy="26751"/>
          </a:xfrm>
        </p:grpSpPr>
        <p:sp>
          <p:nvSpPr>
            <p:cNvPr id="34" name="Google Shape;114;p13">
              <a:extLst>
                <a:ext uri="{FF2B5EF4-FFF2-40B4-BE49-F238E27FC236}">
                  <a16:creationId xmlns:a16="http://schemas.microsoft.com/office/drawing/2014/main" id="{FE56FBBA-499C-370E-EE25-F68469F950BE}"/>
                </a:ext>
              </a:extLst>
            </p:cNvPr>
            <p:cNvSpPr/>
            <p:nvPr/>
          </p:nvSpPr>
          <p:spPr>
            <a:xfrm>
              <a:off x="0" y="0"/>
              <a:ext cx="436842" cy="17226"/>
            </a:xfrm>
            <a:custGeom>
              <a:avLst/>
              <a:gdLst/>
              <a:ahLst/>
              <a:cxnLst/>
              <a:rect l="l" t="t" r="r" b="b"/>
              <a:pathLst>
                <a:path w="436842" h="17226" extrusionOk="0">
                  <a:moveTo>
                    <a:pt x="0" y="0"/>
                  </a:moveTo>
                  <a:lnTo>
                    <a:pt x="436842" y="0"/>
                  </a:lnTo>
                  <a:lnTo>
                    <a:pt x="436842" y="17226"/>
                  </a:lnTo>
                  <a:lnTo>
                    <a:pt x="0" y="17226"/>
                  </a:lnTo>
                  <a:close/>
                </a:path>
              </a:pathLst>
            </a:custGeom>
            <a:solidFill>
              <a:srgbClr val="7FC241"/>
            </a:solidFill>
            <a:ln>
              <a:noFill/>
            </a:ln>
          </p:spPr>
          <p:txBody>
            <a:bodyPr/>
            <a:lstStyle/>
            <a:p>
              <a:pPr>
                <a:defRPr/>
              </a:pPr>
              <a:endParaRPr lang="fr-FR" sz="1200">
                <a:solidFill>
                  <a:prstClr val="black"/>
                </a:solidFill>
                <a:latin typeface="Work Sans"/>
              </a:endParaRPr>
            </a:p>
          </p:txBody>
        </p:sp>
        <p:sp>
          <p:nvSpPr>
            <p:cNvPr id="35" name="Google Shape;115;p13">
              <a:extLst>
                <a:ext uri="{FF2B5EF4-FFF2-40B4-BE49-F238E27FC236}">
                  <a16:creationId xmlns:a16="http://schemas.microsoft.com/office/drawing/2014/main" id="{40E6FCC2-8E04-6930-F83F-318EC6D3C728}"/>
                </a:ext>
              </a:extLst>
            </p:cNvPr>
            <p:cNvSpPr txBox="1"/>
            <p:nvPr/>
          </p:nvSpPr>
          <p:spPr>
            <a:xfrm>
              <a:off x="0" y="-9525"/>
              <a:ext cx="436842" cy="26751"/>
            </a:xfrm>
            <a:prstGeom prst="rect">
              <a:avLst/>
            </a:prstGeom>
            <a:noFill/>
            <a:ln>
              <a:noFill/>
            </a:ln>
          </p:spPr>
          <p:txBody>
            <a:bodyPr spcFirstLastPara="1" wrap="square" lIns="44824" tIns="44824" rIns="44824" bIns="44824" anchor="ctr" anchorCtr="0">
              <a:noAutofit/>
            </a:bodyPr>
            <a:lstStyle/>
            <a:p>
              <a:pPr algn="ctr">
                <a:lnSpc>
                  <a:spcPct val="80000"/>
                </a:lnSpc>
                <a:defRPr/>
              </a:pPr>
              <a:endParaRPr lang="fr-FR" sz="1200">
                <a:solidFill>
                  <a:prstClr val="black"/>
                </a:solidFill>
                <a:latin typeface="Work Sans"/>
                <a:ea typeface="Calibri"/>
                <a:cs typeface="Calibri"/>
                <a:sym typeface="Calibri"/>
              </a:endParaRPr>
            </a:p>
          </p:txBody>
        </p:sp>
      </p:grpSp>
      <p:sp>
        <p:nvSpPr>
          <p:cNvPr id="4" name="Text 13">
            <a:extLst>
              <a:ext uri="{FF2B5EF4-FFF2-40B4-BE49-F238E27FC236}">
                <a16:creationId xmlns:a16="http://schemas.microsoft.com/office/drawing/2014/main" id="{5CCA8377-4461-EE12-B98B-CBCC568AD3B6}"/>
              </a:ext>
            </a:extLst>
          </p:cNvPr>
          <p:cNvSpPr/>
          <p:nvPr/>
        </p:nvSpPr>
        <p:spPr>
          <a:xfrm>
            <a:off x="5222015" y="1373886"/>
            <a:ext cx="5953985" cy="4953023"/>
          </a:xfrm>
          <a:prstGeom prst="rect">
            <a:avLst/>
          </a:prstGeom>
          <a:noFill/>
          <a:ln/>
        </p:spPr>
        <p:txBody>
          <a:bodyPr wrap="square" lIns="0" tIns="0" rIns="0" bIns="0" rtlCol="0" anchor="t"/>
          <a:lstStyle/>
          <a:p>
            <a:pPr marL="0" indent="0">
              <a:spcAft>
                <a:spcPts val="100"/>
              </a:spcAft>
              <a:buNone/>
            </a:pPr>
            <a:r>
              <a:rPr lang="en-US" sz="1200" b="1" dirty="0">
                <a:solidFill>
                  <a:srgbClr val="1E293B"/>
                </a:solidFill>
                <a:latin typeface="Work Sans" pitchFamily="2" charset="0"/>
                <a:ea typeface="Calibri" pitchFamily="34" charset="-122"/>
                <a:cs typeface="Calibri" pitchFamily="34" charset="-120"/>
              </a:rPr>
              <a:t>MATIN (08h30 – 12h30) | Introduction au référentiel COSO et à la GRC</a:t>
            </a:r>
            <a:endParaRPr lang="en-US" sz="1200" dirty="0">
              <a:latin typeface="Work Sans" pitchFamily="2" charset="0"/>
            </a:endParaRPr>
          </a:p>
          <a:p>
            <a:pPr marL="342900" indent="-342900">
              <a:spcAft>
                <a:spcPts val="100"/>
              </a:spcAft>
              <a:buSzPct val="100000"/>
              <a:buChar char="•"/>
            </a:pPr>
            <a:r>
              <a:rPr lang="en-US" sz="1200" b="1" dirty="0">
                <a:solidFill>
                  <a:srgbClr val="1E293B"/>
                </a:solidFill>
                <a:latin typeface="Work Sans" pitchFamily="2" charset="0"/>
                <a:ea typeface="Calibri" pitchFamily="34" charset="-122"/>
                <a:cs typeface="Calibri" pitchFamily="34" charset="-120"/>
              </a:rPr>
              <a:t>Présentation du COSO :</a:t>
            </a:r>
            <a:endParaRPr lang="en-US" sz="1200" dirty="0">
              <a:latin typeface="Work Sans" pitchFamily="2" charset="0"/>
            </a:endParaRPr>
          </a:p>
          <a:p>
            <a:pPr marL="685800" lvl="1" indent="-342900">
              <a:spcAft>
                <a:spcPts val="100"/>
              </a:spcAft>
              <a:buSzPct val="100000"/>
              <a:buChar char="•"/>
            </a:pPr>
            <a:r>
              <a:rPr lang="en-US" sz="1200" dirty="0">
                <a:solidFill>
                  <a:srgbClr val="444444"/>
                </a:solidFill>
                <a:latin typeface="Work Sans" pitchFamily="2" charset="0"/>
                <a:ea typeface="Calibri" pitchFamily="34" charset="-122"/>
                <a:cs typeface="Calibri" pitchFamily="34" charset="-120"/>
              </a:rPr>
              <a:t>COSO ERM (Enterprise Risk Management)</a:t>
            </a:r>
            <a:endParaRPr lang="en-US" sz="1200" dirty="0">
              <a:latin typeface="Work Sans" pitchFamily="2" charset="0"/>
            </a:endParaRPr>
          </a:p>
          <a:p>
            <a:pPr marL="685800" lvl="1" indent="-342900">
              <a:spcAft>
                <a:spcPts val="100"/>
              </a:spcAft>
              <a:buSzPct val="100000"/>
              <a:buChar char="•"/>
            </a:pPr>
            <a:r>
              <a:rPr lang="en-US" sz="1200" dirty="0">
                <a:solidFill>
                  <a:srgbClr val="444444"/>
                </a:solidFill>
                <a:latin typeface="Work Sans" pitchFamily="2" charset="0"/>
                <a:ea typeface="Calibri" pitchFamily="34" charset="-122"/>
                <a:cs typeface="Calibri" pitchFamily="34" charset="-120"/>
              </a:rPr>
              <a:t>COSO Contrôle interne</a:t>
            </a:r>
            <a:endParaRPr lang="en-US" sz="1200" dirty="0">
              <a:latin typeface="Work Sans" pitchFamily="2" charset="0"/>
            </a:endParaRPr>
          </a:p>
          <a:p>
            <a:pPr marL="342900" indent="-342900">
              <a:spcAft>
                <a:spcPts val="100"/>
              </a:spcAft>
              <a:buSzPct val="100000"/>
              <a:buChar char="•"/>
            </a:pPr>
            <a:r>
              <a:rPr lang="en-US" sz="1200" b="1" dirty="0">
                <a:solidFill>
                  <a:srgbClr val="1E293B"/>
                </a:solidFill>
                <a:latin typeface="Work Sans" pitchFamily="2" charset="0"/>
                <a:ea typeface="Calibri" pitchFamily="34" charset="-122"/>
                <a:cs typeface="Calibri" pitchFamily="34" charset="-120"/>
              </a:rPr>
              <a:t>Les 5 composantes du COSO (contrôle interne) :</a:t>
            </a:r>
            <a:endParaRPr lang="en-US" sz="1200" dirty="0">
              <a:latin typeface="Work Sans" pitchFamily="2" charset="0"/>
            </a:endParaRPr>
          </a:p>
          <a:p>
            <a:pPr marL="685800" lvl="1" indent="-342900">
              <a:spcAft>
                <a:spcPts val="100"/>
              </a:spcAft>
              <a:buSzPct val="100000"/>
              <a:buChar char="•"/>
            </a:pPr>
            <a:r>
              <a:rPr lang="en-US" sz="1200" dirty="0">
                <a:solidFill>
                  <a:srgbClr val="444444"/>
                </a:solidFill>
                <a:latin typeface="Work Sans" pitchFamily="2" charset="0"/>
                <a:ea typeface="Calibri" pitchFamily="34" charset="-122"/>
                <a:cs typeface="Calibri" pitchFamily="34" charset="-120"/>
              </a:rPr>
              <a:t>Environnement de contrôle</a:t>
            </a:r>
            <a:endParaRPr lang="en-US" sz="1200" dirty="0">
              <a:latin typeface="Work Sans" pitchFamily="2" charset="0"/>
            </a:endParaRPr>
          </a:p>
          <a:p>
            <a:pPr marL="685800" lvl="1" indent="-342900">
              <a:spcAft>
                <a:spcPts val="100"/>
              </a:spcAft>
              <a:buSzPct val="100000"/>
              <a:buChar char="•"/>
            </a:pPr>
            <a:r>
              <a:rPr lang="en-US" sz="1200" dirty="0">
                <a:solidFill>
                  <a:srgbClr val="444444"/>
                </a:solidFill>
                <a:latin typeface="Work Sans" pitchFamily="2" charset="0"/>
                <a:ea typeface="Calibri" pitchFamily="34" charset="-122"/>
                <a:cs typeface="Calibri" pitchFamily="34" charset="-120"/>
              </a:rPr>
              <a:t>Évaluation des risques</a:t>
            </a:r>
            <a:endParaRPr lang="en-US" sz="1200" dirty="0">
              <a:latin typeface="Work Sans" pitchFamily="2" charset="0"/>
            </a:endParaRPr>
          </a:p>
          <a:p>
            <a:pPr marL="685800" lvl="1" indent="-342900">
              <a:spcAft>
                <a:spcPts val="100"/>
              </a:spcAft>
              <a:buSzPct val="100000"/>
              <a:buChar char="•"/>
            </a:pPr>
            <a:r>
              <a:rPr lang="en-US" sz="1200" dirty="0">
                <a:solidFill>
                  <a:srgbClr val="444444"/>
                </a:solidFill>
                <a:latin typeface="Work Sans" pitchFamily="2" charset="0"/>
                <a:ea typeface="Calibri" pitchFamily="34" charset="-122"/>
                <a:cs typeface="Calibri" pitchFamily="34" charset="-120"/>
              </a:rPr>
              <a:t>Activités de contrôle</a:t>
            </a:r>
            <a:endParaRPr lang="en-US" sz="1200" dirty="0">
              <a:latin typeface="Work Sans" pitchFamily="2" charset="0"/>
            </a:endParaRPr>
          </a:p>
          <a:p>
            <a:pPr marL="685800" lvl="1" indent="-342900">
              <a:spcAft>
                <a:spcPts val="100"/>
              </a:spcAft>
              <a:buSzPct val="100000"/>
              <a:buChar char="•"/>
            </a:pPr>
            <a:r>
              <a:rPr lang="en-US" sz="1200" dirty="0">
                <a:solidFill>
                  <a:srgbClr val="444444"/>
                </a:solidFill>
                <a:latin typeface="Work Sans" pitchFamily="2" charset="0"/>
                <a:ea typeface="Calibri" pitchFamily="34" charset="-122"/>
                <a:cs typeface="Calibri" pitchFamily="34" charset="-120"/>
              </a:rPr>
              <a:t>Information &amp; communication</a:t>
            </a:r>
            <a:endParaRPr lang="en-US" sz="1200" dirty="0">
              <a:latin typeface="Work Sans" pitchFamily="2" charset="0"/>
            </a:endParaRPr>
          </a:p>
          <a:p>
            <a:pPr marL="685800" lvl="1" indent="-342900">
              <a:spcAft>
                <a:spcPts val="100"/>
              </a:spcAft>
              <a:buSzPct val="100000"/>
              <a:buChar char="•"/>
            </a:pPr>
            <a:r>
              <a:rPr lang="en-US" sz="1200" dirty="0">
                <a:solidFill>
                  <a:srgbClr val="444444"/>
                </a:solidFill>
                <a:latin typeface="Work Sans" pitchFamily="2" charset="0"/>
                <a:ea typeface="Calibri" pitchFamily="34" charset="-122"/>
                <a:cs typeface="Calibri" pitchFamily="34" charset="-120"/>
              </a:rPr>
              <a:t>Pilotage / monitoring</a:t>
            </a:r>
            <a:endParaRPr lang="en-US" sz="1200" dirty="0">
              <a:latin typeface="Work Sans" pitchFamily="2" charset="0"/>
            </a:endParaRPr>
          </a:p>
          <a:p>
            <a:pPr marL="342900" indent="-342900">
              <a:spcAft>
                <a:spcPts val="100"/>
              </a:spcAft>
              <a:buSzPct val="100000"/>
              <a:buChar char="•"/>
            </a:pPr>
            <a:r>
              <a:rPr lang="en-US" sz="1200" dirty="0">
                <a:solidFill>
                  <a:srgbClr val="444444"/>
                </a:solidFill>
                <a:latin typeface="Work Sans" pitchFamily="2" charset="0"/>
                <a:ea typeface="Calibri" pitchFamily="34" charset="-122"/>
                <a:cs typeface="Calibri" pitchFamily="34" charset="-120"/>
              </a:rPr>
              <a:t>Les principes du COSO ERM</a:t>
            </a:r>
            <a:endParaRPr lang="en-US" sz="1200" dirty="0">
              <a:latin typeface="Work Sans" pitchFamily="2" charset="0"/>
            </a:endParaRPr>
          </a:p>
          <a:p>
            <a:pPr marL="342900" indent="-342900">
              <a:spcAft>
                <a:spcPts val="100"/>
              </a:spcAft>
              <a:buSzPct val="100000"/>
              <a:buChar char="•"/>
            </a:pPr>
            <a:r>
              <a:rPr lang="en-US" sz="1200" dirty="0">
                <a:solidFill>
                  <a:srgbClr val="444444"/>
                </a:solidFill>
                <a:latin typeface="Work Sans" pitchFamily="2" charset="0"/>
                <a:ea typeface="Calibri" pitchFamily="34" charset="-122"/>
                <a:cs typeface="Calibri" pitchFamily="34" charset="-120"/>
              </a:rPr>
              <a:t>Intégration GRC (Gouvernance – Risques – Conformité)</a:t>
            </a:r>
            <a:endParaRPr lang="en-US" sz="1200" dirty="0">
              <a:latin typeface="Work Sans" pitchFamily="2" charset="0"/>
            </a:endParaRPr>
          </a:p>
          <a:p>
            <a:pPr marL="342900" indent="-342900">
              <a:spcAft>
                <a:spcPts val="100"/>
              </a:spcAft>
              <a:buSzPct val="100000"/>
              <a:buChar char="•"/>
            </a:pPr>
            <a:r>
              <a:rPr lang="en-US" sz="1200" dirty="0">
                <a:solidFill>
                  <a:srgbClr val="444444"/>
                </a:solidFill>
                <a:latin typeface="Work Sans" pitchFamily="2" charset="0"/>
                <a:ea typeface="Calibri" pitchFamily="34" charset="-122"/>
                <a:cs typeface="Calibri" pitchFamily="34" charset="-120"/>
              </a:rPr>
              <a:t>Enjeux pour une institution de prévoyance sociale</a:t>
            </a:r>
            <a:endParaRPr lang="en-US" sz="1200" dirty="0">
              <a:latin typeface="Work Sans" pitchFamily="2" charset="0"/>
            </a:endParaRPr>
          </a:p>
          <a:p>
            <a:pPr marL="0" indent="0">
              <a:spcAft>
                <a:spcPts val="100"/>
              </a:spcAft>
              <a:buNone/>
            </a:pPr>
            <a:r>
              <a:rPr lang="en-US" sz="1200" b="1" dirty="0">
                <a:solidFill>
                  <a:srgbClr val="004D5B"/>
                </a:solidFill>
                <a:latin typeface="Work Sans" pitchFamily="2" charset="0"/>
                <a:ea typeface="Calibri" pitchFamily="34" charset="-122"/>
                <a:cs typeface="Calibri" pitchFamily="34" charset="-120"/>
              </a:rPr>
              <a:t>Activité : </a:t>
            </a:r>
            <a:r>
              <a:rPr lang="en-US" sz="1200" dirty="0">
                <a:solidFill>
                  <a:srgbClr val="1E293B"/>
                </a:solidFill>
                <a:latin typeface="Work Sans" pitchFamily="2" charset="0"/>
                <a:ea typeface="Calibri" pitchFamily="34" charset="-122"/>
                <a:cs typeface="Calibri" pitchFamily="34" charset="-120"/>
              </a:rPr>
              <a:t>Auto-évaluation du dispositif actuel du Fonds vs COSO</a:t>
            </a:r>
            <a:endParaRPr lang="en-US" sz="1200" dirty="0">
              <a:latin typeface="Work Sans" pitchFamily="2" charset="0"/>
            </a:endParaRPr>
          </a:p>
          <a:p>
            <a:pPr marL="0" indent="0">
              <a:spcAft>
                <a:spcPts val="100"/>
              </a:spcAft>
              <a:buNone/>
            </a:pPr>
            <a:r>
              <a:rPr lang="en-US" sz="1200" dirty="0">
                <a:solidFill>
                  <a:srgbClr val="000000"/>
                </a:solidFill>
                <a:latin typeface="Work Sans" pitchFamily="2" charset="0"/>
                <a:ea typeface="Calibri" pitchFamily="34" charset="-122"/>
                <a:cs typeface="Calibri" pitchFamily="34" charset="-120"/>
              </a:rPr>
              <a:t> </a:t>
            </a:r>
            <a:endParaRPr lang="en-US" sz="1200" dirty="0">
              <a:latin typeface="Work Sans" pitchFamily="2" charset="0"/>
            </a:endParaRPr>
          </a:p>
          <a:p>
            <a:pPr marL="0" indent="0">
              <a:spcAft>
                <a:spcPts val="100"/>
              </a:spcAft>
              <a:buNone/>
            </a:pPr>
            <a:r>
              <a:rPr lang="en-US" sz="1200" b="1" dirty="0">
                <a:solidFill>
                  <a:srgbClr val="1E293B"/>
                </a:solidFill>
                <a:latin typeface="Work Sans" pitchFamily="2" charset="0"/>
                <a:ea typeface="Calibri" pitchFamily="34" charset="-122"/>
                <a:cs typeface="Calibri" pitchFamily="34" charset="-120"/>
              </a:rPr>
              <a:t>APRÈS-MIDI (13h30 – 17h00) | Gouvernance des risques et rôle de la CPAC</a:t>
            </a:r>
            <a:endParaRPr lang="en-US" sz="1200" dirty="0">
              <a:latin typeface="Work Sans" pitchFamily="2" charset="0"/>
            </a:endParaRPr>
          </a:p>
          <a:p>
            <a:pPr marL="342900" indent="-342900">
              <a:spcAft>
                <a:spcPts val="100"/>
              </a:spcAft>
              <a:buSzPct val="100000"/>
              <a:buChar char="•"/>
            </a:pPr>
            <a:r>
              <a:rPr lang="en-US" sz="1200" dirty="0">
                <a:solidFill>
                  <a:srgbClr val="444444"/>
                </a:solidFill>
                <a:latin typeface="Work Sans" pitchFamily="2" charset="0"/>
                <a:ea typeface="Calibri" pitchFamily="34" charset="-122"/>
                <a:cs typeface="Calibri" pitchFamily="34" charset="-120"/>
              </a:rPr>
              <a:t>Rôle de la Commission dans le dispositif COSO</a:t>
            </a:r>
            <a:endParaRPr lang="en-US" sz="1200" dirty="0">
              <a:latin typeface="Work Sans" pitchFamily="2" charset="0"/>
            </a:endParaRPr>
          </a:p>
          <a:p>
            <a:pPr marL="342900" indent="-342900">
              <a:spcAft>
                <a:spcPts val="100"/>
              </a:spcAft>
              <a:buSzPct val="100000"/>
              <a:buChar char="•"/>
            </a:pPr>
            <a:r>
              <a:rPr lang="en-US" sz="1200" dirty="0">
                <a:solidFill>
                  <a:srgbClr val="444444"/>
                </a:solidFill>
                <a:latin typeface="Work Sans" pitchFamily="2" charset="0"/>
                <a:ea typeface="Calibri" pitchFamily="34" charset="-122"/>
                <a:cs typeface="Calibri" pitchFamily="34" charset="-120"/>
              </a:rPr>
              <a:t>Les 3 lignes de défense</a:t>
            </a:r>
            <a:endParaRPr lang="en-US" sz="1200" dirty="0">
              <a:latin typeface="Work Sans" pitchFamily="2" charset="0"/>
            </a:endParaRPr>
          </a:p>
          <a:p>
            <a:pPr marL="342900" indent="-342900">
              <a:spcAft>
                <a:spcPts val="100"/>
              </a:spcAft>
              <a:buSzPct val="100000"/>
              <a:buChar char="•"/>
            </a:pPr>
            <a:r>
              <a:rPr lang="en-US" sz="1200" dirty="0">
                <a:solidFill>
                  <a:srgbClr val="444444"/>
                </a:solidFill>
                <a:latin typeface="Work Sans" pitchFamily="2" charset="0"/>
                <a:ea typeface="Calibri" pitchFamily="34" charset="-122"/>
                <a:cs typeface="Calibri" pitchFamily="34" charset="-120"/>
              </a:rPr>
              <a:t>Appétit pour le risque et tolérance au risque</a:t>
            </a:r>
            <a:endParaRPr lang="en-US" sz="1200" dirty="0">
              <a:latin typeface="Work Sans" pitchFamily="2" charset="0"/>
            </a:endParaRPr>
          </a:p>
          <a:p>
            <a:pPr marL="342900" indent="-342900">
              <a:spcAft>
                <a:spcPts val="100"/>
              </a:spcAft>
              <a:buSzPct val="100000"/>
              <a:buChar char="•"/>
            </a:pPr>
            <a:r>
              <a:rPr lang="en-US" sz="1200" dirty="0">
                <a:solidFill>
                  <a:srgbClr val="444444"/>
                </a:solidFill>
                <a:latin typeface="Work Sans" pitchFamily="2" charset="0"/>
                <a:ea typeface="Calibri" pitchFamily="34" charset="-122"/>
                <a:cs typeface="Calibri" pitchFamily="34" charset="-120"/>
              </a:rPr>
              <a:t>Culture du contrôle et de la conformité</a:t>
            </a:r>
            <a:endParaRPr lang="en-US" sz="1200" dirty="0">
              <a:latin typeface="Work Sans" pitchFamily="2" charset="0"/>
            </a:endParaRPr>
          </a:p>
          <a:p>
            <a:pPr marL="342900" indent="-342900">
              <a:spcAft>
                <a:spcPts val="100"/>
              </a:spcAft>
              <a:buSzPct val="100000"/>
              <a:buChar char="•"/>
            </a:pPr>
            <a:r>
              <a:rPr lang="en-US" sz="1200" dirty="0">
                <a:solidFill>
                  <a:srgbClr val="444444"/>
                </a:solidFill>
                <a:latin typeface="Work Sans" pitchFamily="2" charset="0"/>
                <a:ea typeface="Calibri" pitchFamily="34" charset="-122"/>
                <a:cs typeface="Calibri" pitchFamily="34" charset="-120"/>
              </a:rPr>
              <a:t>Responsabilités en matière de surveillance et reporting</a:t>
            </a:r>
            <a:endParaRPr lang="en-US" sz="1200" dirty="0">
              <a:latin typeface="Work Sans" pitchFamily="2" charset="0"/>
            </a:endParaRPr>
          </a:p>
          <a:p>
            <a:pPr marL="0" indent="0">
              <a:spcAft>
                <a:spcPts val="100"/>
              </a:spcAft>
              <a:buNone/>
            </a:pPr>
            <a:r>
              <a:rPr lang="en-US" sz="1200" b="1" dirty="0">
                <a:solidFill>
                  <a:srgbClr val="004D5B"/>
                </a:solidFill>
                <a:latin typeface="Work Sans" pitchFamily="2" charset="0"/>
                <a:ea typeface="Calibri" pitchFamily="34" charset="-122"/>
                <a:cs typeface="Calibri" pitchFamily="34" charset="-120"/>
              </a:rPr>
              <a:t>Activité : </a:t>
            </a:r>
            <a:r>
              <a:rPr lang="en-US" sz="1200" dirty="0">
                <a:solidFill>
                  <a:srgbClr val="1E293B"/>
                </a:solidFill>
                <a:latin typeface="Work Sans" pitchFamily="2" charset="0"/>
                <a:ea typeface="Calibri" pitchFamily="34" charset="-122"/>
                <a:cs typeface="Calibri" pitchFamily="34" charset="-120"/>
              </a:rPr>
              <a:t>Cas pratique : analyse d'une défaillance de gouvernance</a:t>
            </a:r>
            <a:endParaRPr lang="en-US" sz="1200" dirty="0">
              <a:latin typeface="Work Sans" pitchFamily="2" charset="0"/>
            </a:endParaRPr>
          </a:p>
        </p:txBody>
      </p:sp>
    </p:spTree>
    <p:extLst>
      <p:ext uri="{BB962C8B-B14F-4D97-AF65-F5344CB8AC3E}">
        <p14:creationId xmlns:p14="http://schemas.microsoft.com/office/powerpoint/2010/main" val="36158312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r="-18000"/>
          </a:stretch>
        </a:blipFill>
        <a:effectLst/>
      </p:bgPr>
    </p:bg>
    <p:spTree>
      <p:nvGrpSpPr>
        <p:cNvPr id="1" name="">
          <a:extLst>
            <a:ext uri="{FF2B5EF4-FFF2-40B4-BE49-F238E27FC236}">
              <a16:creationId xmlns:a16="http://schemas.microsoft.com/office/drawing/2014/main" id="{B59ECAED-60C0-CEEA-9BF7-D532AAF02AF9}"/>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3132C109-BC5A-E150-A3DD-DEBF6C0F2373}"/>
              </a:ext>
            </a:extLst>
          </p:cNvPr>
          <p:cNvSpPr txBox="1"/>
          <p:nvPr/>
        </p:nvSpPr>
        <p:spPr>
          <a:xfrm>
            <a:off x="1016000" y="6326909"/>
            <a:ext cx="988291" cy="434109"/>
          </a:xfrm>
          <a:prstGeom prst="rect">
            <a:avLst/>
          </a:prstGeom>
          <a:solidFill>
            <a:srgbClr val="043D5D"/>
          </a:solid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Espace réservé du numéro de diapositive 2">
            <a:extLst>
              <a:ext uri="{FF2B5EF4-FFF2-40B4-BE49-F238E27FC236}">
                <a16:creationId xmlns:a16="http://schemas.microsoft.com/office/drawing/2014/main" id="{787F5985-88EC-1AC8-32ED-AEC7A1CCCF8F}"/>
              </a:ext>
            </a:extLst>
          </p:cNvPr>
          <p:cNvSpPr>
            <a:spLocks noGrp="1"/>
          </p:cNvSpPr>
          <p:nvPr>
            <p:ph type="sldNum" sz="quarter" idx="12"/>
          </p:nvPr>
        </p:nvSpPr>
        <p:spPr>
          <a:xfrm>
            <a:off x="8949648" y="6057016"/>
            <a:ext cx="27432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843DB3B-2DAE-45C8-8012-39AD7A5181D9}" type="slidenum">
              <a:rPr kumimoji="0" lang="fr-CI" sz="1100" b="0" i="0" u="none" strike="noStrike" kern="1200" cap="none" spc="0" normalizeH="0" baseline="0" noProof="0" smtClean="0">
                <a:ln>
                  <a:noFill/>
                </a:ln>
                <a:solidFill>
                  <a:prstClr val="white"/>
                </a:solidFill>
                <a:effectLst/>
                <a:uLnTx/>
                <a:uFillTx/>
                <a:latin typeface="Work Sans"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15</a:t>
            </a:fld>
            <a:endParaRPr kumimoji="0" lang="fr-CI" sz="1200" b="0" i="0" u="none" strike="noStrike" kern="1200" cap="none" spc="0" normalizeH="0" baseline="0" noProof="0">
              <a:ln>
                <a:noFill/>
              </a:ln>
              <a:solidFill>
                <a:prstClr val="white"/>
              </a:solidFill>
              <a:effectLst/>
              <a:uLnTx/>
              <a:uFillTx/>
              <a:latin typeface="Work Sans" pitchFamily="2" charset="0"/>
              <a:ea typeface="+mn-ea"/>
              <a:cs typeface="+mn-cs"/>
            </a:endParaRPr>
          </a:p>
        </p:txBody>
      </p:sp>
      <p:graphicFrame>
        <p:nvGraphicFramePr>
          <p:cNvPr id="5" name="Tableau 4">
            <a:extLst>
              <a:ext uri="{FF2B5EF4-FFF2-40B4-BE49-F238E27FC236}">
                <a16:creationId xmlns:a16="http://schemas.microsoft.com/office/drawing/2014/main" id="{437BA56D-A3EC-28E0-9BE7-CB42ED0EF49A}"/>
              </a:ext>
            </a:extLst>
          </p:cNvPr>
          <p:cNvGraphicFramePr>
            <a:graphicFrameLocks noGrp="1"/>
          </p:cNvGraphicFramePr>
          <p:nvPr>
            <p:extLst>
              <p:ext uri="{D42A27DB-BD31-4B8C-83A1-F6EECF244321}">
                <p14:modId xmlns:p14="http://schemas.microsoft.com/office/powerpoint/2010/main" val="1084140589"/>
              </p:ext>
            </p:extLst>
          </p:nvPr>
        </p:nvGraphicFramePr>
        <p:xfrm>
          <a:off x="298803" y="665911"/>
          <a:ext cx="11170708" cy="5193020"/>
        </p:xfrm>
        <a:graphic>
          <a:graphicData uri="http://schemas.openxmlformats.org/drawingml/2006/table">
            <a:tbl>
              <a:tblPr/>
              <a:tblGrid>
                <a:gridCol w="1338086">
                  <a:extLst>
                    <a:ext uri="{9D8B030D-6E8A-4147-A177-3AD203B41FA5}">
                      <a16:colId xmlns:a16="http://schemas.microsoft.com/office/drawing/2014/main" val="3753439710"/>
                    </a:ext>
                  </a:extLst>
                </a:gridCol>
                <a:gridCol w="4145190">
                  <a:extLst>
                    <a:ext uri="{9D8B030D-6E8A-4147-A177-3AD203B41FA5}">
                      <a16:colId xmlns:a16="http://schemas.microsoft.com/office/drawing/2014/main" val="1761763156"/>
                    </a:ext>
                  </a:extLst>
                </a:gridCol>
                <a:gridCol w="5687432">
                  <a:extLst>
                    <a:ext uri="{9D8B030D-6E8A-4147-A177-3AD203B41FA5}">
                      <a16:colId xmlns:a16="http://schemas.microsoft.com/office/drawing/2014/main" val="942668925"/>
                    </a:ext>
                  </a:extLst>
                </a:gridCol>
              </a:tblGrid>
              <a:tr h="779583">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buNone/>
                      </a:pPr>
                      <a:r>
                        <a:rPr lang="fr-FR" sz="1300" b="1" dirty="0">
                          <a:solidFill>
                            <a:schemeClr val="bg1"/>
                          </a:solidFill>
                          <a:latin typeface="Work Sans" pitchFamily="2" charset="0"/>
                        </a:rPr>
                        <a:t>Jour 2</a:t>
                      </a:r>
                    </a:p>
                  </a:txBody>
                  <a:tcPr marL="42246" marR="42246" marT="21123" marB="21123" anchor="ctr">
                    <a:lnL>
                      <a:noFill/>
                    </a:lnL>
                    <a:lnR>
                      <a:noFill/>
                    </a:lnR>
                    <a:lnT>
                      <a:noFill/>
                    </a:lnT>
                    <a:lnB>
                      <a:noFill/>
                    </a:lnB>
                    <a:lnTlToBr w="12700" cmpd="sng">
                      <a:noFill/>
                      <a:prstDash val="solid"/>
                    </a:lnTlToBr>
                    <a:lnBlToTr w="12700" cmpd="sng">
                      <a:noFill/>
                      <a:prstDash val="solid"/>
                    </a:lnBlToTr>
                    <a:solidFill>
                      <a:srgbClr val="0E2841">
                        <a:lumMod val="90000"/>
                        <a:lumOff val="10000"/>
                      </a:srgbClr>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buNone/>
                      </a:pPr>
                      <a:r>
                        <a:rPr lang="fr-FR" sz="1300" b="1" dirty="0">
                          <a:solidFill>
                            <a:schemeClr val="bg1"/>
                          </a:solidFill>
                          <a:latin typeface="Work Sans" pitchFamily="2" charset="0"/>
                        </a:rPr>
                        <a:t>Objectif</a:t>
                      </a:r>
                      <a:endParaRPr lang="fr-FR" sz="1300" dirty="0">
                        <a:solidFill>
                          <a:schemeClr val="bg1"/>
                        </a:solidFill>
                        <a:latin typeface="Work Sans" pitchFamily="2" charset="0"/>
                      </a:endParaRPr>
                    </a:p>
                  </a:txBody>
                  <a:tcPr marL="42246" marR="42246" marT="21123" marB="21123" anchor="ctr">
                    <a:lnL>
                      <a:noFill/>
                    </a:lnL>
                    <a:lnR>
                      <a:noFill/>
                    </a:lnR>
                    <a:lnT>
                      <a:noFill/>
                    </a:lnT>
                    <a:lnB>
                      <a:noFill/>
                    </a:lnB>
                    <a:lnTlToBr w="12700" cmpd="sng">
                      <a:noFill/>
                      <a:prstDash val="solid"/>
                    </a:lnTlToBr>
                    <a:lnBlToTr w="12700" cmpd="sng">
                      <a:noFill/>
                      <a:prstDash val="solid"/>
                    </a:lnBlToTr>
                    <a:solidFill>
                      <a:srgbClr val="0E2841">
                        <a:lumMod val="90000"/>
                        <a:lumOff val="10000"/>
                      </a:srgbClr>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buNone/>
                      </a:pPr>
                      <a:r>
                        <a:rPr lang="fr-FR" sz="1300" b="1" dirty="0">
                          <a:solidFill>
                            <a:schemeClr val="bg1"/>
                          </a:solidFill>
                          <a:latin typeface="Work Sans" pitchFamily="2" charset="0"/>
                        </a:rPr>
                        <a:t>Contenu détaillé</a:t>
                      </a:r>
                      <a:endParaRPr lang="fr-FR" sz="1300" dirty="0">
                        <a:solidFill>
                          <a:schemeClr val="bg1"/>
                        </a:solidFill>
                        <a:latin typeface="Work Sans" pitchFamily="2" charset="0"/>
                      </a:endParaRPr>
                    </a:p>
                  </a:txBody>
                  <a:tcPr marL="42246" marR="42246" marT="21123" marB="21123" anchor="ctr">
                    <a:lnL>
                      <a:noFill/>
                    </a:lnL>
                    <a:lnR>
                      <a:noFill/>
                    </a:lnR>
                    <a:lnT>
                      <a:noFill/>
                    </a:lnT>
                    <a:lnB>
                      <a:noFill/>
                    </a:lnB>
                    <a:lnTlToBr w="12700" cmpd="sng">
                      <a:noFill/>
                      <a:prstDash val="solid"/>
                    </a:lnTlToBr>
                    <a:lnBlToTr w="12700" cmpd="sng">
                      <a:noFill/>
                      <a:prstDash val="solid"/>
                    </a:lnBlToTr>
                    <a:solidFill>
                      <a:srgbClr val="0E2841">
                        <a:lumMod val="90000"/>
                        <a:lumOff val="10000"/>
                      </a:srgbClr>
                    </a:solidFill>
                  </a:tcPr>
                </a:tc>
                <a:extLst>
                  <a:ext uri="{0D108BD9-81ED-4DB2-BD59-A6C34878D82A}">
                    <a16:rowId xmlns:a16="http://schemas.microsoft.com/office/drawing/2014/main" val="3094121305"/>
                  </a:ext>
                </a:extLst>
              </a:tr>
              <a:tr h="2050943">
                <a:tc rowSpan="2">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lgn="l">
                        <a:buNone/>
                      </a:pPr>
                      <a:r>
                        <a:rPr lang="fr-FR" sz="1200" b="1" kern="1200" dirty="0">
                          <a:solidFill>
                            <a:schemeClr val="tx1"/>
                          </a:solidFill>
                          <a:effectLst/>
                          <a:latin typeface="Work Sans" pitchFamily="2" charset="0"/>
                          <a:ea typeface="+mn-ea"/>
                          <a:cs typeface="+mn-cs"/>
                        </a:rPr>
                        <a:t>IDENTIFICATION ET ANALYSE DES RISQUES (COSO ERM)</a:t>
                      </a:r>
                    </a:p>
                  </a:txBody>
                  <a:tcPr marL="42246" marR="42246" marT="21123" marB="21123" anchor="ctr">
                    <a:lnL>
                      <a:noFill/>
                    </a:lnL>
                    <a:lnR>
                      <a:noFill/>
                    </a:lnR>
                    <a:lnT>
                      <a:noFill/>
                    </a:lnT>
                    <a:lnB>
                      <a:noFill/>
                    </a:lnB>
                    <a:lnTlToBr w="12700" cmpd="sng">
                      <a:noFill/>
                      <a:prstDash val="solid"/>
                    </a:lnTlToBr>
                    <a:lnBlToTr w="12700" cmpd="sng">
                      <a:noFill/>
                      <a:prstDash val="solid"/>
                    </a:lnBlToTr>
                    <a:solidFill>
                      <a:srgbClr val="0E2841">
                        <a:lumMod val="10000"/>
                        <a:lumOff val="90000"/>
                      </a:srgbClr>
                    </a:solidFill>
                  </a:tcPr>
                </a:tc>
                <a:tc rowSpan="2">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r>
                        <a:rPr lang="fr-FR" sz="1400" kern="1200" dirty="0">
                          <a:solidFill>
                            <a:schemeClr val="tx1"/>
                          </a:solidFill>
                          <a:effectLst/>
                          <a:latin typeface="Work Sans" pitchFamily="2" charset="0"/>
                          <a:ea typeface="+mn-ea"/>
                          <a:cs typeface="+mn-cs"/>
                        </a:rPr>
                        <a:t>Permettre à la Commission d’identifier, analyser et hiérarchiser les risques critiques.</a:t>
                      </a:r>
                    </a:p>
                  </a:txBody>
                  <a:tcPr marL="42246" marR="42246" marT="21123" marB="21123" anchor="ctr">
                    <a:lnL>
                      <a:noFill/>
                    </a:lnL>
                    <a:lnR>
                      <a:noFill/>
                    </a:lnR>
                    <a:lnT>
                      <a:noFill/>
                    </a:lnT>
                    <a:lnB>
                      <a:noFill/>
                    </a:lnB>
                    <a:lnTlToBr w="12700" cmpd="sng">
                      <a:noFill/>
                      <a:prstDash val="solid"/>
                    </a:lnTlToBr>
                    <a:lnBlToTr w="12700" cmpd="sng">
                      <a:noFill/>
                      <a:prstDash val="solid"/>
                    </a:lnBlToTr>
                    <a:solidFill>
                      <a:srgbClr val="F7F7F7"/>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lvl="0"/>
                      <a:endParaRPr lang="fr-FR" sz="1400" kern="1200" dirty="0">
                        <a:solidFill>
                          <a:schemeClr val="tx1"/>
                        </a:solidFill>
                        <a:effectLst/>
                        <a:latin typeface="Work Sans" pitchFamily="2" charset="0"/>
                        <a:ea typeface="+mn-ea"/>
                        <a:cs typeface="+mn-cs"/>
                      </a:endParaRPr>
                    </a:p>
                  </a:txBody>
                  <a:tcPr marL="42246" marR="42246" marT="21123" marB="21123" anchor="ctr">
                    <a:lnL>
                      <a:noFill/>
                    </a:lnL>
                    <a:lnR>
                      <a:noFill/>
                    </a:lnR>
                    <a:lnT>
                      <a:noFill/>
                    </a:lnT>
                    <a:lnB>
                      <a:noFill/>
                    </a:lnB>
                    <a:lnTlToBr w="12700" cmpd="sng">
                      <a:noFill/>
                      <a:prstDash val="solid"/>
                    </a:lnTlToBr>
                    <a:lnBlToTr w="12700" cmpd="sng">
                      <a:noFill/>
                      <a:prstDash val="solid"/>
                    </a:lnBlToTr>
                    <a:solidFill>
                      <a:srgbClr val="F7F7F7"/>
                    </a:solidFill>
                  </a:tcPr>
                </a:tc>
                <a:extLst>
                  <a:ext uri="{0D108BD9-81ED-4DB2-BD59-A6C34878D82A}">
                    <a16:rowId xmlns:a16="http://schemas.microsoft.com/office/drawing/2014/main" val="1782101704"/>
                  </a:ext>
                </a:extLst>
              </a:tr>
              <a:tr h="2362494">
                <a:tc vMerge="1">
                  <a:txBody>
                    <a:bodyPr/>
                    <a:lstStyle/>
                    <a:p>
                      <a:pPr algn="l">
                        <a:buNone/>
                      </a:pPr>
                      <a:endParaRPr lang="fr-FR" sz="1200" dirty="0">
                        <a:solidFill>
                          <a:schemeClr val="tx2"/>
                        </a:solidFill>
                        <a:latin typeface="Work Sans" pitchFamily="2" charset="0"/>
                      </a:endParaRPr>
                    </a:p>
                  </a:txBody>
                  <a:tcPr marL="42246" marR="42246" marT="21123" marB="21123" anchor="ctr">
                    <a:lnL>
                      <a:noFill/>
                    </a:lnL>
                    <a:lnR>
                      <a:noFill/>
                    </a:lnR>
                    <a:lnT>
                      <a:noFill/>
                    </a:lnT>
                    <a:lnB>
                      <a:noFill/>
                    </a:lnB>
                    <a:solidFill>
                      <a:schemeClr val="tx2">
                        <a:lumMod val="25000"/>
                        <a:lumOff val="75000"/>
                      </a:schemeClr>
                    </a:solidFill>
                  </a:tcPr>
                </a:tc>
                <a:tc vMerge="1">
                  <a:txBody>
                    <a:bodyPr/>
                    <a:lstStyle/>
                    <a:p>
                      <a:pPr algn="l">
                        <a:buNone/>
                      </a:pPr>
                      <a:endParaRPr lang="fr-FR" sz="1300" b="1" dirty="0">
                        <a:solidFill>
                          <a:schemeClr val="tx2"/>
                        </a:solidFill>
                        <a:latin typeface="Work Sans" pitchFamily="2" charset="0"/>
                      </a:endParaRPr>
                    </a:p>
                  </a:txBody>
                  <a:tcPr marL="42246" marR="42246" marT="21123" marB="21123" anchor="ctr">
                    <a:lnL>
                      <a:noFill/>
                    </a:lnL>
                    <a:lnR>
                      <a:noFill/>
                    </a:lnR>
                    <a:lnT>
                      <a:noFill/>
                    </a:lnT>
                    <a:lnB>
                      <a:noFill/>
                    </a:lnB>
                    <a:solidFill>
                      <a:srgbClr val="FBFBFB"/>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marL="0" algn="l" defTabSz="914400" rtl="0" eaLnBrk="1" latinLnBrk="0" hangingPunct="1">
                        <a:buNone/>
                      </a:pPr>
                      <a:endParaRPr lang="fr-FR" sz="1400" kern="1200" dirty="0">
                        <a:solidFill>
                          <a:schemeClr val="tx2"/>
                        </a:solidFill>
                        <a:latin typeface="Work Sans" pitchFamily="2" charset="0"/>
                        <a:ea typeface="+mn-ea"/>
                        <a:cs typeface="+mn-cs"/>
                      </a:endParaRPr>
                    </a:p>
                  </a:txBody>
                  <a:tcPr marL="101600" marR="76200" marT="63500" marB="63500" anchor="ctr">
                    <a:lnL>
                      <a:noFill/>
                    </a:lnL>
                    <a:lnR>
                      <a:noFill/>
                    </a:lnR>
                    <a:lnT>
                      <a:noFill/>
                    </a:lnT>
                    <a:lnB>
                      <a:noFill/>
                    </a:lnB>
                    <a:lnTlToBr w="12700" cmpd="sng">
                      <a:noFill/>
                      <a:prstDash val="solid"/>
                    </a:lnTlToBr>
                    <a:lnBlToTr w="12700" cmpd="sng">
                      <a:noFill/>
                      <a:prstDash val="solid"/>
                    </a:lnBlToTr>
                    <a:solidFill>
                      <a:srgbClr val="F7F7F7"/>
                    </a:solidFill>
                  </a:tcPr>
                </a:tc>
                <a:extLst>
                  <a:ext uri="{0D108BD9-81ED-4DB2-BD59-A6C34878D82A}">
                    <a16:rowId xmlns:a16="http://schemas.microsoft.com/office/drawing/2014/main" val="775700811"/>
                  </a:ext>
                </a:extLst>
              </a:tr>
            </a:tbl>
          </a:graphicData>
        </a:graphic>
      </p:graphicFrame>
      <p:sp>
        <p:nvSpPr>
          <p:cNvPr id="6" name="Google Shape;117;p13">
            <a:extLst>
              <a:ext uri="{FF2B5EF4-FFF2-40B4-BE49-F238E27FC236}">
                <a16:creationId xmlns:a16="http://schemas.microsoft.com/office/drawing/2014/main" id="{A8FF57D6-CC4B-3FA0-9625-28E7EBE65263}"/>
              </a:ext>
            </a:extLst>
          </p:cNvPr>
          <p:cNvSpPr txBox="1"/>
          <p:nvPr/>
        </p:nvSpPr>
        <p:spPr>
          <a:xfrm>
            <a:off x="298803" y="46457"/>
            <a:ext cx="7054910" cy="406265"/>
          </a:xfrm>
          <a:prstGeom prst="rect">
            <a:avLst/>
          </a:prstGeom>
          <a:noFill/>
          <a:ln>
            <a:noFill/>
          </a:ln>
        </p:spPr>
        <p:txBody>
          <a:bodyPr spcFirstLastPara="1" wrap="square" lIns="0" tIns="0" rIns="0" bIns="0" anchor="t" anchorCtr="0">
            <a:spAutoFit/>
          </a:bodyPr>
          <a:lstStyle/>
          <a:p>
            <a:pPr>
              <a:lnSpc>
                <a:spcPct val="109972"/>
              </a:lnSpc>
            </a:pPr>
            <a:r>
              <a:rPr lang="fr-FR" sz="2400" b="1" dirty="0">
                <a:solidFill>
                  <a:srgbClr val="7FC241"/>
                </a:solidFill>
                <a:latin typeface="Work Sans"/>
                <a:sym typeface="Work Sans"/>
              </a:rPr>
              <a:t>Notre proposition de Formation détaillée (2/4)</a:t>
            </a:r>
            <a:endParaRPr lang="fr-FR" sz="2400" dirty="0">
              <a:solidFill>
                <a:srgbClr val="92D050"/>
              </a:solidFill>
              <a:latin typeface="Work Sans"/>
            </a:endParaRPr>
          </a:p>
        </p:txBody>
      </p:sp>
      <p:sp>
        <p:nvSpPr>
          <p:cNvPr id="7" name="Oval 7">
            <a:extLst>
              <a:ext uri="{FF2B5EF4-FFF2-40B4-BE49-F238E27FC236}">
                <a16:creationId xmlns:a16="http://schemas.microsoft.com/office/drawing/2014/main" id="{29AF92AE-6C69-445F-F325-B45AFF52FD1A}"/>
              </a:ext>
            </a:extLst>
          </p:cNvPr>
          <p:cNvSpPr/>
          <p:nvPr/>
        </p:nvSpPr>
        <p:spPr>
          <a:xfrm>
            <a:off x="7353713" y="129229"/>
            <a:ext cx="295710" cy="295710"/>
          </a:xfrm>
          <a:prstGeom prst="ellipse">
            <a:avLst/>
          </a:prstGeom>
          <a:solidFill>
            <a:srgbClr val="156082"/>
          </a:solidFill>
          <a:ln w="19050" cap="flat" cmpd="sng" algn="ctr">
            <a:solidFill>
              <a:srgbClr val="156082"/>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200" b="0" i="0" u="none" strike="noStrike" kern="0" cap="none" spc="0" normalizeH="0" baseline="0" noProof="0">
              <a:ln>
                <a:noFill/>
              </a:ln>
              <a:solidFill>
                <a:prstClr val="white"/>
              </a:solidFill>
              <a:effectLst/>
              <a:uLnTx/>
              <a:uFillTx/>
              <a:latin typeface="Work Sans"/>
              <a:ea typeface="+mn-ea"/>
              <a:cs typeface="+mn-cs"/>
            </a:endParaRPr>
          </a:p>
        </p:txBody>
      </p:sp>
      <p:grpSp>
        <p:nvGrpSpPr>
          <p:cNvPr id="8" name="Google Shape;113;p13">
            <a:extLst>
              <a:ext uri="{FF2B5EF4-FFF2-40B4-BE49-F238E27FC236}">
                <a16:creationId xmlns:a16="http://schemas.microsoft.com/office/drawing/2014/main" id="{0E4A36BF-A2F7-98CC-4E07-3D1B8CD815C7}"/>
              </a:ext>
            </a:extLst>
          </p:cNvPr>
          <p:cNvGrpSpPr/>
          <p:nvPr/>
        </p:nvGrpSpPr>
        <p:grpSpPr>
          <a:xfrm>
            <a:off x="6543666" y="435639"/>
            <a:ext cx="1105757" cy="67715"/>
            <a:chOff x="0" y="-9525"/>
            <a:chExt cx="436842" cy="26751"/>
          </a:xfrm>
        </p:grpSpPr>
        <p:sp>
          <p:nvSpPr>
            <p:cNvPr id="9" name="Google Shape;114;p13">
              <a:extLst>
                <a:ext uri="{FF2B5EF4-FFF2-40B4-BE49-F238E27FC236}">
                  <a16:creationId xmlns:a16="http://schemas.microsoft.com/office/drawing/2014/main" id="{29FE0BD9-A6C8-FD17-DC81-4CE8566E399E}"/>
                </a:ext>
              </a:extLst>
            </p:cNvPr>
            <p:cNvSpPr/>
            <p:nvPr/>
          </p:nvSpPr>
          <p:spPr>
            <a:xfrm>
              <a:off x="0" y="0"/>
              <a:ext cx="436842" cy="17226"/>
            </a:xfrm>
            <a:custGeom>
              <a:avLst/>
              <a:gdLst/>
              <a:ahLst/>
              <a:cxnLst/>
              <a:rect l="l" t="t" r="r" b="b"/>
              <a:pathLst>
                <a:path w="436842" h="17226" extrusionOk="0">
                  <a:moveTo>
                    <a:pt x="0" y="0"/>
                  </a:moveTo>
                  <a:lnTo>
                    <a:pt x="436842" y="0"/>
                  </a:lnTo>
                  <a:lnTo>
                    <a:pt x="436842" y="17226"/>
                  </a:lnTo>
                  <a:lnTo>
                    <a:pt x="0" y="17226"/>
                  </a:lnTo>
                  <a:close/>
                </a:path>
              </a:pathLst>
            </a:custGeom>
            <a:solidFill>
              <a:srgbClr val="7FC241"/>
            </a:solidFill>
            <a:ln>
              <a:noFill/>
            </a:ln>
          </p:spPr>
          <p:txBody>
            <a:bodyPr/>
            <a:lstStyle/>
            <a:p>
              <a:pPr>
                <a:defRPr/>
              </a:pPr>
              <a:endParaRPr lang="fr-FR" sz="1200">
                <a:solidFill>
                  <a:prstClr val="black"/>
                </a:solidFill>
                <a:latin typeface="Work Sans"/>
              </a:endParaRPr>
            </a:p>
          </p:txBody>
        </p:sp>
        <p:sp>
          <p:nvSpPr>
            <p:cNvPr id="10" name="Google Shape;115;p13">
              <a:extLst>
                <a:ext uri="{FF2B5EF4-FFF2-40B4-BE49-F238E27FC236}">
                  <a16:creationId xmlns:a16="http://schemas.microsoft.com/office/drawing/2014/main" id="{D35534A1-764B-3E6C-4881-B8EB115EFDFF}"/>
                </a:ext>
              </a:extLst>
            </p:cNvPr>
            <p:cNvSpPr txBox="1"/>
            <p:nvPr/>
          </p:nvSpPr>
          <p:spPr>
            <a:xfrm>
              <a:off x="0" y="-9525"/>
              <a:ext cx="436842" cy="26751"/>
            </a:xfrm>
            <a:prstGeom prst="rect">
              <a:avLst/>
            </a:prstGeom>
            <a:noFill/>
            <a:ln>
              <a:noFill/>
            </a:ln>
          </p:spPr>
          <p:txBody>
            <a:bodyPr spcFirstLastPara="1" wrap="square" lIns="44824" tIns="44824" rIns="44824" bIns="44824" anchor="ctr" anchorCtr="0">
              <a:noAutofit/>
            </a:bodyPr>
            <a:lstStyle/>
            <a:p>
              <a:pPr algn="ctr">
                <a:lnSpc>
                  <a:spcPct val="80000"/>
                </a:lnSpc>
                <a:defRPr/>
              </a:pPr>
              <a:endParaRPr lang="fr-FR" sz="1200">
                <a:solidFill>
                  <a:prstClr val="black"/>
                </a:solidFill>
                <a:latin typeface="Work Sans"/>
                <a:ea typeface="Calibri"/>
                <a:cs typeface="Calibri"/>
                <a:sym typeface="Calibri"/>
              </a:endParaRPr>
            </a:p>
          </p:txBody>
        </p:sp>
      </p:grpSp>
      <p:sp>
        <p:nvSpPr>
          <p:cNvPr id="11" name="Text 13">
            <a:extLst>
              <a:ext uri="{FF2B5EF4-FFF2-40B4-BE49-F238E27FC236}">
                <a16:creationId xmlns:a16="http://schemas.microsoft.com/office/drawing/2014/main" id="{78109EC0-A98F-4720-C844-49E666D35073}"/>
              </a:ext>
            </a:extLst>
          </p:cNvPr>
          <p:cNvSpPr/>
          <p:nvPr/>
        </p:nvSpPr>
        <p:spPr>
          <a:xfrm>
            <a:off x="6238015" y="1643888"/>
            <a:ext cx="4974336" cy="4110228"/>
          </a:xfrm>
          <a:prstGeom prst="rect">
            <a:avLst/>
          </a:prstGeom>
          <a:noFill/>
          <a:ln/>
        </p:spPr>
        <p:txBody>
          <a:bodyPr wrap="square" lIns="0" tIns="0" rIns="0" bIns="0" rtlCol="0" anchor="t"/>
          <a:lstStyle/>
          <a:p>
            <a:pPr marL="0" marR="0" lvl="0" indent="0" defTabSz="914400" eaLnBrk="1" fontAlgn="auto" latinLnBrk="0" hangingPunct="1">
              <a:lnSpc>
                <a:spcPct val="100000"/>
              </a:lnSpc>
              <a:spcBef>
                <a:spcPts val="0"/>
              </a:spcBef>
              <a:spcAft>
                <a:spcPts val="100"/>
              </a:spcAft>
              <a:buClrTx/>
              <a:buSzTx/>
              <a:buFontTx/>
              <a:buNone/>
              <a:tabLst/>
              <a:defRPr/>
            </a:pPr>
            <a:r>
              <a:rPr kumimoji="0" lang="en-US" sz="1200" b="1" i="0" u="none" strike="noStrike" kern="0" cap="none" spc="0" normalizeH="0" baseline="0" noProof="0" dirty="0">
                <a:ln>
                  <a:noFill/>
                </a:ln>
                <a:solidFill>
                  <a:srgbClr val="1E293B"/>
                </a:solidFill>
                <a:effectLst/>
                <a:uLnTx/>
                <a:uFillTx/>
                <a:latin typeface="Work Sans" pitchFamily="2" charset="0"/>
                <a:ea typeface="Calibri" pitchFamily="34" charset="-122"/>
                <a:cs typeface="Calibri" pitchFamily="34" charset="-120"/>
              </a:rPr>
              <a:t>MATIN (08h30 – 12h30) | Identification des risques selon COSO ERM</a:t>
            </a:r>
            <a:endParaRPr kumimoji="0" lang="en-US" sz="1200" b="0" i="0" u="none" strike="noStrike" kern="0" cap="none" spc="0" normalizeH="0" baseline="0" noProof="0" dirty="0">
              <a:ln>
                <a:noFill/>
              </a:ln>
              <a:solidFill>
                <a:prstClr val="black"/>
              </a:solidFill>
              <a:effectLst/>
              <a:uLnTx/>
              <a:uFillTx/>
              <a:latin typeface="Work Sans" pitchFamily="2" charset="0"/>
            </a:endParaRPr>
          </a:p>
          <a:p>
            <a:pPr marL="342900" marR="0" lvl="0" indent="-342900" defTabSz="914400" eaLnBrk="1" fontAlgn="auto" latinLnBrk="0" hangingPunct="1">
              <a:lnSpc>
                <a:spcPct val="100000"/>
              </a:lnSpc>
              <a:spcBef>
                <a:spcPts val="0"/>
              </a:spcBef>
              <a:spcAft>
                <a:spcPts val="100"/>
              </a:spcAft>
              <a:buClrTx/>
              <a:buSzPct val="100000"/>
              <a:buFontTx/>
              <a:buChar char="•"/>
              <a:tabLst/>
              <a:defRPr/>
            </a:pPr>
            <a:r>
              <a:rPr kumimoji="0" lang="en-US" sz="1200" b="0" i="0" u="none" strike="noStrike" kern="0" cap="none" spc="0" normalizeH="0" baseline="0" noProof="0" dirty="0">
                <a:ln>
                  <a:noFill/>
                </a:ln>
                <a:solidFill>
                  <a:srgbClr val="444444"/>
                </a:solidFill>
                <a:effectLst/>
                <a:uLnTx/>
                <a:uFillTx/>
                <a:latin typeface="Work Sans" pitchFamily="2" charset="0"/>
                <a:ea typeface="Calibri" pitchFamily="34" charset="-122"/>
                <a:cs typeface="Calibri" pitchFamily="34" charset="-120"/>
              </a:rPr>
              <a:t>Identification des événements à risque</a:t>
            </a:r>
            <a:endParaRPr kumimoji="0" lang="en-US" sz="1200" b="0" i="0" u="none" strike="noStrike" kern="0" cap="none" spc="0" normalizeH="0" baseline="0" noProof="0" dirty="0">
              <a:ln>
                <a:noFill/>
              </a:ln>
              <a:solidFill>
                <a:prstClr val="black"/>
              </a:solidFill>
              <a:effectLst/>
              <a:uLnTx/>
              <a:uFillTx/>
              <a:latin typeface="Work Sans" pitchFamily="2" charset="0"/>
            </a:endParaRPr>
          </a:p>
          <a:p>
            <a:pPr marL="342900" marR="0" lvl="0" indent="-342900" defTabSz="914400" eaLnBrk="1" fontAlgn="auto" latinLnBrk="0" hangingPunct="1">
              <a:lnSpc>
                <a:spcPct val="100000"/>
              </a:lnSpc>
              <a:spcBef>
                <a:spcPts val="0"/>
              </a:spcBef>
              <a:spcAft>
                <a:spcPts val="100"/>
              </a:spcAft>
              <a:buClrTx/>
              <a:buSzPct val="100000"/>
              <a:buFontTx/>
              <a:buChar char="•"/>
              <a:tabLst/>
              <a:defRPr/>
            </a:pPr>
            <a:r>
              <a:rPr kumimoji="0" lang="en-US" sz="1200" b="1" i="0" u="none" strike="noStrike" kern="0" cap="none" spc="0" normalizeH="0" baseline="0" noProof="0" dirty="0">
                <a:ln>
                  <a:noFill/>
                </a:ln>
                <a:solidFill>
                  <a:srgbClr val="1E293B"/>
                </a:solidFill>
                <a:effectLst/>
                <a:uLnTx/>
                <a:uFillTx/>
                <a:latin typeface="Work Sans" pitchFamily="2" charset="0"/>
                <a:ea typeface="Calibri" pitchFamily="34" charset="-122"/>
                <a:cs typeface="Calibri" pitchFamily="34" charset="-120"/>
              </a:rPr>
              <a:t>Typologie des risques :</a:t>
            </a:r>
            <a:endParaRPr kumimoji="0" lang="en-US" sz="1200" b="0" i="0" u="none" strike="noStrike" kern="0" cap="none" spc="0" normalizeH="0" baseline="0" noProof="0" dirty="0">
              <a:ln>
                <a:noFill/>
              </a:ln>
              <a:solidFill>
                <a:prstClr val="black"/>
              </a:solidFill>
              <a:effectLst/>
              <a:uLnTx/>
              <a:uFillTx/>
              <a:latin typeface="Work Sans" pitchFamily="2" charset="0"/>
            </a:endParaRPr>
          </a:p>
          <a:p>
            <a:pPr marL="685800" marR="0" lvl="1" indent="-342900" defTabSz="914400" eaLnBrk="1" fontAlgn="auto" latinLnBrk="0" hangingPunct="1">
              <a:lnSpc>
                <a:spcPct val="100000"/>
              </a:lnSpc>
              <a:spcBef>
                <a:spcPts val="0"/>
              </a:spcBef>
              <a:spcAft>
                <a:spcPts val="100"/>
              </a:spcAft>
              <a:buClrTx/>
              <a:buSzPct val="100000"/>
              <a:buFontTx/>
              <a:buChar char="•"/>
              <a:tabLst/>
              <a:defRPr/>
            </a:pPr>
            <a:r>
              <a:rPr kumimoji="0" lang="en-US" sz="1200" b="0" i="0" u="none" strike="noStrike" kern="0" cap="none" spc="0" normalizeH="0" baseline="0" noProof="0" dirty="0">
                <a:ln>
                  <a:noFill/>
                </a:ln>
                <a:solidFill>
                  <a:srgbClr val="444444"/>
                </a:solidFill>
                <a:effectLst/>
                <a:uLnTx/>
                <a:uFillTx/>
                <a:latin typeface="Work Sans" pitchFamily="2" charset="0"/>
                <a:ea typeface="Calibri" pitchFamily="34" charset="-122"/>
                <a:cs typeface="Calibri" pitchFamily="34" charset="-120"/>
              </a:rPr>
              <a:t>Stratégiques</a:t>
            </a:r>
            <a:endParaRPr kumimoji="0" lang="en-US" sz="1200" b="0" i="0" u="none" strike="noStrike" kern="0" cap="none" spc="0" normalizeH="0" baseline="0" noProof="0" dirty="0">
              <a:ln>
                <a:noFill/>
              </a:ln>
              <a:solidFill>
                <a:prstClr val="black"/>
              </a:solidFill>
              <a:effectLst/>
              <a:uLnTx/>
              <a:uFillTx/>
              <a:latin typeface="Work Sans" pitchFamily="2" charset="0"/>
            </a:endParaRPr>
          </a:p>
          <a:p>
            <a:pPr marL="685800" marR="0" lvl="1" indent="-342900" defTabSz="914400" eaLnBrk="1" fontAlgn="auto" latinLnBrk="0" hangingPunct="1">
              <a:lnSpc>
                <a:spcPct val="100000"/>
              </a:lnSpc>
              <a:spcBef>
                <a:spcPts val="0"/>
              </a:spcBef>
              <a:spcAft>
                <a:spcPts val="100"/>
              </a:spcAft>
              <a:buClrTx/>
              <a:buSzPct val="100000"/>
              <a:buFontTx/>
              <a:buChar char="•"/>
              <a:tabLst/>
              <a:defRPr/>
            </a:pPr>
            <a:r>
              <a:rPr kumimoji="0" lang="en-US" sz="1200" b="0" i="0" u="none" strike="noStrike" kern="0" cap="none" spc="0" normalizeH="0" baseline="0" noProof="0" dirty="0">
                <a:ln>
                  <a:noFill/>
                </a:ln>
                <a:solidFill>
                  <a:srgbClr val="444444"/>
                </a:solidFill>
                <a:effectLst/>
                <a:uLnTx/>
                <a:uFillTx/>
                <a:latin typeface="Work Sans" pitchFamily="2" charset="0"/>
                <a:ea typeface="Calibri" pitchFamily="34" charset="-122"/>
                <a:cs typeface="Calibri" pitchFamily="34" charset="-120"/>
              </a:rPr>
              <a:t>Opérationnels</a:t>
            </a:r>
            <a:endParaRPr kumimoji="0" lang="en-US" sz="1200" b="0" i="0" u="none" strike="noStrike" kern="0" cap="none" spc="0" normalizeH="0" baseline="0" noProof="0" dirty="0">
              <a:ln>
                <a:noFill/>
              </a:ln>
              <a:solidFill>
                <a:prstClr val="black"/>
              </a:solidFill>
              <a:effectLst/>
              <a:uLnTx/>
              <a:uFillTx/>
              <a:latin typeface="Work Sans" pitchFamily="2" charset="0"/>
            </a:endParaRPr>
          </a:p>
          <a:p>
            <a:pPr marL="685800" marR="0" lvl="1" indent="-342900" defTabSz="914400" eaLnBrk="1" fontAlgn="auto" latinLnBrk="0" hangingPunct="1">
              <a:lnSpc>
                <a:spcPct val="100000"/>
              </a:lnSpc>
              <a:spcBef>
                <a:spcPts val="0"/>
              </a:spcBef>
              <a:spcAft>
                <a:spcPts val="100"/>
              </a:spcAft>
              <a:buClrTx/>
              <a:buSzPct val="100000"/>
              <a:buFontTx/>
              <a:buChar char="•"/>
              <a:tabLst/>
              <a:defRPr/>
            </a:pPr>
            <a:r>
              <a:rPr kumimoji="0" lang="en-US" sz="1200" b="0" i="0" u="none" strike="noStrike" kern="0" cap="none" spc="0" normalizeH="0" baseline="0" noProof="0" dirty="0">
                <a:ln>
                  <a:noFill/>
                </a:ln>
                <a:solidFill>
                  <a:srgbClr val="444444"/>
                </a:solidFill>
                <a:effectLst/>
                <a:uLnTx/>
                <a:uFillTx/>
                <a:latin typeface="Work Sans" pitchFamily="2" charset="0"/>
                <a:ea typeface="Calibri" pitchFamily="34" charset="-122"/>
                <a:cs typeface="Calibri" pitchFamily="34" charset="-120"/>
              </a:rPr>
              <a:t>Financiers</a:t>
            </a:r>
            <a:endParaRPr kumimoji="0" lang="en-US" sz="1200" b="0" i="0" u="none" strike="noStrike" kern="0" cap="none" spc="0" normalizeH="0" baseline="0" noProof="0" dirty="0">
              <a:ln>
                <a:noFill/>
              </a:ln>
              <a:solidFill>
                <a:prstClr val="black"/>
              </a:solidFill>
              <a:effectLst/>
              <a:uLnTx/>
              <a:uFillTx/>
              <a:latin typeface="Work Sans" pitchFamily="2" charset="0"/>
            </a:endParaRPr>
          </a:p>
          <a:p>
            <a:pPr marL="685800" marR="0" lvl="1" indent="-342900" defTabSz="914400" eaLnBrk="1" fontAlgn="auto" latinLnBrk="0" hangingPunct="1">
              <a:lnSpc>
                <a:spcPct val="100000"/>
              </a:lnSpc>
              <a:spcBef>
                <a:spcPts val="0"/>
              </a:spcBef>
              <a:spcAft>
                <a:spcPts val="100"/>
              </a:spcAft>
              <a:buClrTx/>
              <a:buSzPct val="100000"/>
              <a:buFontTx/>
              <a:buChar char="•"/>
              <a:tabLst/>
              <a:defRPr/>
            </a:pPr>
            <a:r>
              <a:rPr kumimoji="0" lang="en-US" sz="1200" b="0" i="0" u="none" strike="noStrike" kern="0" cap="none" spc="0" normalizeH="0" baseline="0" noProof="0" dirty="0">
                <a:ln>
                  <a:noFill/>
                </a:ln>
                <a:solidFill>
                  <a:srgbClr val="444444"/>
                </a:solidFill>
                <a:effectLst/>
                <a:uLnTx/>
                <a:uFillTx/>
                <a:latin typeface="Work Sans" pitchFamily="2" charset="0"/>
                <a:ea typeface="Calibri" pitchFamily="34" charset="-122"/>
                <a:cs typeface="Calibri" pitchFamily="34" charset="-120"/>
              </a:rPr>
              <a:t>Juridiques / contentieux</a:t>
            </a:r>
            <a:endParaRPr kumimoji="0" lang="en-US" sz="1200" b="0" i="0" u="none" strike="noStrike" kern="0" cap="none" spc="0" normalizeH="0" baseline="0" noProof="0" dirty="0">
              <a:ln>
                <a:noFill/>
              </a:ln>
              <a:solidFill>
                <a:prstClr val="black"/>
              </a:solidFill>
              <a:effectLst/>
              <a:uLnTx/>
              <a:uFillTx/>
              <a:latin typeface="Work Sans" pitchFamily="2" charset="0"/>
            </a:endParaRPr>
          </a:p>
          <a:p>
            <a:pPr marL="685800" marR="0" lvl="1" indent="-342900" defTabSz="914400" eaLnBrk="1" fontAlgn="auto" latinLnBrk="0" hangingPunct="1">
              <a:lnSpc>
                <a:spcPct val="100000"/>
              </a:lnSpc>
              <a:spcBef>
                <a:spcPts val="0"/>
              </a:spcBef>
              <a:spcAft>
                <a:spcPts val="100"/>
              </a:spcAft>
              <a:buClrTx/>
              <a:buSzPct val="100000"/>
              <a:buFontTx/>
              <a:buChar char="•"/>
              <a:tabLst/>
              <a:defRPr/>
            </a:pPr>
            <a:r>
              <a:rPr kumimoji="0" lang="en-US" sz="1200" b="0" i="0" u="none" strike="noStrike" kern="0" cap="none" spc="0" normalizeH="0" baseline="0" noProof="0" dirty="0">
                <a:ln>
                  <a:noFill/>
                </a:ln>
                <a:solidFill>
                  <a:srgbClr val="444444"/>
                </a:solidFill>
                <a:effectLst/>
                <a:uLnTx/>
                <a:uFillTx/>
                <a:latin typeface="Work Sans" pitchFamily="2" charset="0"/>
                <a:ea typeface="Calibri" pitchFamily="34" charset="-122"/>
                <a:cs typeface="Calibri" pitchFamily="34" charset="-120"/>
              </a:rPr>
              <a:t>Conformité</a:t>
            </a:r>
            <a:endParaRPr kumimoji="0" lang="en-US" sz="1200" b="0" i="0" u="none" strike="noStrike" kern="0" cap="none" spc="0" normalizeH="0" baseline="0" noProof="0" dirty="0">
              <a:ln>
                <a:noFill/>
              </a:ln>
              <a:solidFill>
                <a:prstClr val="black"/>
              </a:solidFill>
              <a:effectLst/>
              <a:uLnTx/>
              <a:uFillTx/>
              <a:latin typeface="Work Sans" pitchFamily="2" charset="0"/>
            </a:endParaRPr>
          </a:p>
          <a:p>
            <a:pPr marL="342900" marR="0" lvl="0" indent="-342900" defTabSz="914400" eaLnBrk="1" fontAlgn="auto" latinLnBrk="0" hangingPunct="1">
              <a:lnSpc>
                <a:spcPct val="100000"/>
              </a:lnSpc>
              <a:spcBef>
                <a:spcPts val="0"/>
              </a:spcBef>
              <a:spcAft>
                <a:spcPts val="100"/>
              </a:spcAft>
              <a:buClrTx/>
              <a:buSzPct val="100000"/>
              <a:buFontTx/>
              <a:buChar char="•"/>
              <a:tabLst/>
              <a:defRPr/>
            </a:pPr>
            <a:r>
              <a:rPr kumimoji="0" lang="en-US" sz="1200" b="0" i="0" u="none" strike="noStrike" kern="0" cap="none" spc="0" normalizeH="0" baseline="0" noProof="0" dirty="0">
                <a:ln>
                  <a:noFill/>
                </a:ln>
                <a:solidFill>
                  <a:srgbClr val="444444"/>
                </a:solidFill>
                <a:effectLst/>
                <a:uLnTx/>
                <a:uFillTx/>
                <a:latin typeface="Work Sans" pitchFamily="2" charset="0"/>
                <a:ea typeface="Calibri" pitchFamily="34" charset="-122"/>
                <a:cs typeface="Calibri" pitchFamily="34" charset="-120"/>
              </a:rPr>
              <a:t>Facteurs internes et externes de risques</a:t>
            </a:r>
            <a:endParaRPr kumimoji="0" lang="en-US" sz="1200" b="0" i="0" u="none" strike="noStrike" kern="0" cap="none" spc="0" normalizeH="0" baseline="0" noProof="0" dirty="0">
              <a:ln>
                <a:noFill/>
              </a:ln>
              <a:solidFill>
                <a:prstClr val="black"/>
              </a:solidFill>
              <a:effectLst/>
              <a:uLnTx/>
              <a:uFillTx/>
              <a:latin typeface="Work Sans" pitchFamily="2" charset="0"/>
            </a:endParaRPr>
          </a:p>
          <a:p>
            <a:pPr marL="342900" marR="0" lvl="0" indent="-342900" defTabSz="914400" eaLnBrk="1" fontAlgn="auto" latinLnBrk="0" hangingPunct="1">
              <a:lnSpc>
                <a:spcPct val="100000"/>
              </a:lnSpc>
              <a:spcBef>
                <a:spcPts val="0"/>
              </a:spcBef>
              <a:spcAft>
                <a:spcPts val="100"/>
              </a:spcAft>
              <a:buClrTx/>
              <a:buSzPct val="100000"/>
              <a:buFontTx/>
              <a:buChar char="•"/>
              <a:tabLst/>
              <a:defRPr/>
            </a:pPr>
            <a:r>
              <a:rPr kumimoji="0" lang="en-US" sz="1200" b="0" i="0" u="none" strike="noStrike" kern="0" cap="none" spc="0" normalizeH="0" baseline="0" noProof="0" dirty="0">
                <a:ln>
                  <a:noFill/>
                </a:ln>
                <a:solidFill>
                  <a:srgbClr val="444444"/>
                </a:solidFill>
                <a:effectLst/>
                <a:uLnTx/>
                <a:uFillTx/>
                <a:latin typeface="Work Sans" pitchFamily="2" charset="0"/>
                <a:ea typeface="Calibri" pitchFamily="34" charset="-122"/>
                <a:cs typeface="Calibri" pitchFamily="34" charset="-120"/>
              </a:rPr>
              <a:t>Techniques d'identification (processus, scénarios, interviews)</a:t>
            </a:r>
            <a:endParaRPr kumimoji="0" lang="en-US" sz="1200" b="0" i="0" u="none" strike="noStrike" kern="0" cap="none" spc="0" normalizeH="0" baseline="0" noProof="0" dirty="0">
              <a:ln>
                <a:noFill/>
              </a:ln>
              <a:solidFill>
                <a:prstClr val="black"/>
              </a:solidFill>
              <a:effectLst/>
              <a:uLnTx/>
              <a:uFillTx/>
              <a:latin typeface="Work Sans" pitchFamily="2" charset="0"/>
            </a:endParaRPr>
          </a:p>
          <a:p>
            <a:pPr marL="0" marR="0" lvl="0" indent="0" defTabSz="914400" eaLnBrk="1" fontAlgn="auto" latinLnBrk="0" hangingPunct="1">
              <a:lnSpc>
                <a:spcPct val="100000"/>
              </a:lnSpc>
              <a:spcBef>
                <a:spcPts val="0"/>
              </a:spcBef>
              <a:spcAft>
                <a:spcPts val="100"/>
              </a:spcAft>
              <a:buClrTx/>
              <a:buSzTx/>
              <a:buFontTx/>
              <a:buNone/>
              <a:tabLst/>
              <a:defRPr/>
            </a:pPr>
            <a:r>
              <a:rPr kumimoji="0" lang="en-US" sz="1200" b="1" i="0" u="none" strike="noStrike" kern="0" cap="none" spc="0" normalizeH="0" baseline="0" noProof="0" dirty="0">
                <a:ln>
                  <a:noFill/>
                </a:ln>
                <a:solidFill>
                  <a:srgbClr val="004D5B"/>
                </a:solidFill>
                <a:effectLst/>
                <a:uLnTx/>
                <a:uFillTx/>
                <a:latin typeface="Work Sans" pitchFamily="2" charset="0"/>
                <a:ea typeface="Calibri" pitchFamily="34" charset="-122"/>
                <a:cs typeface="Calibri" pitchFamily="34" charset="-120"/>
              </a:rPr>
              <a:t>Activité : </a:t>
            </a:r>
            <a:r>
              <a:rPr kumimoji="0" lang="en-US" sz="1200" b="0" i="0" u="none" strike="noStrike" kern="0" cap="none" spc="0" normalizeH="0" baseline="0" noProof="0" dirty="0">
                <a:ln>
                  <a:noFill/>
                </a:ln>
                <a:solidFill>
                  <a:srgbClr val="1E293B"/>
                </a:solidFill>
                <a:effectLst/>
                <a:uLnTx/>
                <a:uFillTx/>
                <a:latin typeface="Work Sans" pitchFamily="2" charset="0"/>
                <a:ea typeface="Calibri" pitchFamily="34" charset="-122"/>
                <a:cs typeface="Calibri" pitchFamily="34" charset="-120"/>
              </a:rPr>
              <a:t>Atelier : identification des risques du Fonds</a:t>
            </a:r>
            <a:endParaRPr kumimoji="0" lang="en-US" sz="1200" b="0" i="0" u="none" strike="noStrike" kern="0" cap="none" spc="0" normalizeH="0" baseline="0" noProof="0" dirty="0">
              <a:ln>
                <a:noFill/>
              </a:ln>
              <a:solidFill>
                <a:prstClr val="black"/>
              </a:solidFill>
              <a:effectLst/>
              <a:uLnTx/>
              <a:uFillTx/>
              <a:latin typeface="Work Sans" pitchFamily="2" charset="0"/>
            </a:endParaRPr>
          </a:p>
          <a:p>
            <a:pPr marL="0" marR="0" lvl="0" indent="0" defTabSz="914400" eaLnBrk="1" fontAlgn="auto" latinLnBrk="0" hangingPunct="1">
              <a:lnSpc>
                <a:spcPct val="100000"/>
              </a:lnSpc>
              <a:spcBef>
                <a:spcPts val="0"/>
              </a:spcBef>
              <a:spcAft>
                <a:spcPts val="10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Work Sans" pitchFamily="2" charset="0"/>
                <a:ea typeface="Calibri" pitchFamily="34" charset="-122"/>
                <a:cs typeface="Calibri" pitchFamily="34" charset="-120"/>
              </a:rPr>
              <a:t> </a:t>
            </a:r>
            <a:endParaRPr kumimoji="0" lang="en-US" sz="1200" b="0" i="0" u="none" strike="noStrike" kern="0" cap="none" spc="0" normalizeH="0" baseline="0" noProof="0" dirty="0">
              <a:ln>
                <a:noFill/>
              </a:ln>
              <a:solidFill>
                <a:prstClr val="black"/>
              </a:solidFill>
              <a:effectLst/>
              <a:uLnTx/>
              <a:uFillTx/>
              <a:latin typeface="Work Sans" pitchFamily="2" charset="0"/>
            </a:endParaRPr>
          </a:p>
          <a:p>
            <a:pPr marL="0" marR="0" lvl="0" indent="0" defTabSz="914400" eaLnBrk="1" fontAlgn="auto" latinLnBrk="0" hangingPunct="1">
              <a:lnSpc>
                <a:spcPct val="100000"/>
              </a:lnSpc>
              <a:spcBef>
                <a:spcPts val="0"/>
              </a:spcBef>
              <a:spcAft>
                <a:spcPts val="100"/>
              </a:spcAft>
              <a:buClrTx/>
              <a:buSzTx/>
              <a:buFontTx/>
              <a:buNone/>
              <a:tabLst/>
              <a:defRPr/>
            </a:pPr>
            <a:r>
              <a:rPr kumimoji="0" lang="en-US" sz="1200" b="1" i="0" u="none" strike="noStrike" kern="0" cap="none" spc="0" normalizeH="0" baseline="0" noProof="0" dirty="0">
                <a:ln>
                  <a:noFill/>
                </a:ln>
                <a:solidFill>
                  <a:srgbClr val="1E293B"/>
                </a:solidFill>
                <a:effectLst/>
                <a:uLnTx/>
                <a:uFillTx/>
                <a:latin typeface="Work Sans" pitchFamily="2" charset="0"/>
                <a:ea typeface="Calibri" pitchFamily="34" charset="-122"/>
                <a:cs typeface="Calibri" pitchFamily="34" charset="-120"/>
              </a:rPr>
              <a:t>APRÈS-MIDI (13h30 – 17h00) | Analyse et hiérarchisation des risques</a:t>
            </a:r>
            <a:endParaRPr kumimoji="0" lang="en-US" sz="1200" b="0" i="0" u="none" strike="noStrike" kern="0" cap="none" spc="0" normalizeH="0" baseline="0" noProof="0" dirty="0">
              <a:ln>
                <a:noFill/>
              </a:ln>
              <a:solidFill>
                <a:prstClr val="black"/>
              </a:solidFill>
              <a:effectLst/>
              <a:uLnTx/>
              <a:uFillTx/>
              <a:latin typeface="Work Sans" pitchFamily="2" charset="0"/>
            </a:endParaRPr>
          </a:p>
          <a:p>
            <a:pPr marL="342900" marR="0" lvl="0" indent="-342900" defTabSz="914400" eaLnBrk="1" fontAlgn="auto" latinLnBrk="0" hangingPunct="1">
              <a:lnSpc>
                <a:spcPct val="100000"/>
              </a:lnSpc>
              <a:spcBef>
                <a:spcPts val="0"/>
              </a:spcBef>
              <a:spcAft>
                <a:spcPts val="100"/>
              </a:spcAft>
              <a:buClrTx/>
              <a:buSzPct val="100000"/>
              <a:buFontTx/>
              <a:buChar char="•"/>
              <a:tabLst/>
              <a:defRPr/>
            </a:pPr>
            <a:r>
              <a:rPr kumimoji="0" lang="en-US" sz="1200" b="0" i="0" u="none" strike="noStrike" kern="0" cap="none" spc="0" normalizeH="0" baseline="0" noProof="0" dirty="0">
                <a:ln>
                  <a:noFill/>
                </a:ln>
                <a:solidFill>
                  <a:srgbClr val="444444"/>
                </a:solidFill>
                <a:effectLst/>
                <a:uLnTx/>
                <a:uFillTx/>
                <a:latin typeface="Work Sans" pitchFamily="2" charset="0"/>
                <a:ea typeface="Calibri" pitchFamily="34" charset="-122"/>
                <a:cs typeface="Calibri" pitchFamily="34" charset="-120"/>
              </a:rPr>
              <a:t>Évaluation des risques (probabilité / impact)</a:t>
            </a:r>
            <a:endParaRPr kumimoji="0" lang="en-US" sz="1200" b="0" i="0" u="none" strike="noStrike" kern="0" cap="none" spc="0" normalizeH="0" baseline="0" noProof="0" dirty="0">
              <a:ln>
                <a:noFill/>
              </a:ln>
              <a:solidFill>
                <a:prstClr val="black"/>
              </a:solidFill>
              <a:effectLst/>
              <a:uLnTx/>
              <a:uFillTx/>
              <a:latin typeface="Work Sans" pitchFamily="2" charset="0"/>
            </a:endParaRPr>
          </a:p>
          <a:p>
            <a:pPr marL="342900" marR="0" lvl="0" indent="-342900" defTabSz="914400" eaLnBrk="1" fontAlgn="auto" latinLnBrk="0" hangingPunct="1">
              <a:lnSpc>
                <a:spcPct val="100000"/>
              </a:lnSpc>
              <a:spcBef>
                <a:spcPts val="0"/>
              </a:spcBef>
              <a:spcAft>
                <a:spcPts val="100"/>
              </a:spcAft>
              <a:buClrTx/>
              <a:buSzPct val="100000"/>
              <a:buFontTx/>
              <a:buChar char="•"/>
              <a:tabLst/>
              <a:defRPr/>
            </a:pPr>
            <a:r>
              <a:rPr kumimoji="0" lang="en-US" sz="1200" b="0" i="0" u="none" strike="noStrike" kern="0" cap="none" spc="0" normalizeH="0" baseline="0" noProof="0" dirty="0">
                <a:ln>
                  <a:noFill/>
                </a:ln>
                <a:solidFill>
                  <a:srgbClr val="444444"/>
                </a:solidFill>
                <a:effectLst/>
                <a:uLnTx/>
                <a:uFillTx/>
                <a:latin typeface="Work Sans" pitchFamily="2" charset="0"/>
                <a:ea typeface="Calibri" pitchFamily="34" charset="-122"/>
                <a:cs typeface="Calibri" pitchFamily="34" charset="-120"/>
              </a:rPr>
              <a:t>Notion de criticité et seuils de tolérance</a:t>
            </a:r>
            <a:endParaRPr kumimoji="0" lang="en-US" sz="1200" b="0" i="0" u="none" strike="noStrike" kern="0" cap="none" spc="0" normalizeH="0" baseline="0" noProof="0" dirty="0">
              <a:ln>
                <a:noFill/>
              </a:ln>
              <a:solidFill>
                <a:prstClr val="black"/>
              </a:solidFill>
              <a:effectLst/>
              <a:uLnTx/>
              <a:uFillTx/>
              <a:latin typeface="Work Sans" pitchFamily="2" charset="0"/>
            </a:endParaRPr>
          </a:p>
          <a:p>
            <a:pPr marL="342900" marR="0" lvl="0" indent="-342900" defTabSz="914400" eaLnBrk="1" fontAlgn="auto" latinLnBrk="0" hangingPunct="1">
              <a:lnSpc>
                <a:spcPct val="100000"/>
              </a:lnSpc>
              <a:spcBef>
                <a:spcPts val="0"/>
              </a:spcBef>
              <a:spcAft>
                <a:spcPts val="100"/>
              </a:spcAft>
              <a:buClrTx/>
              <a:buSzPct val="100000"/>
              <a:buFontTx/>
              <a:buChar char="•"/>
              <a:tabLst/>
              <a:defRPr/>
            </a:pPr>
            <a:r>
              <a:rPr kumimoji="0" lang="en-US" sz="1200" b="0" i="0" u="none" strike="noStrike" kern="0" cap="none" spc="0" normalizeH="0" baseline="0" noProof="0" dirty="0">
                <a:ln>
                  <a:noFill/>
                </a:ln>
                <a:solidFill>
                  <a:srgbClr val="444444"/>
                </a:solidFill>
                <a:effectLst/>
                <a:uLnTx/>
                <a:uFillTx/>
                <a:latin typeface="Work Sans" pitchFamily="2" charset="0"/>
                <a:ea typeface="Calibri" pitchFamily="34" charset="-122"/>
                <a:cs typeface="Calibri" pitchFamily="34" charset="-120"/>
              </a:rPr>
              <a:t>Cartographie des risques (risk mapping)</a:t>
            </a:r>
            <a:endParaRPr kumimoji="0" lang="en-US" sz="1200" b="0" i="0" u="none" strike="noStrike" kern="0" cap="none" spc="0" normalizeH="0" baseline="0" noProof="0" dirty="0">
              <a:ln>
                <a:noFill/>
              </a:ln>
              <a:solidFill>
                <a:prstClr val="black"/>
              </a:solidFill>
              <a:effectLst/>
              <a:uLnTx/>
              <a:uFillTx/>
              <a:latin typeface="Work Sans" pitchFamily="2" charset="0"/>
            </a:endParaRPr>
          </a:p>
          <a:p>
            <a:pPr marL="342900" marR="0" lvl="0" indent="-342900" defTabSz="914400" eaLnBrk="1" fontAlgn="auto" latinLnBrk="0" hangingPunct="1">
              <a:lnSpc>
                <a:spcPct val="100000"/>
              </a:lnSpc>
              <a:spcBef>
                <a:spcPts val="0"/>
              </a:spcBef>
              <a:spcAft>
                <a:spcPts val="100"/>
              </a:spcAft>
              <a:buClrTx/>
              <a:buSzPct val="100000"/>
              <a:buFontTx/>
              <a:buChar char="•"/>
              <a:tabLst/>
              <a:defRPr/>
            </a:pPr>
            <a:r>
              <a:rPr kumimoji="0" lang="en-US" sz="1200" b="0" i="0" u="none" strike="noStrike" kern="0" cap="none" spc="0" normalizeH="0" baseline="0" noProof="0" dirty="0">
                <a:ln>
                  <a:noFill/>
                </a:ln>
                <a:solidFill>
                  <a:srgbClr val="444444"/>
                </a:solidFill>
                <a:effectLst/>
                <a:uLnTx/>
                <a:uFillTx/>
                <a:latin typeface="Work Sans" pitchFamily="2" charset="0"/>
                <a:ea typeface="Calibri" pitchFamily="34" charset="-122"/>
                <a:cs typeface="Calibri" pitchFamily="34" charset="-120"/>
              </a:rPr>
              <a:t>Priorisation des risques critiques</a:t>
            </a:r>
            <a:endParaRPr kumimoji="0" lang="en-US" sz="1200" b="0" i="0" u="none" strike="noStrike" kern="0" cap="none" spc="0" normalizeH="0" baseline="0" noProof="0" dirty="0">
              <a:ln>
                <a:noFill/>
              </a:ln>
              <a:solidFill>
                <a:prstClr val="black"/>
              </a:solidFill>
              <a:effectLst/>
              <a:uLnTx/>
              <a:uFillTx/>
              <a:latin typeface="Work Sans" pitchFamily="2" charset="0"/>
            </a:endParaRPr>
          </a:p>
          <a:p>
            <a:pPr marL="342900" marR="0" lvl="0" indent="-342900" defTabSz="914400" eaLnBrk="1" fontAlgn="auto" latinLnBrk="0" hangingPunct="1">
              <a:lnSpc>
                <a:spcPct val="100000"/>
              </a:lnSpc>
              <a:spcBef>
                <a:spcPts val="0"/>
              </a:spcBef>
              <a:spcAft>
                <a:spcPts val="100"/>
              </a:spcAft>
              <a:buClrTx/>
              <a:buSzPct val="100000"/>
              <a:buFontTx/>
              <a:buChar char="•"/>
              <a:tabLst/>
              <a:defRPr/>
            </a:pPr>
            <a:r>
              <a:rPr kumimoji="0" lang="en-US" sz="1200" b="0" i="0" u="none" strike="noStrike" kern="0" cap="none" spc="0" normalizeH="0" baseline="0" noProof="0" dirty="0">
                <a:ln>
                  <a:noFill/>
                </a:ln>
                <a:solidFill>
                  <a:srgbClr val="444444"/>
                </a:solidFill>
                <a:effectLst/>
                <a:uLnTx/>
                <a:uFillTx/>
                <a:latin typeface="Work Sans" pitchFamily="2" charset="0"/>
                <a:ea typeface="Calibri" pitchFamily="34" charset="-122"/>
                <a:cs typeface="Calibri" pitchFamily="34" charset="-120"/>
              </a:rPr>
              <a:t>Lien entre risques et objectifs stratégiques</a:t>
            </a:r>
            <a:endParaRPr kumimoji="0" lang="en-US" sz="1200" b="0" i="0" u="none" strike="noStrike" kern="0" cap="none" spc="0" normalizeH="0" baseline="0" noProof="0" dirty="0">
              <a:ln>
                <a:noFill/>
              </a:ln>
              <a:solidFill>
                <a:prstClr val="black"/>
              </a:solidFill>
              <a:effectLst/>
              <a:uLnTx/>
              <a:uFillTx/>
              <a:latin typeface="Work Sans" pitchFamily="2" charset="0"/>
            </a:endParaRPr>
          </a:p>
          <a:p>
            <a:pPr marL="0" marR="0" lvl="0" indent="0" defTabSz="914400" eaLnBrk="1" fontAlgn="auto" latinLnBrk="0" hangingPunct="1">
              <a:lnSpc>
                <a:spcPct val="100000"/>
              </a:lnSpc>
              <a:spcBef>
                <a:spcPts val="0"/>
              </a:spcBef>
              <a:spcAft>
                <a:spcPts val="100"/>
              </a:spcAft>
              <a:buClrTx/>
              <a:buSzTx/>
              <a:buFontTx/>
              <a:buNone/>
              <a:tabLst/>
              <a:defRPr/>
            </a:pPr>
            <a:r>
              <a:rPr kumimoji="0" lang="en-US" sz="1200" b="1" i="0" u="none" strike="noStrike" kern="0" cap="none" spc="0" normalizeH="0" baseline="0" noProof="0" dirty="0">
                <a:ln>
                  <a:noFill/>
                </a:ln>
                <a:solidFill>
                  <a:srgbClr val="004D5B"/>
                </a:solidFill>
                <a:effectLst/>
                <a:uLnTx/>
                <a:uFillTx/>
                <a:latin typeface="Work Sans" pitchFamily="2" charset="0"/>
                <a:ea typeface="Calibri" pitchFamily="34" charset="-122"/>
                <a:cs typeface="Calibri" pitchFamily="34" charset="-120"/>
              </a:rPr>
              <a:t>Activité : </a:t>
            </a:r>
            <a:r>
              <a:rPr kumimoji="0" lang="en-US" sz="1200" b="0" i="0" u="none" strike="noStrike" kern="0" cap="none" spc="0" normalizeH="0" baseline="0" noProof="0" dirty="0">
                <a:ln>
                  <a:noFill/>
                </a:ln>
                <a:solidFill>
                  <a:srgbClr val="1E293B"/>
                </a:solidFill>
                <a:effectLst/>
                <a:uLnTx/>
                <a:uFillTx/>
                <a:latin typeface="Work Sans" pitchFamily="2" charset="0"/>
                <a:ea typeface="Calibri" pitchFamily="34" charset="-122"/>
                <a:cs typeface="Calibri" pitchFamily="34" charset="-120"/>
              </a:rPr>
              <a:t>Élaboration d'une matrice des risques</a:t>
            </a:r>
            <a:endParaRPr kumimoji="0" lang="en-US" sz="1200" b="0" i="0" u="none" strike="noStrike" kern="0" cap="none" spc="0" normalizeH="0" baseline="0" noProof="0" dirty="0">
              <a:ln>
                <a:noFill/>
              </a:ln>
              <a:solidFill>
                <a:prstClr val="black"/>
              </a:solidFill>
              <a:effectLst/>
              <a:uLnTx/>
              <a:uFillTx/>
              <a:latin typeface="Work Sans" pitchFamily="2" charset="0"/>
            </a:endParaRPr>
          </a:p>
        </p:txBody>
      </p:sp>
    </p:spTree>
    <p:extLst>
      <p:ext uri="{BB962C8B-B14F-4D97-AF65-F5344CB8AC3E}">
        <p14:creationId xmlns:p14="http://schemas.microsoft.com/office/powerpoint/2010/main" val="3914689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r="-18000"/>
          </a:stretch>
        </a:blipFill>
        <a:effectLst/>
      </p:bgPr>
    </p:bg>
    <p:spTree>
      <p:nvGrpSpPr>
        <p:cNvPr id="1" name="">
          <a:extLst>
            <a:ext uri="{FF2B5EF4-FFF2-40B4-BE49-F238E27FC236}">
              <a16:creationId xmlns:a16="http://schemas.microsoft.com/office/drawing/2014/main" id="{C4EE2B4A-94D5-8058-F601-78FCF1C37147}"/>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BC6B37A0-5D64-8C79-4571-08303AD8677F}"/>
              </a:ext>
            </a:extLst>
          </p:cNvPr>
          <p:cNvSpPr txBox="1"/>
          <p:nvPr/>
        </p:nvSpPr>
        <p:spPr>
          <a:xfrm>
            <a:off x="1016000" y="6326909"/>
            <a:ext cx="988291" cy="434109"/>
          </a:xfrm>
          <a:prstGeom prst="rect">
            <a:avLst/>
          </a:prstGeom>
          <a:solidFill>
            <a:srgbClr val="043D5D"/>
          </a:solid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Espace réservé du numéro de diapositive 2">
            <a:extLst>
              <a:ext uri="{FF2B5EF4-FFF2-40B4-BE49-F238E27FC236}">
                <a16:creationId xmlns:a16="http://schemas.microsoft.com/office/drawing/2014/main" id="{B100F5CF-5409-523B-95ED-9E30F23AE5C3}"/>
              </a:ext>
            </a:extLst>
          </p:cNvPr>
          <p:cNvSpPr>
            <a:spLocks noGrp="1"/>
          </p:cNvSpPr>
          <p:nvPr>
            <p:ph type="sldNum" sz="quarter" idx="12"/>
          </p:nvPr>
        </p:nvSpPr>
        <p:spPr>
          <a:xfrm>
            <a:off x="8949648" y="6057016"/>
            <a:ext cx="27432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843DB3B-2DAE-45C8-8012-39AD7A5181D9}" type="slidenum">
              <a:rPr kumimoji="0" lang="fr-CI" sz="1100" b="0" i="0" u="none" strike="noStrike" kern="1200" cap="none" spc="0" normalizeH="0" baseline="0" noProof="0" smtClean="0">
                <a:ln>
                  <a:noFill/>
                </a:ln>
                <a:solidFill>
                  <a:prstClr val="white"/>
                </a:solidFill>
                <a:effectLst/>
                <a:uLnTx/>
                <a:uFillTx/>
                <a:latin typeface="Work Sans"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16</a:t>
            </a:fld>
            <a:endParaRPr kumimoji="0" lang="fr-CI" sz="1200" b="0" i="0" u="none" strike="noStrike" kern="1200" cap="none" spc="0" normalizeH="0" baseline="0" noProof="0">
              <a:ln>
                <a:noFill/>
              </a:ln>
              <a:solidFill>
                <a:prstClr val="white"/>
              </a:solidFill>
              <a:effectLst/>
              <a:uLnTx/>
              <a:uFillTx/>
              <a:latin typeface="Work Sans" pitchFamily="2" charset="0"/>
              <a:ea typeface="+mn-ea"/>
              <a:cs typeface="+mn-cs"/>
            </a:endParaRPr>
          </a:p>
        </p:txBody>
      </p:sp>
      <p:graphicFrame>
        <p:nvGraphicFramePr>
          <p:cNvPr id="4" name="Tableau 3">
            <a:extLst>
              <a:ext uri="{FF2B5EF4-FFF2-40B4-BE49-F238E27FC236}">
                <a16:creationId xmlns:a16="http://schemas.microsoft.com/office/drawing/2014/main" id="{8B16DFC2-0754-4288-3440-8C43AFE0A1A2}"/>
              </a:ext>
            </a:extLst>
          </p:cNvPr>
          <p:cNvGraphicFramePr>
            <a:graphicFrameLocks noGrp="1"/>
          </p:cNvGraphicFramePr>
          <p:nvPr>
            <p:extLst>
              <p:ext uri="{D42A27DB-BD31-4B8C-83A1-F6EECF244321}">
                <p14:modId xmlns:p14="http://schemas.microsoft.com/office/powerpoint/2010/main" val="3507558718"/>
              </p:ext>
            </p:extLst>
          </p:nvPr>
        </p:nvGraphicFramePr>
        <p:xfrm>
          <a:off x="298803" y="814121"/>
          <a:ext cx="11193288" cy="4994434"/>
        </p:xfrm>
        <a:graphic>
          <a:graphicData uri="http://schemas.openxmlformats.org/drawingml/2006/table">
            <a:tbl>
              <a:tblPr/>
              <a:tblGrid>
                <a:gridCol w="1340791">
                  <a:extLst>
                    <a:ext uri="{9D8B030D-6E8A-4147-A177-3AD203B41FA5}">
                      <a16:colId xmlns:a16="http://schemas.microsoft.com/office/drawing/2014/main" val="3753439710"/>
                    </a:ext>
                  </a:extLst>
                </a:gridCol>
                <a:gridCol w="2820646">
                  <a:extLst>
                    <a:ext uri="{9D8B030D-6E8A-4147-A177-3AD203B41FA5}">
                      <a16:colId xmlns:a16="http://schemas.microsoft.com/office/drawing/2014/main" val="1761763156"/>
                    </a:ext>
                  </a:extLst>
                </a:gridCol>
                <a:gridCol w="7031851">
                  <a:extLst>
                    <a:ext uri="{9D8B030D-6E8A-4147-A177-3AD203B41FA5}">
                      <a16:colId xmlns:a16="http://schemas.microsoft.com/office/drawing/2014/main" val="942668925"/>
                    </a:ext>
                  </a:extLst>
                </a:gridCol>
              </a:tblGrid>
              <a:tr h="915339">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buNone/>
                      </a:pPr>
                      <a:r>
                        <a:rPr lang="fr-FR" sz="1300" b="1" dirty="0">
                          <a:solidFill>
                            <a:schemeClr val="bg1"/>
                          </a:solidFill>
                          <a:latin typeface="Work Sans" pitchFamily="2" charset="0"/>
                        </a:rPr>
                        <a:t>Jour 3</a:t>
                      </a:r>
                    </a:p>
                  </a:txBody>
                  <a:tcPr marL="42246" marR="42246" marT="21123" marB="21123" anchor="ctr">
                    <a:lnL>
                      <a:noFill/>
                    </a:lnL>
                    <a:lnR>
                      <a:noFill/>
                    </a:lnR>
                    <a:lnT>
                      <a:noFill/>
                    </a:lnT>
                    <a:lnB>
                      <a:noFill/>
                    </a:lnB>
                    <a:lnTlToBr w="12700" cmpd="sng">
                      <a:noFill/>
                      <a:prstDash val="solid"/>
                    </a:lnTlToBr>
                    <a:lnBlToTr w="12700" cmpd="sng">
                      <a:noFill/>
                      <a:prstDash val="solid"/>
                    </a:lnBlToTr>
                    <a:solidFill>
                      <a:srgbClr val="0E2841">
                        <a:lumMod val="90000"/>
                        <a:lumOff val="10000"/>
                      </a:srgbClr>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buNone/>
                      </a:pPr>
                      <a:r>
                        <a:rPr lang="fr-FR" sz="1300" b="1" dirty="0">
                          <a:solidFill>
                            <a:schemeClr val="bg1"/>
                          </a:solidFill>
                          <a:latin typeface="Work Sans" pitchFamily="2" charset="0"/>
                        </a:rPr>
                        <a:t>Objectif</a:t>
                      </a:r>
                      <a:endParaRPr lang="fr-FR" sz="1300" dirty="0">
                        <a:solidFill>
                          <a:schemeClr val="bg1"/>
                        </a:solidFill>
                        <a:latin typeface="Work Sans" pitchFamily="2" charset="0"/>
                      </a:endParaRPr>
                    </a:p>
                  </a:txBody>
                  <a:tcPr marL="42246" marR="42246" marT="21123" marB="21123" anchor="ctr">
                    <a:lnL>
                      <a:noFill/>
                    </a:lnL>
                    <a:lnR>
                      <a:noFill/>
                    </a:lnR>
                    <a:lnT>
                      <a:noFill/>
                    </a:lnT>
                    <a:lnB>
                      <a:noFill/>
                    </a:lnB>
                    <a:lnTlToBr w="12700" cmpd="sng">
                      <a:noFill/>
                      <a:prstDash val="solid"/>
                    </a:lnTlToBr>
                    <a:lnBlToTr w="12700" cmpd="sng">
                      <a:noFill/>
                      <a:prstDash val="solid"/>
                    </a:lnBlToTr>
                    <a:solidFill>
                      <a:srgbClr val="0E2841">
                        <a:lumMod val="90000"/>
                        <a:lumOff val="10000"/>
                      </a:srgbClr>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buNone/>
                      </a:pPr>
                      <a:r>
                        <a:rPr lang="fr-FR" sz="1300" b="1" dirty="0">
                          <a:solidFill>
                            <a:schemeClr val="bg1"/>
                          </a:solidFill>
                          <a:latin typeface="Work Sans" pitchFamily="2" charset="0"/>
                        </a:rPr>
                        <a:t>Contenu détaillé</a:t>
                      </a:r>
                      <a:endParaRPr lang="fr-FR" sz="1300" dirty="0">
                        <a:solidFill>
                          <a:schemeClr val="bg1"/>
                        </a:solidFill>
                        <a:latin typeface="Work Sans" pitchFamily="2" charset="0"/>
                      </a:endParaRPr>
                    </a:p>
                  </a:txBody>
                  <a:tcPr marL="42246" marR="42246" marT="21123" marB="21123" anchor="ctr">
                    <a:lnL>
                      <a:noFill/>
                    </a:lnL>
                    <a:lnR>
                      <a:noFill/>
                    </a:lnR>
                    <a:lnT>
                      <a:noFill/>
                    </a:lnT>
                    <a:lnB>
                      <a:noFill/>
                    </a:lnB>
                    <a:lnTlToBr w="12700" cmpd="sng">
                      <a:noFill/>
                      <a:prstDash val="solid"/>
                    </a:lnTlToBr>
                    <a:lnBlToTr w="12700" cmpd="sng">
                      <a:noFill/>
                      <a:prstDash val="solid"/>
                    </a:lnBlToTr>
                    <a:solidFill>
                      <a:srgbClr val="0E2841">
                        <a:lumMod val="90000"/>
                        <a:lumOff val="10000"/>
                      </a:srgbClr>
                    </a:solidFill>
                  </a:tcPr>
                </a:tc>
                <a:extLst>
                  <a:ext uri="{0D108BD9-81ED-4DB2-BD59-A6C34878D82A}">
                    <a16:rowId xmlns:a16="http://schemas.microsoft.com/office/drawing/2014/main" val="3094121305"/>
                  </a:ext>
                </a:extLst>
              </a:tr>
              <a:tr h="539081">
                <a:tc rowSpan="2">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r>
                        <a:rPr lang="fr-FR" sz="1200" b="1" kern="1200" dirty="0">
                          <a:solidFill>
                            <a:schemeClr val="tx1"/>
                          </a:solidFill>
                          <a:effectLst/>
                          <a:latin typeface="Work Sans" pitchFamily="2" charset="0"/>
                          <a:ea typeface="+mn-ea"/>
                          <a:cs typeface="+mn-cs"/>
                        </a:rPr>
                        <a:t>CONTRÔLE INTERNE, CONFORMITÉ ET CONTENTIEUX</a:t>
                      </a:r>
                    </a:p>
                  </a:txBody>
                  <a:tcPr marL="42246" marR="42246" marT="21123" marB="21123" anchor="ctr">
                    <a:lnL>
                      <a:noFill/>
                    </a:lnL>
                    <a:lnR>
                      <a:noFill/>
                    </a:lnR>
                    <a:lnT>
                      <a:noFill/>
                    </a:lnT>
                    <a:lnB>
                      <a:noFill/>
                    </a:lnB>
                    <a:lnTlToBr w="12700" cmpd="sng">
                      <a:noFill/>
                      <a:prstDash val="solid"/>
                    </a:lnTlToBr>
                    <a:lnBlToTr w="12700" cmpd="sng">
                      <a:noFill/>
                      <a:prstDash val="solid"/>
                    </a:lnBlToTr>
                    <a:solidFill>
                      <a:srgbClr val="0E2841">
                        <a:lumMod val="10000"/>
                        <a:lumOff val="90000"/>
                      </a:srgbClr>
                    </a:solidFill>
                  </a:tcPr>
                </a:tc>
                <a:tc rowSpan="2">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r>
                        <a:rPr lang="fr-FR" sz="1400" kern="1200" dirty="0">
                          <a:solidFill>
                            <a:schemeClr val="tx1"/>
                          </a:solidFill>
                          <a:effectLst/>
                          <a:latin typeface="Work Sans" pitchFamily="2" charset="0"/>
                          <a:ea typeface="+mn-ea"/>
                          <a:cs typeface="+mn-cs"/>
                        </a:rPr>
                        <a:t>Renforcer le pilotage des risques, la conformité et la gestion du contentieux.</a:t>
                      </a:r>
                    </a:p>
                  </a:txBody>
                  <a:tcPr marL="42246" marR="42246" marT="21123" marB="21123" anchor="ctr">
                    <a:lnL>
                      <a:noFill/>
                    </a:lnL>
                    <a:lnR>
                      <a:noFill/>
                    </a:lnR>
                    <a:lnT>
                      <a:noFill/>
                    </a:lnT>
                    <a:lnB>
                      <a:noFill/>
                    </a:lnB>
                    <a:lnTlToBr w="12700" cmpd="sng">
                      <a:noFill/>
                      <a:prstDash val="solid"/>
                    </a:lnTlToBr>
                    <a:lnBlToTr w="12700" cmpd="sng">
                      <a:noFill/>
                      <a:prstDash val="solid"/>
                    </a:lnBlToTr>
                    <a:solidFill>
                      <a:srgbClr val="F7F7F7"/>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lvl="0"/>
                      <a:endParaRPr lang="fr-FR" sz="1400" kern="1200" dirty="0">
                        <a:solidFill>
                          <a:schemeClr val="tx1"/>
                        </a:solidFill>
                        <a:effectLst/>
                        <a:latin typeface="Work Sans" pitchFamily="2" charset="0"/>
                        <a:ea typeface="+mn-ea"/>
                        <a:cs typeface="+mn-cs"/>
                      </a:endParaRPr>
                    </a:p>
                  </a:txBody>
                  <a:tcPr marL="42246" marR="42246" marT="21123" marB="21123" anchor="ctr">
                    <a:lnL>
                      <a:noFill/>
                    </a:lnL>
                    <a:lnR>
                      <a:noFill/>
                    </a:lnR>
                    <a:lnT>
                      <a:noFill/>
                    </a:lnT>
                    <a:lnB>
                      <a:noFill/>
                    </a:lnB>
                    <a:lnTlToBr w="12700" cmpd="sng">
                      <a:noFill/>
                      <a:prstDash val="solid"/>
                    </a:lnTlToBr>
                    <a:lnBlToTr w="12700" cmpd="sng">
                      <a:noFill/>
                      <a:prstDash val="solid"/>
                    </a:lnBlToTr>
                    <a:solidFill>
                      <a:srgbClr val="F7F7F7"/>
                    </a:solidFill>
                  </a:tcPr>
                </a:tc>
                <a:extLst>
                  <a:ext uri="{0D108BD9-81ED-4DB2-BD59-A6C34878D82A}">
                    <a16:rowId xmlns:a16="http://schemas.microsoft.com/office/drawing/2014/main" val="1782101704"/>
                  </a:ext>
                </a:extLst>
              </a:tr>
              <a:tr h="3540014">
                <a:tc vMerge="1">
                  <a:txBody>
                    <a:bodyPr/>
                    <a:lstStyle/>
                    <a:p>
                      <a:pPr algn="l">
                        <a:buNone/>
                      </a:pPr>
                      <a:endParaRPr lang="fr-FR" sz="1200" dirty="0">
                        <a:solidFill>
                          <a:schemeClr val="tx2"/>
                        </a:solidFill>
                        <a:latin typeface="Work Sans" pitchFamily="2" charset="0"/>
                      </a:endParaRPr>
                    </a:p>
                  </a:txBody>
                  <a:tcPr marL="42246" marR="42246" marT="21123" marB="21123" anchor="ctr">
                    <a:lnL>
                      <a:noFill/>
                    </a:lnL>
                    <a:lnR>
                      <a:noFill/>
                    </a:lnR>
                    <a:lnT>
                      <a:noFill/>
                    </a:lnT>
                    <a:lnB>
                      <a:noFill/>
                    </a:lnB>
                    <a:solidFill>
                      <a:schemeClr val="tx2">
                        <a:lumMod val="25000"/>
                        <a:lumOff val="75000"/>
                      </a:schemeClr>
                    </a:solidFill>
                  </a:tcPr>
                </a:tc>
                <a:tc vMerge="1">
                  <a:txBody>
                    <a:bodyPr/>
                    <a:lstStyle/>
                    <a:p>
                      <a:pPr algn="l">
                        <a:buNone/>
                      </a:pPr>
                      <a:endParaRPr lang="fr-FR" sz="1300" b="1" dirty="0">
                        <a:solidFill>
                          <a:schemeClr val="tx2"/>
                        </a:solidFill>
                        <a:latin typeface="Work Sans" pitchFamily="2" charset="0"/>
                      </a:endParaRPr>
                    </a:p>
                  </a:txBody>
                  <a:tcPr marL="42246" marR="42246" marT="21123" marB="21123" anchor="ctr">
                    <a:lnL>
                      <a:noFill/>
                    </a:lnL>
                    <a:lnR>
                      <a:noFill/>
                    </a:lnR>
                    <a:lnT>
                      <a:noFill/>
                    </a:lnT>
                    <a:lnB>
                      <a:noFill/>
                    </a:lnB>
                    <a:solidFill>
                      <a:srgbClr val="FBFBFB"/>
                    </a:solidFill>
                  </a:tcPr>
                </a:tc>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marL="0" algn="l" defTabSz="914400" rtl="0" eaLnBrk="1" latinLnBrk="0" hangingPunct="1">
                        <a:buNone/>
                      </a:pPr>
                      <a:endParaRPr lang="fr-FR" sz="1400" kern="1200" dirty="0">
                        <a:solidFill>
                          <a:schemeClr val="tx2"/>
                        </a:solidFill>
                        <a:latin typeface="Work Sans" pitchFamily="2" charset="0"/>
                        <a:ea typeface="+mn-ea"/>
                        <a:cs typeface="+mn-cs"/>
                      </a:endParaRPr>
                    </a:p>
                  </a:txBody>
                  <a:tcPr marL="101600" marR="76200" marT="63500" marB="63500" anchor="ctr">
                    <a:lnL>
                      <a:noFill/>
                    </a:lnL>
                    <a:lnR>
                      <a:noFill/>
                    </a:lnR>
                    <a:lnT>
                      <a:noFill/>
                    </a:lnT>
                    <a:lnB>
                      <a:noFill/>
                    </a:lnB>
                    <a:lnTlToBr w="12700" cmpd="sng">
                      <a:noFill/>
                      <a:prstDash val="solid"/>
                    </a:lnTlToBr>
                    <a:lnBlToTr w="12700" cmpd="sng">
                      <a:noFill/>
                      <a:prstDash val="solid"/>
                    </a:lnBlToTr>
                    <a:solidFill>
                      <a:srgbClr val="F7F7F7"/>
                    </a:solidFill>
                  </a:tcPr>
                </a:tc>
                <a:extLst>
                  <a:ext uri="{0D108BD9-81ED-4DB2-BD59-A6C34878D82A}">
                    <a16:rowId xmlns:a16="http://schemas.microsoft.com/office/drawing/2014/main" val="775700811"/>
                  </a:ext>
                </a:extLst>
              </a:tr>
            </a:tbl>
          </a:graphicData>
        </a:graphic>
      </p:graphicFrame>
      <p:sp>
        <p:nvSpPr>
          <p:cNvPr id="6" name="Google Shape;117;p13">
            <a:extLst>
              <a:ext uri="{FF2B5EF4-FFF2-40B4-BE49-F238E27FC236}">
                <a16:creationId xmlns:a16="http://schemas.microsoft.com/office/drawing/2014/main" id="{E33BBA3A-4D65-0303-0554-DAE797712946}"/>
              </a:ext>
            </a:extLst>
          </p:cNvPr>
          <p:cNvSpPr txBox="1"/>
          <p:nvPr/>
        </p:nvSpPr>
        <p:spPr>
          <a:xfrm>
            <a:off x="298803" y="46457"/>
            <a:ext cx="7054910" cy="406265"/>
          </a:xfrm>
          <a:prstGeom prst="rect">
            <a:avLst/>
          </a:prstGeom>
          <a:noFill/>
          <a:ln>
            <a:noFill/>
          </a:ln>
        </p:spPr>
        <p:txBody>
          <a:bodyPr spcFirstLastPara="1" wrap="square" lIns="0" tIns="0" rIns="0" bIns="0" anchor="t" anchorCtr="0">
            <a:spAutoFit/>
          </a:bodyPr>
          <a:lstStyle/>
          <a:p>
            <a:pPr>
              <a:lnSpc>
                <a:spcPct val="109972"/>
              </a:lnSpc>
            </a:pPr>
            <a:r>
              <a:rPr lang="fr-FR" sz="2400" b="1" dirty="0">
                <a:solidFill>
                  <a:srgbClr val="7FC241"/>
                </a:solidFill>
                <a:latin typeface="Work Sans"/>
                <a:sym typeface="Work Sans"/>
              </a:rPr>
              <a:t>Notre proposition de Formation détaillée (3/4)</a:t>
            </a:r>
            <a:endParaRPr lang="fr-FR" sz="2400" dirty="0">
              <a:solidFill>
                <a:srgbClr val="92D050"/>
              </a:solidFill>
              <a:latin typeface="Work Sans"/>
            </a:endParaRPr>
          </a:p>
        </p:txBody>
      </p:sp>
      <p:sp>
        <p:nvSpPr>
          <p:cNvPr id="7" name="Oval 7">
            <a:extLst>
              <a:ext uri="{FF2B5EF4-FFF2-40B4-BE49-F238E27FC236}">
                <a16:creationId xmlns:a16="http://schemas.microsoft.com/office/drawing/2014/main" id="{FFC03819-1712-1B64-8477-A682E44B055E}"/>
              </a:ext>
            </a:extLst>
          </p:cNvPr>
          <p:cNvSpPr/>
          <p:nvPr/>
        </p:nvSpPr>
        <p:spPr>
          <a:xfrm>
            <a:off x="7353713" y="129229"/>
            <a:ext cx="295710" cy="295710"/>
          </a:xfrm>
          <a:prstGeom prst="ellipse">
            <a:avLst/>
          </a:prstGeom>
          <a:solidFill>
            <a:srgbClr val="156082"/>
          </a:solidFill>
          <a:ln w="19050" cap="flat" cmpd="sng" algn="ctr">
            <a:solidFill>
              <a:srgbClr val="156082"/>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200" b="0" i="0" u="none" strike="noStrike" kern="0" cap="none" spc="0" normalizeH="0" baseline="0" noProof="0">
              <a:ln>
                <a:noFill/>
              </a:ln>
              <a:solidFill>
                <a:prstClr val="white"/>
              </a:solidFill>
              <a:effectLst/>
              <a:uLnTx/>
              <a:uFillTx/>
              <a:latin typeface="Work Sans"/>
              <a:ea typeface="+mn-ea"/>
              <a:cs typeface="+mn-cs"/>
            </a:endParaRPr>
          </a:p>
        </p:txBody>
      </p:sp>
      <p:grpSp>
        <p:nvGrpSpPr>
          <p:cNvPr id="8" name="Google Shape;113;p13">
            <a:extLst>
              <a:ext uri="{FF2B5EF4-FFF2-40B4-BE49-F238E27FC236}">
                <a16:creationId xmlns:a16="http://schemas.microsoft.com/office/drawing/2014/main" id="{B7C8988C-8F7B-CEF3-4F5E-93FBEA76FA54}"/>
              </a:ext>
            </a:extLst>
          </p:cNvPr>
          <p:cNvGrpSpPr/>
          <p:nvPr/>
        </p:nvGrpSpPr>
        <p:grpSpPr>
          <a:xfrm>
            <a:off x="6543666" y="435639"/>
            <a:ext cx="1105757" cy="67715"/>
            <a:chOff x="0" y="-9525"/>
            <a:chExt cx="436842" cy="26751"/>
          </a:xfrm>
        </p:grpSpPr>
        <p:sp>
          <p:nvSpPr>
            <p:cNvPr id="9" name="Google Shape;114;p13">
              <a:extLst>
                <a:ext uri="{FF2B5EF4-FFF2-40B4-BE49-F238E27FC236}">
                  <a16:creationId xmlns:a16="http://schemas.microsoft.com/office/drawing/2014/main" id="{069A5E28-65EE-54E6-B7CA-21A5E6377AED}"/>
                </a:ext>
              </a:extLst>
            </p:cNvPr>
            <p:cNvSpPr/>
            <p:nvPr/>
          </p:nvSpPr>
          <p:spPr>
            <a:xfrm>
              <a:off x="0" y="0"/>
              <a:ext cx="436842" cy="17226"/>
            </a:xfrm>
            <a:custGeom>
              <a:avLst/>
              <a:gdLst/>
              <a:ahLst/>
              <a:cxnLst/>
              <a:rect l="l" t="t" r="r" b="b"/>
              <a:pathLst>
                <a:path w="436842" h="17226" extrusionOk="0">
                  <a:moveTo>
                    <a:pt x="0" y="0"/>
                  </a:moveTo>
                  <a:lnTo>
                    <a:pt x="436842" y="0"/>
                  </a:lnTo>
                  <a:lnTo>
                    <a:pt x="436842" y="17226"/>
                  </a:lnTo>
                  <a:lnTo>
                    <a:pt x="0" y="17226"/>
                  </a:lnTo>
                  <a:close/>
                </a:path>
              </a:pathLst>
            </a:custGeom>
            <a:solidFill>
              <a:srgbClr val="7FC241"/>
            </a:solidFill>
            <a:ln>
              <a:noFill/>
            </a:ln>
          </p:spPr>
          <p:txBody>
            <a:bodyPr/>
            <a:lstStyle/>
            <a:p>
              <a:pPr>
                <a:defRPr/>
              </a:pPr>
              <a:endParaRPr lang="fr-FR" sz="1200">
                <a:solidFill>
                  <a:prstClr val="black"/>
                </a:solidFill>
                <a:latin typeface="Work Sans"/>
              </a:endParaRPr>
            </a:p>
          </p:txBody>
        </p:sp>
        <p:sp>
          <p:nvSpPr>
            <p:cNvPr id="10" name="Google Shape;115;p13">
              <a:extLst>
                <a:ext uri="{FF2B5EF4-FFF2-40B4-BE49-F238E27FC236}">
                  <a16:creationId xmlns:a16="http://schemas.microsoft.com/office/drawing/2014/main" id="{9FFFB188-988C-FC3C-16BE-091E86A65939}"/>
                </a:ext>
              </a:extLst>
            </p:cNvPr>
            <p:cNvSpPr txBox="1"/>
            <p:nvPr/>
          </p:nvSpPr>
          <p:spPr>
            <a:xfrm>
              <a:off x="0" y="-9525"/>
              <a:ext cx="436842" cy="26751"/>
            </a:xfrm>
            <a:prstGeom prst="rect">
              <a:avLst/>
            </a:prstGeom>
            <a:noFill/>
            <a:ln>
              <a:noFill/>
            </a:ln>
          </p:spPr>
          <p:txBody>
            <a:bodyPr spcFirstLastPara="1" wrap="square" lIns="44824" tIns="44824" rIns="44824" bIns="44824" anchor="ctr" anchorCtr="0">
              <a:noAutofit/>
            </a:bodyPr>
            <a:lstStyle/>
            <a:p>
              <a:pPr algn="ctr">
                <a:lnSpc>
                  <a:spcPct val="80000"/>
                </a:lnSpc>
                <a:defRPr/>
              </a:pPr>
              <a:endParaRPr lang="fr-FR" sz="1200">
                <a:solidFill>
                  <a:prstClr val="black"/>
                </a:solidFill>
                <a:latin typeface="Work Sans"/>
                <a:ea typeface="Calibri"/>
                <a:cs typeface="Calibri"/>
                <a:sym typeface="Calibri"/>
              </a:endParaRPr>
            </a:p>
          </p:txBody>
        </p:sp>
      </p:grpSp>
      <p:sp>
        <p:nvSpPr>
          <p:cNvPr id="12" name="Text 13">
            <a:extLst>
              <a:ext uri="{FF2B5EF4-FFF2-40B4-BE49-F238E27FC236}">
                <a16:creationId xmlns:a16="http://schemas.microsoft.com/office/drawing/2014/main" id="{B3D53D83-A465-4E3B-FBF7-8B3EC1CEC320}"/>
              </a:ext>
            </a:extLst>
          </p:cNvPr>
          <p:cNvSpPr/>
          <p:nvPr/>
        </p:nvSpPr>
        <p:spPr>
          <a:xfrm>
            <a:off x="4693920" y="1890005"/>
            <a:ext cx="6579616" cy="4167011"/>
          </a:xfrm>
          <a:prstGeom prst="rect">
            <a:avLst/>
          </a:prstGeom>
          <a:noFill/>
          <a:ln/>
        </p:spPr>
        <p:txBody>
          <a:bodyPr wrap="square" lIns="0" tIns="0" rIns="0" bIns="0" rtlCol="0" anchor="t"/>
          <a:lstStyle/>
          <a:p>
            <a:pPr marL="0" indent="0">
              <a:spcAft>
                <a:spcPts val="100"/>
              </a:spcAft>
              <a:buNone/>
            </a:pPr>
            <a:r>
              <a:rPr lang="en-US" sz="1300" b="1" dirty="0">
                <a:solidFill>
                  <a:srgbClr val="1E293B"/>
                </a:solidFill>
                <a:latin typeface="Work Sans" pitchFamily="2" charset="0"/>
                <a:ea typeface="Calibri" pitchFamily="34" charset="-122"/>
                <a:cs typeface="Calibri" pitchFamily="34" charset="-120"/>
              </a:rPr>
              <a:t>MATIN (08h30 – 12h30) | Dispositif de contrôle interne selon COSO</a:t>
            </a:r>
            <a:endParaRPr lang="en-US" sz="1300" dirty="0">
              <a:latin typeface="Work Sans" pitchFamily="2" charset="0"/>
            </a:endParaRPr>
          </a:p>
          <a:p>
            <a:pPr marL="342900" indent="-342900">
              <a:spcAft>
                <a:spcPts val="100"/>
              </a:spcAft>
              <a:buSzPct val="100000"/>
              <a:buChar char="•"/>
            </a:pPr>
            <a:r>
              <a:rPr lang="en-US" sz="1300" dirty="0">
                <a:solidFill>
                  <a:srgbClr val="444444"/>
                </a:solidFill>
                <a:latin typeface="Work Sans" pitchFamily="2" charset="0"/>
                <a:ea typeface="Calibri" pitchFamily="34" charset="-122"/>
                <a:cs typeface="Calibri" pitchFamily="34" charset="-120"/>
              </a:rPr>
              <a:t>Composantes du contrôle interne</a:t>
            </a:r>
            <a:endParaRPr lang="en-US" sz="1300" dirty="0">
              <a:latin typeface="Work Sans" pitchFamily="2" charset="0"/>
            </a:endParaRPr>
          </a:p>
          <a:p>
            <a:pPr marL="342900" indent="-342900">
              <a:spcAft>
                <a:spcPts val="100"/>
              </a:spcAft>
              <a:buSzPct val="100000"/>
              <a:buChar char="•"/>
            </a:pPr>
            <a:r>
              <a:rPr lang="en-US" sz="1300" b="1" dirty="0">
                <a:solidFill>
                  <a:srgbClr val="1E293B"/>
                </a:solidFill>
                <a:latin typeface="Work Sans" pitchFamily="2" charset="0"/>
                <a:ea typeface="Calibri" pitchFamily="34" charset="-122"/>
                <a:cs typeface="Calibri" pitchFamily="34" charset="-120"/>
              </a:rPr>
              <a:t>Activités de contrôle :</a:t>
            </a:r>
            <a:endParaRPr lang="en-US" sz="1300" dirty="0">
              <a:latin typeface="Work Sans" pitchFamily="2" charset="0"/>
            </a:endParaRPr>
          </a:p>
          <a:p>
            <a:pPr marL="685800" lvl="1" indent="-342900">
              <a:spcAft>
                <a:spcPts val="100"/>
              </a:spcAft>
              <a:buSzPct val="100000"/>
              <a:buChar char="•"/>
            </a:pPr>
            <a:r>
              <a:rPr lang="en-US" sz="1300" dirty="0">
                <a:solidFill>
                  <a:srgbClr val="444444"/>
                </a:solidFill>
                <a:latin typeface="Work Sans" pitchFamily="2" charset="0"/>
                <a:ea typeface="Calibri" pitchFamily="34" charset="-122"/>
                <a:cs typeface="Calibri" pitchFamily="34" charset="-120"/>
              </a:rPr>
              <a:t>Préventives</a:t>
            </a:r>
            <a:endParaRPr lang="en-US" sz="1300" dirty="0">
              <a:latin typeface="Work Sans" pitchFamily="2" charset="0"/>
            </a:endParaRPr>
          </a:p>
          <a:p>
            <a:pPr marL="685800" lvl="1" indent="-342900">
              <a:spcAft>
                <a:spcPts val="100"/>
              </a:spcAft>
              <a:buSzPct val="100000"/>
              <a:buChar char="•"/>
            </a:pPr>
            <a:r>
              <a:rPr lang="en-US" sz="1300" dirty="0">
                <a:solidFill>
                  <a:srgbClr val="444444"/>
                </a:solidFill>
                <a:latin typeface="Work Sans" pitchFamily="2" charset="0"/>
                <a:ea typeface="Calibri" pitchFamily="34" charset="-122"/>
                <a:cs typeface="Calibri" pitchFamily="34" charset="-120"/>
              </a:rPr>
              <a:t>Détectives</a:t>
            </a:r>
            <a:endParaRPr lang="en-US" sz="1300" dirty="0">
              <a:latin typeface="Work Sans" pitchFamily="2" charset="0"/>
            </a:endParaRPr>
          </a:p>
          <a:p>
            <a:pPr marL="342900" indent="-342900">
              <a:spcAft>
                <a:spcPts val="100"/>
              </a:spcAft>
              <a:buSzPct val="100000"/>
              <a:buChar char="•"/>
            </a:pPr>
            <a:r>
              <a:rPr lang="en-US" sz="1300" dirty="0">
                <a:solidFill>
                  <a:srgbClr val="444444"/>
                </a:solidFill>
                <a:latin typeface="Work Sans" pitchFamily="2" charset="0"/>
                <a:ea typeface="Calibri" pitchFamily="34" charset="-122"/>
                <a:cs typeface="Calibri" pitchFamily="34" charset="-120"/>
              </a:rPr>
              <a:t>Ségrégation des tâches</a:t>
            </a:r>
            <a:endParaRPr lang="en-US" sz="1300" dirty="0">
              <a:latin typeface="Work Sans" pitchFamily="2" charset="0"/>
            </a:endParaRPr>
          </a:p>
          <a:p>
            <a:pPr marL="342900" indent="-342900">
              <a:spcAft>
                <a:spcPts val="100"/>
              </a:spcAft>
              <a:buSzPct val="100000"/>
              <a:buChar char="•"/>
            </a:pPr>
            <a:r>
              <a:rPr lang="en-US" sz="1300" dirty="0">
                <a:solidFill>
                  <a:srgbClr val="444444"/>
                </a:solidFill>
                <a:latin typeface="Work Sans" pitchFamily="2" charset="0"/>
                <a:ea typeface="Calibri" pitchFamily="34" charset="-122"/>
                <a:cs typeface="Calibri" pitchFamily="34" charset="-120"/>
              </a:rPr>
              <a:t>Documentation des procédures</a:t>
            </a:r>
            <a:endParaRPr lang="en-US" sz="1300" dirty="0">
              <a:latin typeface="Work Sans" pitchFamily="2" charset="0"/>
            </a:endParaRPr>
          </a:p>
          <a:p>
            <a:pPr marL="342900" indent="-342900">
              <a:spcAft>
                <a:spcPts val="100"/>
              </a:spcAft>
              <a:buSzPct val="100000"/>
              <a:buChar char="•"/>
            </a:pPr>
            <a:r>
              <a:rPr lang="en-US" sz="1300" dirty="0">
                <a:solidFill>
                  <a:srgbClr val="444444"/>
                </a:solidFill>
                <a:latin typeface="Work Sans" pitchFamily="2" charset="0"/>
                <a:ea typeface="Calibri" pitchFamily="34" charset="-122"/>
                <a:cs typeface="Calibri" pitchFamily="34" charset="-120"/>
              </a:rPr>
              <a:t>Évaluation de l'efficacité du contrôle interne</a:t>
            </a:r>
            <a:endParaRPr lang="en-US" sz="1300" dirty="0">
              <a:latin typeface="Work Sans" pitchFamily="2" charset="0"/>
            </a:endParaRPr>
          </a:p>
          <a:p>
            <a:pPr marL="0" indent="0">
              <a:spcAft>
                <a:spcPts val="100"/>
              </a:spcAft>
              <a:buNone/>
            </a:pPr>
            <a:r>
              <a:rPr lang="en-US" sz="1300" b="1" dirty="0">
                <a:solidFill>
                  <a:srgbClr val="004D5B"/>
                </a:solidFill>
                <a:latin typeface="Work Sans" pitchFamily="2" charset="0"/>
                <a:ea typeface="Calibri" pitchFamily="34" charset="-122"/>
                <a:cs typeface="Calibri" pitchFamily="34" charset="-120"/>
              </a:rPr>
              <a:t>Activité : </a:t>
            </a:r>
            <a:r>
              <a:rPr lang="en-US" sz="1300" dirty="0">
                <a:solidFill>
                  <a:srgbClr val="1E293B"/>
                </a:solidFill>
                <a:latin typeface="Work Sans" pitchFamily="2" charset="0"/>
                <a:ea typeface="Calibri" pitchFamily="34" charset="-122"/>
                <a:cs typeface="Calibri" pitchFamily="34" charset="-120"/>
              </a:rPr>
              <a:t>Diagnostic d'un processus critique</a:t>
            </a:r>
            <a:endParaRPr lang="en-US" sz="1300" dirty="0">
              <a:latin typeface="Work Sans" pitchFamily="2" charset="0"/>
            </a:endParaRPr>
          </a:p>
          <a:p>
            <a:pPr marL="0" indent="0">
              <a:spcAft>
                <a:spcPts val="100"/>
              </a:spcAft>
              <a:buNone/>
            </a:pPr>
            <a:r>
              <a:rPr lang="en-US" sz="1300" b="1" dirty="0">
                <a:solidFill>
                  <a:srgbClr val="1E293B"/>
                </a:solidFill>
                <a:latin typeface="Work Sans" pitchFamily="2" charset="0"/>
                <a:ea typeface="Calibri" pitchFamily="34" charset="-122"/>
                <a:cs typeface="Calibri" pitchFamily="34" charset="-120"/>
              </a:rPr>
              <a:t>APRÈS-MIDI (13h30 – 17h00) | </a:t>
            </a:r>
            <a:r>
              <a:rPr lang="fr-FR" sz="1300" b="1" dirty="0">
                <a:solidFill>
                  <a:srgbClr val="1E293B"/>
                </a:solidFill>
                <a:latin typeface="Work Sans" pitchFamily="2" charset="0"/>
                <a:ea typeface="Calibri" pitchFamily="34" charset="-122"/>
                <a:cs typeface="Calibri" pitchFamily="34" charset="-120"/>
              </a:rPr>
              <a:t>Contentieux et plan d’action GRC</a:t>
            </a:r>
          </a:p>
          <a:p>
            <a:pPr>
              <a:buFont typeface="Arial" panose="020B0604020202020204" pitchFamily="34" charset="0"/>
              <a:buChar char="•"/>
            </a:pPr>
            <a:r>
              <a:rPr lang="fr-FR" sz="1300" dirty="0">
                <a:solidFill>
                  <a:schemeClr val="tx1">
                    <a:lumMod val="75000"/>
                    <a:lumOff val="25000"/>
                  </a:schemeClr>
                </a:solidFill>
                <a:latin typeface="Work Sans" pitchFamily="2" charset="0"/>
              </a:rPr>
              <a:t>Typologie des contentieux</a:t>
            </a:r>
          </a:p>
          <a:p>
            <a:pPr>
              <a:buFont typeface="Arial" panose="020B0604020202020204" pitchFamily="34" charset="0"/>
              <a:buChar char="•"/>
            </a:pPr>
            <a:r>
              <a:rPr lang="fr-FR" sz="1300" dirty="0">
                <a:solidFill>
                  <a:schemeClr val="tx1">
                    <a:lumMod val="75000"/>
                    <a:lumOff val="25000"/>
                  </a:schemeClr>
                </a:solidFill>
                <a:latin typeface="Work Sans" pitchFamily="2" charset="0"/>
              </a:rPr>
              <a:t>Causes racines des litiges</a:t>
            </a:r>
          </a:p>
          <a:p>
            <a:pPr>
              <a:buFont typeface="Arial" panose="020B0604020202020204" pitchFamily="34" charset="0"/>
              <a:buChar char="•"/>
            </a:pPr>
            <a:r>
              <a:rPr lang="fr-FR" sz="1300" dirty="0">
                <a:solidFill>
                  <a:schemeClr val="tx1">
                    <a:lumMod val="75000"/>
                    <a:lumOff val="25000"/>
                  </a:schemeClr>
                </a:solidFill>
                <a:latin typeface="Work Sans" pitchFamily="2" charset="0"/>
              </a:rPr>
              <a:t>Suivi et </a:t>
            </a:r>
            <a:r>
              <a:rPr lang="fr-FR" sz="1300" dirty="0" err="1">
                <a:solidFill>
                  <a:schemeClr val="tx1">
                    <a:lumMod val="75000"/>
                    <a:lumOff val="25000"/>
                  </a:schemeClr>
                </a:solidFill>
                <a:latin typeface="Work Sans" pitchFamily="2" charset="0"/>
              </a:rPr>
              <a:t>reporting</a:t>
            </a:r>
            <a:r>
              <a:rPr lang="fr-FR" sz="1300" dirty="0">
                <a:solidFill>
                  <a:schemeClr val="tx1">
                    <a:lumMod val="75000"/>
                    <a:lumOff val="25000"/>
                  </a:schemeClr>
                </a:solidFill>
                <a:latin typeface="Work Sans" pitchFamily="2" charset="0"/>
              </a:rPr>
              <a:t> des contentieux</a:t>
            </a:r>
          </a:p>
          <a:p>
            <a:pPr>
              <a:buFont typeface="Arial" panose="020B0604020202020204" pitchFamily="34" charset="0"/>
              <a:buChar char="•"/>
            </a:pPr>
            <a:r>
              <a:rPr lang="fr-FR" sz="1300" dirty="0">
                <a:solidFill>
                  <a:schemeClr val="tx1">
                    <a:lumMod val="75000"/>
                    <a:lumOff val="25000"/>
                  </a:schemeClr>
                </a:solidFill>
                <a:latin typeface="Work Sans" pitchFamily="2" charset="0"/>
              </a:rPr>
              <a:t>Intégration du contentieux dans le dispositif de contrôle interne</a:t>
            </a:r>
          </a:p>
          <a:p>
            <a:pPr>
              <a:buFont typeface="Arial" panose="020B0604020202020204" pitchFamily="34" charset="0"/>
              <a:buChar char="•"/>
            </a:pPr>
            <a:r>
              <a:rPr lang="fr-FR" sz="1300" dirty="0">
                <a:solidFill>
                  <a:schemeClr val="tx1">
                    <a:lumMod val="75000"/>
                    <a:lumOff val="25000"/>
                  </a:schemeClr>
                </a:solidFill>
                <a:latin typeface="Work Sans" pitchFamily="2" charset="0"/>
              </a:rPr>
              <a:t>Élaboration d’un plan d’action GRC :</a:t>
            </a:r>
          </a:p>
          <a:p>
            <a:pPr marL="742950" lvl="1" indent="-285750">
              <a:buFont typeface="Arial" panose="020B0604020202020204" pitchFamily="34" charset="0"/>
              <a:buChar char="•"/>
            </a:pPr>
            <a:r>
              <a:rPr lang="fr-FR" sz="1300" dirty="0">
                <a:solidFill>
                  <a:schemeClr val="tx1">
                    <a:lumMod val="75000"/>
                    <a:lumOff val="25000"/>
                  </a:schemeClr>
                </a:solidFill>
                <a:latin typeface="Work Sans" pitchFamily="2" charset="0"/>
              </a:rPr>
              <a:t>Priorisation des risques</a:t>
            </a:r>
          </a:p>
          <a:p>
            <a:pPr marL="742950" lvl="1" indent="-285750">
              <a:buFont typeface="Arial" panose="020B0604020202020204" pitchFamily="34" charset="0"/>
              <a:buChar char="•"/>
            </a:pPr>
            <a:r>
              <a:rPr lang="fr-FR" sz="1300" dirty="0">
                <a:solidFill>
                  <a:schemeClr val="tx1">
                    <a:lumMod val="75000"/>
                    <a:lumOff val="25000"/>
                  </a:schemeClr>
                </a:solidFill>
                <a:latin typeface="Work Sans" pitchFamily="2" charset="0"/>
              </a:rPr>
              <a:t>Définition des actions</a:t>
            </a:r>
          </a:p>
          <a:p>
            <a:pPr marL="742950" lvl="1" indent="-285750">
              <a:buFont typeface="Arial" panose="020B0604020202020204" pitchFamily="34" charset="0"/>
              <a:buChar char="•"/>
            </a:pPr>
            <a:r>
              <a:rPr lang="fr-FR" sz="1300" dirty="0">
                <a:solidFill>
                  <a:schemeClr val="tx1">
                    <a:lumMod val="75000"/>
                    <a:lumOff val="25000"/>
                  </a:schemeClr>
                </a:solidFill>
                <a:latin typeface="Work Sans" pitchFamily="2" charset="0"/>
              </a:rPr>
              <a:t>Mise en place d’un dispositif de suivi (monitoring)</a:t>
            </a:r>
          </a:p>
          <a:p>
            <a:pPr>
              <a:buNone/>
            </a:pPr>
            <a:r>
              <a:rPr lang="fr-FR" sz="1300" b="1" dirty="0">
                <a:solidFill>
                  <a:schemeClr val="tx1">
                    <a:lumMod val="75000"/>
                    <a:lumOff val="25000"/>
                  </a:schemeClr>
                </a:solidFill>
                <a:latin typeface="Work Sans" pitchFamily="2" charset="0"/>
              </a:rPr>
              <a:t>Activité :</a:t>
            </a:r>
            <a:r>
              <a:rPr lang="fr-FR" sz="1300" dirty="0">
                <a:solidFill>
                  <a:schemeClr val="tx1">
                    <a:lumMod val="75000"/>
                    <a:lumOff val="25000"/>
                  </a:schemeClr>
                </a:solidFill>
                <a:latin typeface="Work Sans" pitchFamily="2" charset="0"/>
              </a:rPr>
              <a:t> Atelier final : élaboration de la feuille de route GRC du Fonds</a:t>
            </a:r>
          </a:p>
        </p:txBody>
      </p:sp>
    </p:spTree>
    <p:extLst>
      <p:ext uri="{BB962C8B-B14F-4D97-AF65-F5344CB8AC3E}">
        <p14:creationId xmlns:p14="http://schemas.microsoft.com/office/powerpoint/2010/main" val="3810721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r="-18000"/>
          </a:stretch>
        </a:blipFill>
        <a:effectLst/>
      </p:bgPr>
    </p:bg>
    <p:spTree>
      <p:nvGrpSpPr>
        <p:cNvPr id="1" name="">
          <a:extLst>
            <a:ext uri="{FF2B5EF4-FFF2-40B4-BE49-F238E27FC236}">
              <a16:creationId xmlns:a16="http://schemas.microsoft.com/office/drawing/2014/main" id="{3AEFF922-E43D-5965-54F9-319A6BD26B93}"/>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89A9FCD8-A3D8-34DF-A0F6-4A3A365EB0EC}"/>
              </a:ext>
            </a:extLst>
          </p:cNvPr>
          <p:cNvSpPr txBox="1"/>
          <p:nvPr/>
        </p:nvSpPr>
        <p:spPr>
          <a:xfrm>
            <a:off x="1016000" y="6326909"/>
            <a:ext cx="988291" cy="434109"/>
          </a:xfrm>
          <a:prstGeom prst="rect">
            <a:avLst/>
          </a:prstGeom>
          <a:solidFill>
            <a:srgbClr val="043D5D"/>
          </a:solid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Espace réservé du numéro de diapositive 2">
            <a:extLst>
              <a:ext uri="{FF2B5EF4-FFF2-40B4-BE49-F238E27FC236}">
                <a16:creationId xmlns:a16="http://schemas.microsoft.com/office/drawing/2014/main" id="{40122A2B-C9A0-D818-6F8C-7CA6E50B348F}"/>
              </a:ext>
            </a:extLst>
          </p:cNvPr>
          <p:cNvSpPr>
            <a:spLocks noGrp="1"/>
          </p:cNvSpPr>
          <p:nvPr>
            <p:ph type="sldNum" sz="quarter" idx="12"/>
          </p:nvPr>
        </p:nvSpPr>
        <p:spPr>
          <a:xfrm>
            <a:off x="8949648" y="6057016"/>
            <a:ext cx="27432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843DB3B-2DAE-45C8-8012-39AD7A5181D9}" type="slidenum">
              <a:rPr kumimoji="0" lang="fr-CI" sz="1100" b="0" i="0" u="none" strike="noStrike" kern="1200" cap="none" spc="0" normalizeH="0" baseline="0" noProof="0" smtClean="0">
                <a:ln>
                  <a:noFill/>
                </a:ln>
                <a:solidFill>
                  <a:prstClr val="white"/>
                </a:solidFill>
                <a:effectLst/>
                <a:uLnTx/>
                <a:uFillTx/>
                <a:latin typeface="Work Sans"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17</a:t>
            </a:fld>
            <a:endParaRPr kumimoji="0" lang="fr-CI" sz="1200" b="0" i="0" u="none" strike="noStrike" kern="1200" cap="none" spc="0" normalizeH="0" baseline="0" noProof="0">
              <a:ln>
                <a:noFill/>
              </a:ln>
              <a:solidFill>
                <a:prstClr val="white"/>
              </a:solidFill>
              <a:effectLst/>
              <a:uLnTx/>
              <a:uFillTx/>
              <a:latin typeface="Work Sans" pitchFamily="2" charset="0"/>
              <a:ea typeface="+mn-ea"/>
              <a:cs typeface="+mn-cs"/>
            </a:endParaRPr>
          </a:p>
        </p:txBody>
      </p:sp>
      <p:graphicFrame>
        <p:nvGraphicFramePr>
          <p:cNvPr id="6" name="Tableau 5">
            <a:extLst>
              <a:ext uri="{FF2B5EF4-FFF2-40B4-BE49-F238E27FC236}">
                <a16:creationId xmlns:a16="http://schemas.microsoft.com/office/drawing/2014/main" id="{D36ABD89-C10A-EF47-1E8C-26153365D6B0}"/>
              </a:ext>
            </a:extLst>
          </p:cNvPr>
          <p:cNvGraphicFramePr>
            <a:graphicFrameLocks noGrp="1"/>
          </p:cNvGraphicFramePr>
          <p:nvPr>
            <p:extLst>
              <p:ext uri="{D42A27DB-BD31-4B8C-83A1-F6EECF244321}">
                <p14:modId xmlns:p14="http://schemas.microsoft.com/office/powerpoint/2010/main" val="3324849045"/>
              </p:ext>
            </p:extLst>
          </p:nvPr>
        </p:nvGraphicFramePr>
        <p:xfrm>
          <a:off x="441042" y="601990"/>
          <a:ext cx="3734718" cy="4804337"/>
        </p:xfrm>
        <a:graphic>
          <a:graphicData uri="http://schemas.openxmlformats.org/drawingml/2006/table">
            <a:tbl>
              <a:tblPr/>
              <a:tblGrid>
                <a:gridCol w="1358195">
                  <a:extLst>
                    <a:ext uri="{9D8B030D-6E8A-4147-A177-3AD203B41FA5}">
                      <a16:colId xmlns:a16="http://schemas.microsoft.com/office/drawing/2014/main" val="3753439710"/>
                    </a:ext>
                  </a:extLst>
                </a:gridCol>
                <a:gridCol w="2376523">
                  <a:extLst>
                    <a:ext uri="{9D8B030D-6E8A-4147-A177-3AD203B41FA5}">
                      <a16:colId xmlns:a16="http://schemas.microsoft.com/office/drawing/2014/main" val="1761763156"/>
                    </a:ext>
                  </a:extLst>
                </a:gridCol>
              </a:tblGrid>
              <a:tr h="312410">
                <a:tc gridSpan="2">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buNone/>
                      </a:pPr>
                      <a:r>
                        <a:rPr lang="fr-FR" sz="1100" b="1" i="0" dirty="0">
                          <a:solidFill>
                            <a:schemeClr val="bg1"/>
                          </a:solidFill>
                          <a:effectLst/>
                          <a:latin typeface="Work Sans" pitchFamily="2" charset="0"/>
                        </a:rPr>
                        <a:t>Mercredi 08 avril 2026</a:t>
                      </a:r>
                      <a:r>
                        <a:rPr lang="fr-FR" sz="1100" b="0" i="0" dirty="0">
                          <a:solidFill>
                            <a:schemeClr val="bg1"/>
                          </a:solidFill>
                          <a:effectLst/>
                          <a:latin typeface="Work Sans" pitchFamily="2" charset="0"/>
                        </a:rPr>
                        <a:t> </a:t>
                      </a:r>
                    </a:p>
                  </a:txBody>
                  <a:tcPr marL="42246" marR="42246" marT="21123" marB="21123" anchor="ctr">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E2841">
                        <a:lumMod val="90000"/>
                        <a:lumOff val="10000"/>
                      </a:srgbClr>
                    </a:solidFill>
                  </a:tcPr>
                </a:tc>
                <a:tc hMerge="1">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endParaRPr dirty="0"/>
                    </a:p>
                  </a:txBody>
                  <a:tcPr marL="42246" marR="42246" marT="21123" marB="21123" anchor="ctr">
                    <a:lnL>
                      <a:noFill/>
                    </a:lnL>
                    <a:lnR>
                      <a:noFill/>
                    </a:lnR>
                    <a:lnT>
                      <a:noFill/>
                    </a:lnT>
                    <a:lnB>
                      <a:noFill/>
                    </a:lnB>
                    <a:lnTlToBr w="12700" cmpd="sng">
                      <a:noFill/>
                      <a:prstDash val="solid"/>
                    </a:lnTlToBr>
                    <a:lnBlToTr w="12700" cmpd="sng">
                      <a:noFill/>
                      <a:prstDash val="solid"/>
                    </a:lnBlToTr>
                    <a:solidFill>
                      <a:srgbClr val="0E2841">
                        <a:lumMod val="90000"/>
                        <a:lumOff val="10000"/>
                      </a:srgbClr>
                    </a:solidFill>
                  </a:tcPr>
                </a:tc>
                <a:extLst>
                  <a:ext uri="{0D108BD9-81ED-4DB2-BD59-A6C34878D82A}">
                    <a16:rowId xmlns:a16="http://schemas.microsoft.com/office/drawing/2014/main" val="3094121305"/>
                  </a:ext>
                </a:extLst>
              </a:tr>
              <a:tr h="293441">
                <a:tc>
                  <a:txBody>
                    <a:bodyPr/>
                    <a:lstStyle/>
                    <a:p>
                      <a:pPr algn="just" rtl="0" fontAlgn="base">
                        <a:lnSpc>
                          <a:spcPts val="1538"/>
                        </a:lnSpc>
                        <a:buNone/>
                      </a:pPr>
                      <a:r>
                        <a:rPr lang="fr-FR" sz="1100" b="0" i="0" dirty="0">
                          <a:effectLst/>
                          <a:latin typeface="Work Sans" pitchFamily="2" charset="0"/>
                        </a:rPr>
                        <a:t>07h00- 8h00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E2841">
                        <a:lumMod val="10000"/>
                        <a:lumOff val="90000"/>
                      </a:srgbClr>
                    </a:solidFill>
                  </a:tcPr>
                </a:tc>
                <a:tc>
                  <a:txBody>
                    <a:bodyPr/>
                    <a:lstStyle/>
                    <a:p>
                      <a:pPr algn="just" rtl="0" fontAlgn="base">
                        <a:lnSpc>
                          <a:spcPts val="1538"/>
                        </a:lnSpc>
                        <a:buNone/>
                      </a:pPr>
                      <a:r>
                        <a:rPr lang="fr-FR" sz="1100" b="0" i="0" dirty="0">
                          <a:effectLst/>
                          <a:latin typeface="Work Sans" pitchFamily="2" charset="0"/>
                        </a:rPr>
                        <a:t>Arrivé des séminaristes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7F7F7"/>
                    </a:solidFill>
                  </a:tcPr>
                </a:tc>
                <a:extLst>
                  <a:ext uri="{0D108BD9-81ED-4DB2-BD59-A6C34878D82A}">
                    <a16:rowId xmlns:a16="http://schemas.microsoft.com/office/drawing/2014/main" val="1782101704"/>
                  </a:ext>
                </a:extLst>
              </a:tr>
              <a:tr h="293441">
                <a:tc>
                  <a:txBody>
                    <a:bodyPr/>
                    <a:lstStyle/>
                    <a:p>
                      <a:pPr algn="just" rtl="0" fontAlgn="base">
                        <a:lnSpc>
                          <a:spcPts val="1538"/>
                        </a:lnSpc>
                        <a:buNone/>
                      </a:pPr>
                      <a:r>
                        <a:rPr lang="fr-FR" sz="1100" b="0" i="0" dirty="0">
                          <a:effectLst/>
                          <a:latin typeface="Work Sans" pitchFamily="2" charset="0"/>
                        </a:rPr>
                        <a:t>08h00- 08h30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E2841">
                        <a:lumMod val="10000"/>
                        <a:lumOff val="90000"/>
                      </a:srgbClr>
                    </a:solidFill>
                  </a:tcPr>
                </a:tc>
                <a:tc>
                  <a:txBody>
                    <a:bodyPr/>
                    <a:lstStyle/>
                    <a:p>
                      <a:pPr algn="just" rtl="0" fontAlgn="base">
                        <a:lnSpc>
                          <a:spcPts val="1538"/>
                        </a:lnSpc>
                        <a:buNone/>
                      </a:pPr>
                      <a:r>
                        <a:rPr lang="fr-FR" sz="1100" b="0" i="0" dirty="0">
                          <a:effectLst/>
                          <a:latin typeface="Work Sans" pitchFamily="2" charset="0"/>
                        </a:rPr>
                        <a:t>Déjeuner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7F7F7"/>
                    </a:solidFill>
                  </a:tcPr>
                </a:tc>
                <a:extLst>
                  <a:ext uri="{0D108BD9-81ED-4DB2-BD59-A6C34878D82A}">
                    <a16:rowId xmlns:a16="http://schemas.microsoft.com/office/drawing/2014/main" val="2754272557"/>
                  </a:ext>
                </a:extLst>
              </a:tr>
              <a:tr h="501261">
                <a:tc>
                  <a:txBody>
                    <a:bodyPr/>
                    <a:lstStyle/>
                    <a:p>
                      <a:pPr algn="just" rtl="0" fontAlgn="base">
                        <a:lnSpc>
                          <a:spcPts val="1538"/>
                        </a:lnSpc>
                        <a:buNone/>
                      </a:pPr>
                      <a:r>
                        <a:rPr lang="fr-FR" sz="1100" b="0" i="0" dirty="0">
                          <a:effectLst/>
                          <a:latin typeface="Work Sans" pitchFamily="2" charset="0"/>
                        </a:rPr>
                        <a:t>08h30- 08h45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E2841">
                        <a:lumMod val="10000"/>
                        <a:lumOff val="90000"/>
                      </a:srgbClr>
                    </a:solidFill>
                  </a:tcPr>
                </a:tc>
                <a:tc>
                  <a:txBody>
                    <a:bodyPr/>
                    <a:lstStyle/>
                    <a:p>
                      <a:pPr algn="just" rtl="0" fontAlgn="base">
                        <a:lnSpc>
                          <a:spcPts val="1538"/>
                        </a:lnSpc>
                        <a:buNone/>
                      </a:pPr>
                      <a:r>
                        <a:rPr lang="fr-FR" sz="1100" b="0" i="0" dirty="0">
                          <a:effectLst/>
                          <a:latin typeface="Work Sans" pitchFamily="2" charset="0"/>
                        </a:rPr>
                        <a:t>Accueil et installations des participants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7F7F7"/>
                    </a:solidFill>
                  </a:tcPr>
                </a:tc>
                <a:extLst>
                  <a:ext uri="{0D108BD9-81ED-4DB2-BD59-A6C34878D82A}">
                    <a16:rowId xmlns:a16="http://schemas.microsoft.com/office/drawing/2014/main" val="847354435"/>
                  </a:ext>
                </a:extLst>
              </a:tr>
              <a:tr h="293441">
                <a:tc>
                  <a:txBody>
                    <a:bodyPr/>
                    <a:lstStyle/>
                    <a:p>
                      <a:pPr algn="just" rtl="0" fontAlgn="base">
                        <a:lnSpc>
                          <a:spcPts val="1538"/>
                        </a:lnSpc>
                        <a:buNone/>
                      </a:pPr>
                      <a:r>
                        <a:rPr lang="fr-FR" sz="1100" b="0" i="0" dirty="0">
                          <a:effectLst/>
                          <a:latin typeface="Work Sans" pitchFamily="2" charset="0"/>
                        </a:rPr>
                        <a:t>08h45- 09h00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E2841">
                        <a:lumMod val="10000"/>
                        <a:lumOff val="90000"/>
                      </a:srgbClr>
                    </a:solidFill>
                  </a:tcPr>
                </a:tc>
                <a:tc>
                  <a:txBody>
                    <a:bodyPr/>
                    <a:lstStyle/>
                    <a:p>
                      <a:pPr algn="just" rtl="0" fontAlgn="base">
                        <a:lnSpc>
                          <a:spcPts val="1538"/>
                        </a:lnSpc>
                        <a:buNone/>
                      </a:pPr>
                      <a:r>
                        <a:rPr lang="fr-FR" sz="1100" b="0" i="0">
                          <a:effectLst/>
                          <a:latin typeface="Work Sans" pitchFamily="2" charset="0"/>
                        </a:rPr>
                        <a:t>Mot de bienvenu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7F7F7"/>
                    </a:solidFill>
                  </a:tcPr>
                </a:tc>
                <a:extLst>
                  <a:ext uri="{0D108BD9-81ED-4DB2-BD59-A6C34878D82A}">
                    <a16:rowId xmlns:a16="http://schemas.microsoft.com/office/drawing/2014/main" val="2385198884"/>
                  </a:ext>
                </a:extLst>
              </a:tr>
              <a:tr h="501261">
                <a:tc>
                  <a:txBody>
                    <a:bodyPr/>
                    <a:lstStyle/>
                    <a:p>
                      <a:pPr algn="just" rtl="0" fontAlgn="base">
                        <a:lnSpc>
                          <a:spcPts val="1538"/>
                        </a:lnSpc>
                        <a:buNone/>
                      </a:pPr>
                      <a:r>
                        <a:rPr lang="fr-FR" sz="1100" b="0" i="0">
                          <a:effectLst/>
                          <a:latin typeface="Work Sans" pitchFamily="2" charset="0"/>
                        </a:rPr>
                        <a:t>09h00-09h15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E2841">
                        <a:lumMod val="10000"/>
                        <a:lumOff val="90000"/>
                      </a:srgbClr>
                    </a:solidFill>
                  </a:tcPr>
                </a:tc>
                <a:tc>
                  <a:txBody>
                    <a:bodyPr/>
                    <a:lstStyle/>
                    <a:p>
                      <a:pPr algn="just" rtl="0" fontAlgn="base">
                        <a:lnSpc>
                          <a:spcPts val="1538"/>
                        </a:lnSpc>
                        <a:buNone/>
                      </a:pPr>
                      <a:r>
                        <a:rPr lang="fr-FR" sz="1100" b="0" i="0" dirty="0">
                          <a:effectLst/>
                          <a:latin typeface="Work Sans" pitchFamily="2" charset="0"/>
                        </a:rPr>
                        <a:t>Présentation des termes de référence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7F7F7"/>
                    </a:solidFill>
                  </a:tcPr>
                </a:tc>
                <a:extLst>
                  <a:ext uri="{0D108BD9-81ED-4DB2-BD59-A6C34878D82A}">
                    <a16:rowId xmlns:a16="http://schemas.microsoft.com/office/drawing/2014/main" val="426265343"/>
                  </a:ext>
                </a:extLst>
              </a:tr>
              <a:tr h="293441">
                <a:tc>
                  <a:txBody>
                    <a:bodyPr/>
                    <a:lstStyle/>
                    <a:p>
                      <a:pPr algn="just" rtl="0" fontAlgn="base">
                        <a:lnSpc>
                          <a:spcPts val="1538"/>
                        </a:lnSpc>
                        <a:buNone/>
                      </a:pPr>
                      <a:r>
                        <a:rPr lang="fr-FR" sz="1100" b="0" i="0">
                          <a:effectLst/>
                          <a:latin typeface="Work Sans" pitchFamily="2" charset="0"/>
                        </a:rPr>
                        <a:t>09h15- 09h30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E2841">
                        <a:lumMod val="10000"/>
                        <a:lumOff val="90000"/>
                      </a:srgbClr>
                    </a:solidFill>
                  </a:tcPr>
                </a:tc>
                <a:tc>
                  <a:txBody>
                    <a:bodyPr/>
                    <a:lstStyle/>
                    <a:p>
                      <a:pPr algn="just" rtl="0" fontAlgn="base">
                        <a:lnSpc>
                          <a:spcPts val="1538"/>
                        </a:lnSpc>
                        <a:buNone/>
                      </a:pPr>
                      <a:r>
                        <a:rPr lang="fr-FR" sz="1100" b="0" i="0" dirty="0">
                          <a:effectLst/>
                          <a:latin typeface="Work Sans" pitchFamily="2" charset="0"/>
                        </a:rPr>
                        <a:t>Pause-café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7F7F7"/>
                    </a:solidFill>
                  </a:tcPr>
                </a:tc>
                <a:extLst>
                  <a:ext uri="{0D108BD9-81ED-4DB2-BD59-A6C34878D82A}">
                    <a16:rowId xmlns:a16="http://schemas.microsoft.com/office/drawing/2014/main" val="1690446884"/>
                  </a:ext>
                </a:extLst>
              </a:tr>
              <a:tr h="465516">
                <a:tc>
                  <a:txBody>
                    <a:bodyPr/>
                    <a:lstStyle/>
                    <a:p>
                      <a:r>
                        <a:rPr lang="fr-FR" sz="1100" dirty="0">
                          <a:latin typeface="Work Sans" pitchFamily="2" charset="0"/>
                        </a:rPr>
                        <a:t>09h30 - 11h00</a:t>
                      </a:r>
                      <a:endParaRPr lang="pt-BR" sz="1100" b="1" kern="1200" dirty="0">
                        <a:solidFill>
                          <a:schemeClr val="tx1"/>
                        </a:solidFill>
                        <a:effectLst/>
                        <a:latin typeface="Work Sans" pitchFamily="2" charset="0"/>
                        <a:ea typeface="+mn-ea"/>
                        <a:cs typeface="+mn-cs"/>
                      </a:endParaRPr>
                    </a:p>
                  </a:txBody>
                  <a:tcPr marL="42246" marR="42246" marT="21123" marB="211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E2841">
                        <a:lumMod val="10000"/>
                        <a:lumOff val="90000"/>
                      </a:srgbClr>
                    </a:solidFill>
                  </a:tcPr>
                </a:tc>
                <a:tc>
                  <a:txBody>
                    <a:bodyPr/>
                    <a:lstStyle/>
                    <a:p>
                      <a:pPr>
                        <a:buNone/>
                      </a:pPr>
                      <a:r>
                        <a:rPr lang="fr-FR" sz="1100" dirty="0">
                          <a:latin typeface="Work Sans" pitchFamily="2" charset="0"/>
                        </a:rPr>
                        <a:t>Thème 1 : Introduction à la GRC et au référentiel COSO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7F7F7"/>
                    </a:solidFill>
                  </a:tcPr>
                </a:tc>
                <a:extLst>
                  <a:ext uri="{0D108BD9-81ED-4DB2-BD59-A6C34878D82A}">
                    <a16:rowId xmlns:a16="http://schemas.microsoft.com/office/drawing/2014/main" val="2931081594"/>
                  </a:ext>
                </a:extLst>
              </a:tr>
              <a:tr h="228967">
                <a:tc>
                  <a:txBody>
                    <a:bodyPr/>
                    <a:lstStyle/>
                    <a:p>
                      <a:r>
                        <a:rPr lang="fr-FR" sz="1100" dirty="0">
                          <a:latin typeface="Work Sans" pitchFamily="2" charset="0"/>
                        </a:rPr>
                        <a:t>11h00 - 11h15</a:t>
                      </a:r>
                      <a:endParaRPr lang="pt-BR" sz="1100" b="1" kern="1200" dirty="0">
                        <a:solidFill>
                          <a:schemeClr val="tx1"/>
                        </a:solidFill>
                        <a:effectLst/>
                        <a:latin typeface="Work Sans" pitchFamily="2" charset="0"/>
                        <a:ea typeface="+mn-ea"/>
                        <a:cs typeface="+mn-cs"/>
                      </a:endParaRPr>
                    </a:p>
                  </a:txBody>
                  <a:tcPr marL="42246" marR="42246" marT="21123" marB="211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E2841">
                        <a:lumMod val="10000"/>
                        <a:lumOff val="90000"/>
                      </a:srgbClr>
                    </a:solidFill>
                  </a:tcPr>
                </a:tc>
                <a:tc>
                  <a:txBody>
                    <a:bodyPr/>
                    <a:lstStyle/>
                    <a:p>
                      <a:r>
                        <a:rPr lang="fr-FR" sz="1100" kern="1200" dirty="0">
                          <a:solidFill>
                            <a:schemeClr val="tx1"/>
                          </a:solidFill>
                          <a:effectLst/>
                          <a:latin typeface="Work Sans" pitchFamily="2" charset="0"/>
                          <a:ea typeface="+mn-ea"/>
                          <a:cs typeface="+mn-cs"/>
                        </a:rPr>
                        <a:t>Pause</a:t>
                      </a:r>
                    </a:p>
                  </a:txBody>
                  <a:tcPr marL="42246" marR="42246" marT="21123" marB="211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7F7F7"/>
                    </a:solidFill>
                  </a:tcPr>
                </a:tc>
                <a:extLst>
                  <a:ext uri="{0D108BD9-81ED-4DB2-BD59-A6C34878D82A}">
                    <a16:rowId xmlns:a16="http://schemas.microsoft.com/office/drawing/2014/main" val="2713531095"/>
                  </a:ext>
                </a:extLst>
              </a:tr>
              <a:tr h="228967">
                <a:tc>
                  <a:txBody>
                    <a:bodyPr/>
                    <a:lstStyle/>
                    <a:p>
                      <a:r>
                        <a:rPr lang="fr-FR" sz="1100" dirty="0">
                          <a:latin typeface="Work Sans" pitchFamily="2" charset="0"/>
                        </a:rPr>
                        <a:t>11h15 - 12h30</a:t>
                      </a:r>
                      <a:endParaRPr lang="pt-BR" sz="1100" b="1" kern="1200" dirty="0">
                        <a:solidFill>
                          <a:schemeClr val="tx1"/>
                        </a:solidFill>
                        <a:effectLst/>
                        <a:latin typeface="Work Sans" pitchFamily="2" charset="0"/>
                        <a:ea typeface="+mn-ea"/>
                        <a:cs typeface="+mn-cs"/>
                      </a:endParaRPr>
                    </a:p>
                  </a:txBody>
                  <a:tcPr marL="42246" marR="42246" marT="21123" marB="211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E2841">
                        <a:lumMod val="10000"/>
                        <a:lumOff val="90000"/>
                      </a:srgbClr>
                    </a:solidFill>
                  </a:tcPr>
                </a:tc>
                <a:tc>
                  <a:txBody>
                    <a:bodyPr/>
                    <a:lstStyle/>
                    <a:p>
                      <a:r>
                        <a:rPr lang="fr-FR" sz="1100" dirty="0">
                          <a:latin typeface="Work Sans" pitchFamily="2" charset="0"/>
                        </a:rPr>
                        <a:t>Suite Thème 1 + échanges</a:t>
                      </a:r>
                      <a:endParaRPr lang="fr-FR" sz="1100" kern="1200" dirty="0">
                        <a:solidFill>
                          <a:schemeClr val="tx1"/>
                        </a:solidFill>
                        <a:effectLst/>
                        <a:latin typeface="Work Sans" pitchFamily="2" charset="0"/>
                        <a:ea typeface="+mn-ea"/>
                        <a:cs typeface="+mn-cs"/>
                      </a:endParaRPr>
                    </a:p>
                  </a:txBody>
                  <a:tcPr marL="42246" marR="42246" marT="21123" marB="211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7F7F7"/>
                    </a:solidFill>
                  </a:tcPr>
                </a:tc>
                <a:extLst>
                  <a:ext uri="{0D108BD9-81ED-4DB2-BD59-A6C34878D82A}">
                    <a16:rowId xmlns:a16="http://schemas.microsoft.com/office/drawing/2014/main" val="3741225598"/>
                  </a:ext>
                </a:extLst>
              </a:tr>
              <a:tr h="228967">
                <a:tc>
                  <a:txBody>
                    <a:bodyPr/>
                    <a:lstStyle/>
                    <a:p>
                      <a:r>
                        <a:rPr lang="fr-FR" sz="1100" dirty="0">
                          <a:latin typeface="Work Sans" pitchFamily="2" charset="0"/>
                        </a:rPr>
                        <a:t>12h30 - 13h30</a:t>
                      </a:r>
                      <a:endParaRPr lang="pt-BR" sz="1100" b="1" kern="1200" dirty="0">
                        <a:solidFill>
                          <a:schemeClr val="tx1"/>
                        </a:solidFill>
                        <a:effectLst/>
                        <a:latin typeface="Work Sans" pitchFamily="2" charset="0"/>
                        <a:ea typeface="+mn-ea"/>
                        <a:cs typeface="+mn-cs"/>
                      </a:endParaRPr>
                    </a:p>
                  </a:txBody>
                  <a:tcPr marL="42246" marR="42246" marT="21123" marB="211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E2841">
                        <a:lumMod val="10000"/>
                        <a:lumOff val="90000"/>
                      </a:srgbClr>
                    </a:solidFill>
                  </a:tcPr>
                </a:tc>
                <a:tc>
                  <a:txBody>
                    <a:bodyPr/>
                    <a:lstStyle/>
                    <a:p>
                      <a:r>
                        <a:rPr lang="fr-FR" sz="1100" kern="1200" dirty="0">
                          <a:solidFill>
                            <a:schemeClr val="tx1"/>
                          </a:solidFill>
                          <a:effectLst/>
                          <a:latin typeface="Work Sans" pitchFamily="2" charset="0"/>
                          <a:ea typeface="+mn-ea"/>
                          <a:cs typeface="+mn-cs"/>
                        </a:rPr>
                        <a:t>Déjeuner</a:t>
                      </a:r>
                    </a:p>
                  </a:txBody>
                  <a:tcPr marL="42246" marR="42246" marT="21123" marB="211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7F7F7"/>
                    </a:solidFill>
                  </a:tcPr>
                </a:tc>
                <a:extLst>
                  <a:ext uri="{0D108BD9-81ED-4DB2-BD59-A6C34878D82A}">
                    <a16:rowId xmlns:a16="http://schemas.microsoft.com/office/drawing/2014/main" val="2013195318"/>
                  </a:ext>
                </a:extLst>
              </a:tr>
              <a:tr h="411849">
                <a:tc>
                  <a:txBody>
                    <a:bodyPr/>
                    <a:lstStyle/>
                    <a:p>
                      <a:r>
                        <a:rPr lang="fr-FR" sz="1100" dirty="0">
                          <a:latin typeface="Work Sans" pitchFamily="2" charset="0"/>
                        </a:rPr>
                        <a:t>13h30 - 15h00</a:t>
                      </a:r>
                      <a:endParaRPr lang="pt-BR" sz="1100" b="1" kern="1200" dirty="0">
                        <a:solidFill>
                          <a:schemeClr val="tx1"/>
                        </a:solidFill>
                        <a:effectLst/>
                        <a:latin typeface="Work Sans" pitchFamily="2" charset="0"/>
                        <a:ea typeface="+mn-ea"/>
                        <a:cs typeface="+mn-cs"/>
                      </a:endParaRPr>
                    </a:p>
                  </a:txBody>
                  <a:tcPr marL="42246" marR="42246" marT="21123" marB="211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E2841">
                        <a:lumMod val="10000"/>
                        <a:lumOff val="90000"/>
                      </a:srgbClr>
                    </a:solidFill>
                  </a:tcPr>
                </a:tc>
                <a:tc>
                  <a:txBody>
                    <a:bodyPr/>
                    <a:lstStyle/>
                    <a:p>
                      <a:r>
                        <a:rPr lang="fr-FR" sz="1100" kern="1200" dirty="0">
                          <a:solidFill>
                            <a:schemeClr val="tx1"/>
                          </a:solidFill>
                          <a:effectLst/>
                          <a:latin typeface="Work Sans" pitchFamily="2" charset="0"/>
                          <a:ea typeface="+mn-ea"/>
                          <a:cs typeface="+mn-cs"/>
                        </a:rPr>
                        <a:t>Thème 2 : Gouvernance des risques et rôle de la CPAC</a:t>
                      </a:r>
                    </a:p>
                  </a:txBody>
                  <a:tcPr marL="42246" marR="42246" marT="21123" marB="211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7F7F7"/>
                    </a:solidFill>
                  </a:tcPr>
                </a:tc>
                <a:extLst>
                  <a:ext uri="{0D108BD9-81ED-4DB2-BD59-A6C34878D82A}">
                    <a16:rowId xmlns:a16="http://schemas.microsoft.com/office/drawing/2014/main" val="1517100255"/>
                  </a:ext>
                </a:extLst>
              </a:tr>
              <a:tr h="228967">
                <a:tc>
                  <a:txBody>
                    <a:bodyPr/>
                    <a:lstStyle/>
                    <a:p>
                      <a:r>
                        <a:rPr lang="fr-FR" sz="1100" dirty="0">
                          <a:latin typeface="Work Sans" pitchFamily="2" charset="0"/>
                        </a:rPr>
                        <a:t>15h00 - 15h15</a:t>
                      </a:r>
                      <a:endParaRPr lang="pt-BR" sz="1100" b="1" kern="1200" dirty="0">
                        <a:solidFill>
                          <a:schemeClr val="tx1"/>
                        </a:solidFill>
                        <a:effectLst/>
                        <a:latin typeface="Work Sans" pitchFamily="2" charset="0"/>
                        <a:ea typeface="+mn-ea"/>
                        <a:cs typeface="+mn-cs"/>
                      </a:endParaRPr>
                    </a:p>
                  </a:txBody>
                  <a:tcPr marL="42246" marR="42246" marT="21123" marB="211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E2841">
                        <a:lumMod val="10000"/>
                        <a:lumOff val="90000"/>
                      </a:srgbClr>
                    </a:solidFill>
                  </a:tcPr>
                </a:tc>
                <a:tc>
                  <a:txBody>
                    <a:bodyPr/>
                    <a:lstStyle/>
                    <a:p>
                      <a:r>
                        <a:rPr lang="fr-FR" sz="1100" dirty="0">
                          <a:latin typeface="Work Sans" pitchFamily="2" charset="0"/>
                        </a:rPr>
                        <a:t>Pause</a:t>
                      </a:r>
                      <a:endParaRPr lang="fr-FR" sz="1100" kern="1200" dirty="0">
                        <a:solidFill>
                          <a:schemeClr val="tx1"/>
                        </a:solidFill>
                        <a:effectLst/>
                        <a:latin typeface="Work Sans" pitchFamily="2" charset="0"/>
                        <a:ea typeface="+mn-ea"/>
                        <a:cs typeface="+mn-cs"/>
                      </a:endParaRPr>
                    </a:p>
                  </a:txBody>
                  <a:tcPr marL="42246" marR="42246" marT="21123" marB="211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7F7F7"/>
                    </a:solidFill>
                  </a:tcPr>
                </a:tc>
                <a:extLst>
                  <a:ext uri="{0D108BD9-81ED-4DB2-BD59-A6C34878D82A}">
                    <a16:rowId xmlns:a16="http://schemas.microsoft.com/office/drawing/2014/main" val="2820935655"/>
                  </a:ext>
                </a:extLst>
              </a:tr>
              <a:tr h="228967">
                <a:tc>
                  <a:txBody>
                    <a:bodyPr/>
                    <a:lstStyle/>
                    <a:p>
                      <a:r>
                        <a:rPr lang="fr-FR" sz="1100" dirty="0">
                          <a:latin typeface="Work Sans" pitchFamily="2" charset="0"/>
                        </a:rPr>
                        <a:t>15h15 - 17h00</a:t>
                      </a:r>
                      <a:endParaRPr lang="pt-BR" sz="1100" b="1" kern="1200" dirty="0">
                        <a:solidFill>
                          <a:schemeClr val="tx1"/>
                        </a:solidFill>
                        <a:effectLst/>
                        <a:latin typeface="Work Sans" pitchFamily="2" charset="0"/>
                        <a:ea typeface="+mn-ea"/>
                        <a:cs typeface="+mn-cs"/>
                      </a:endParaRPr>
                    </a:p>
                  </a:txBody>
                  <a:tcPr marL="42246" marR="42246" marT="21123" marB="211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E2841">
                        <a:lumMod val="10000"/>
                        <a:lumOff val="90000"/>
                      </a:srgbClr>
                    </a:solidFill>
                  </a:tcPr>
                </a:tc>
                <a:tc>
                  <a:txBody>
                    <a:bodyPr/>
                    <a:lstStyle/>
                    <a:p>
                      <a:r>
                        <a:rPr lang="fr-FR" sz="1100" dirty="0">
                          <a:latin typeface="Work Sans" pitchFamily="2" charset="0"/>
                        </a:rPr>
                        <a:t>Étude de cas + discussions</a:t>
                      </a:r>
                      <a:endParaRPr lang="fr-FR" sz="1100" kern="1200" dirty="0">
                        <a:solidFill>
                          <a:schemeClr val="tx1"/>
                        </a:solidFill>
                        <a:effectLst/>
                        <a:latin typeface="Work Sans" pitchFamily="2" charset="0"/>
                        <a:ea typeface="+mn-ea"/>
                        <a:cs typeface="+mn-cs"/>
                      </a:endParaRPr>
                    </a:p>
                  </a:txBody>
                  <a:tcPr marL="42246" marR="42246" marT="21123" marB="211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7F7F7"/>
                    </a:solidFill>
                  </a:tcPr>
                </a:tc>
                <a:extLst>
                  <a:ext uri="{0D108BD9-81ED-4DB2-BD59-A6C34878D82A}">
                    <a16:rowId xmlns:a16="http://schemas.microsoft.com/office/drawing/2014/main" val="617688785"/>
                  </a:ext>
                </a:extLst>
              </a:tr>
              <a:tr h="293441">
                <a:tc>
                  <a:txBody>
                    <a:bodyPr/>
                    <a:lstStyle/>
                    <a:p>
                      <a:pPr algn="just" rtl="0" fontAlgn="base">
                        <a:lnSpc>
                          <a:spcPts val="1538"/>
                        </a:lnSpc>
                        <a:buNone/>
                      </a:pPr>
                      <a:r>
                        <a:rPr lang="fr-FR" sz="1100" b="0" i="0">
                          <a:effectLst/>
                          <a:latin typeface="Work Sans" pitchFamily="2" charset="0"/>
                        </a:rPr>
                        <a:t>20h00- 21h30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E2841">
                        <a:lumMod val="10000"/>
                        <a:lumOff val="90000"/>
                      </a:srgbClr>
                    </a:solidFill>
                  </a:tcPr>
                </a:tc>
                <a:tc>
                  <a:txBody>
                    <a:bodyPr/>
                    <a:lstStyle/>
                    <a:p>
                      <a:pPr algn="just" rtl="0" fontAlgn="base">
                        <a:lnSpc>
                          <a:spcPts val="1538"/>
                        </a:lnSpc>
                        <a:buNone/>
                      </a:pPr>
                      <a:r>
                        <a:rPr lang="fr-FR" sz="1100" b="0" i="0" dirty="0">
                          <a:effectLst/>
                          <a:latin typeface="Work Sans" pitchFamily="2" charset="0"/>
                        </a:rPr>
                        <a:t>Dîner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7F7F7"/>
                    </a:solidFill>
                  </a:tcPr>
                </a:tc>
                <a:extLst>
                  <a:ext uri="{0D108BD9-81ED-4DB2-BD59-A6C34878D82A}">
                    <a16:rowId xmlns:a16="http://schemas.microsoft.com/office/drawing/2014/main" val="3410455954"/>
                  </a:ext>
                </a:extLst>
              </a:tr>
            </a:tbl>
          </a:graphicData>
        </a:graphic>
      </p:graphicFrame>
      <p:sp>
        <p:nvSpPr>
          <p:cNvPr id="7" name="Google Shape;117;p13">
            <a:extLst>
              <a:ext uri="{FF2B5EF4-FFF2-40B4-BE49-F238E27FC236}">
                <a16:creationId xmlns:a16="http://schemas.microsoft.com/office/drawing/2014/main" id="{7F1B46A4-FA41-A23B-8CF4-3CC97DD56CBE}"/>
              </a:ext>
            </a:extLst>
          </p:cNvPr>
          <p:cNvSpPr txBox="1"/>
          <p:nvPr/>
        </p:nvSpPr>
        <p:spPr>
          <a:xfrm>
            <a:off x="441042" y="41429"/>
            <a:ext cx="7054910" cy="406265"/>
          </a:xfrm>
          <a:prstGeom prst="rect">
            <a:avLst/>
          </a:prstGeom>
          <a:noFill/>
          <a:ln>
            <a:noFill/>
          </a:ln>
        </p:spPr>
        <p:txBody>
          <a:bodyPr spcFirstLastPara="1" wrap="square" lIns="0" tIns="0" rIns="0" bIns="0" anchor="t" anchorCtr="0">
            <a:spAutoFit/>
          </a:bodyPr>
          <a:lstStyle/>
          <a:p>
            <a:pPr>
              <a:lnSpc>
                <a:spcPct val="109972"/>
              </a:lnSpc>
            </a:pPr>
            <a:r>
              <a:rPr lang="fr-FR" sz="2400" b="1" dirty="0">
                <a:solidFill>
                  <a:srgbClr val="7FC241"/>
                </a:solidFill>
                <a:latin typeface="Work Sans"/>
                <a:sym typeface="Work Sans"/>
              </a:rPr>
              <a:t>Planning</a:t>
            </a:r>
            <a:endParaRPr lang="fr-FR" sz="2400" dirty="0">
              <a:solidFill>
                <a:srgbClr val="92D050"/>
              </a:solidFill>
              <a:latin typeface="Work Sans"/>
            </a:endParaRPr>
          </a:p>
        </p:txBody>
      </p:sp>
      <p:sp>
        <p:nvSpPr>
          <p:cNvPr id="8" name="Oval 7">
            <a:extLst>
              <a:ext uri="{FF2B5EF4-FFF2-40B4-BE49-F238E27FC236}">
                <a16:creationId xmlns:a16="http://schemas.microsoft.com/office/drawing/2014/main" id="{6252949A-5D60-EC2E-657F-DA36579131F7}"/>
              </a:ext>
            </a:extLst>
          </p:cNvPr>
          <p:cNvSpPr/>
          <p:nvPr/>
        </p:nvSpPr>
        <p:spPr>
          <a:xfrm>
            <a:off x="1826811" y="166591"/>
            <a:ext cx="273677" cy="264282"/>
          </a:xfrm>
          <a:prstGeom prst="ellipse">
            <a:avLst/>
          </a:prstGeom>
          <a:solidFill>
            <a:srgbClr val="156082"/>
          </a:solidFill>
          <a:ln w="19050" cap="flat" cmpd="sng" algn="ctr">
            <a:solidFill>
              <a:srgbClr val="156082"/>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200" b="0" i="0" u="none" strike="noStrike" kern="0" cap="none" spc="0" normalizeH="0" baseline="0" noProof="0" dirty="0">
              <a:ln>
                <a:noFill/>
              </a:ln>
              <a:solidFill>
                <a:prstClr val="white"/>
              </a:solidFill>
              <a:effectLst/>
              <a:uLnTx/>
              <a:uFillTx/>
              <a:latin typeface="Work Sans"/>
              <a:ea typeface="+mn-ea"/>
              <a:cs typeface="+mn-cs"/>
            </a:endParaRPr>
          </a:p>
        </p:txBody>
      </p:sp>
      <p:grpSp>
        <p:nvGrpSpPr>
          <p:cNvPr id="9" name="Google Shape;113;p13">
            <a:extLst>
              <a:ext uri="{FF2B5EF4-FFF2-40B4-BE49-F238E27FC236}">
                <a16:creationId xmlns:a16="http://schemas.microsoft.com/office/drawing/2014/main" id="{19F1A571-FE50-CA45-6543-D3E056774C1F}"/>
              </a:ext>
            </a:extLst>
          </p:cNvPr>
          <p:cNvGrpSpPr/>
          <p:nvPr/>
        </p:nvGrpSpPr>
        <p:grpSpPr>
          <a:xfrm>
            <a:off x="898533" y="419688"/>
            <a:ext cx="1105757" cy="67715"/>
            <a:chOff x="0" y="-9525"/>
            <a:chExt cx="436842" cy="26751"/>
          </a:xfrm>
        </p:grpSpPr>
        <p:sp>
          <p:nvSpPr>
            <p:cNvPr id="10" name="Google Shape;114;p13">
              <a:extLst>
                <a:ext uri="{FF2B5EF4-FFF2-40B4-BE49-F238E27FC236}">
                  <a16:creationId xmlns:a16="http://schemas.microsoft.com/office/drawing/2014/main" id="{8E4BAED1-D5D4-3B04-A9EB-4B55B5698641}"/>
                </a:ext>
              </a:extLst>
            </p:cNvPr>
            <p:cNvSpPr/>
            <p:nvPr/>
          </p:nvSpPr>
          <p:spPr>
            <a:xfrm>
              <a:off x="0" y="0"/>
              <a:ext cx="436842" cy="17226"/>
            </a:xfrm>
            <a:custGeom>
              <a:avLst/>
              <a:gdLst/>
              <a:ahLst/>
              <a:cxnLst/>
              <a:rect l="l" t="t" r="r" b="b"/>
              <a:pathLst>
                <a:path w="436842" h="17226" extrusionOk="0">
                  <a:moveTo>
                    <a:pt x="0" y="0"/>
                  </a:moveTo>
                  <a:lnTo>
                    <a:pt x="436842" y="0"/>
                  </a:lnTo>
                  <a:lnTo>
                    <a:pt x="436842" y="17226"/>
                  </a:lnTo>
                  <a:lnTo>
                    <a:pt x="0" y="17226"/>
                  </a:lnTo>
                  <a:close/>
                </a:path>
              </a:pathLst>
            </a:custGeom>
            <a:solidFill>
              <a:srgbClr val="7FC241"/>
            </a:solidFill>
            <a:ln>
              <a:noFill/>
            </a:ln>
          </p:spPr>
          <p:txBody>
            <a:bodyPr/>
            <a:lstStyle/>
            <a:p>
              <a:pPr>
                <a:defRPr/>
              </a:pPr>
              <a:endParaRPr lang="fr-FR" sz="1200">
                <a:solidFill>
                  <a:prstClr val="black"/>
                </a:solidFill>
                <a:latin typeface="Work Sans"/>
              </a:endParaRPr>
            </a:p>
          </p:txBody>
        </p:sp>
        <p:sp>
          <p:nvSpPr>
            <p:cNvPr id="11" name="Google Shape;115;p13">
              <a:extLst>
                <a:ext uri="{FF2B5EF4-FFF2-40B4-BE49-F238E27FC236}">
                  <a16:creationId xmlns:a16="http://schemas.microsoft.com/office/drawing/2014/main" id="{8142BD2F-94A9-E55F-71A0-5ADBAB21A2F7}"/>
                </a:ext>
              </a:extLst>
            </p:cNvPr>
            <p:cNvSpPr txBox="1"/>
            <p:nvPr/>
          </p:nvSpPr>
          <p:spPr>
            <a:xfrm>
              <a:off x="0" y="-9525"/>
              <a:ext cx="436842" cy="26751"/>
            </a:xfrm>
            <a:prstGeom prst="rect">
              <a:avLst/>
            </a:prstGeom>
            <a:noFill/>
            <a:ln>
              <a:noFill/>
            </a:ln>
          </p:spPr>
          <p:txBody>
            <a:bodyPr spcFirstLastPara="1" wrap="square" lIns="44824" tIns="44824" rIns="44824" bIns="44824" anchor="ctr" anchorCtr="0">
              <a:noAutofit/>
            </a:bodyPr>
            <a:lstStyle/>
            <a:p>
              <a:pPr algn="ctr">
                <a:lnSpc>
                  <a:spcPct val="80000"/>
                </a:lnSpc>
                <a:defRPr/>
              </a:pPr>
              <a:endParaRPr lang="fr-FR" sz="1200">
                <a:solidFill>
                  <a:prstClr val="black"/>
                </a:solidFill>
                <a:latin typeface="Work Sans"/>
                <a:ea typeface="Calibri"/>
                <a:cs typeface="Calibri"/>
                <a:sym typeface="Calibri"/>
              </a:endParaRPr>
            </a:p>
          </p:txBody>
        </p:sp>
      </p:grpSp>
      <p:graphicFrame>
        <p:nvGraphicFramePr>
          <p:cNvPr id="5" name="Tableau 4">
            <a:extLst>
              <a:ext uri="{FF2B5EF4-FFF2-40B4-BE49-F238E27FC236}">
                <a16:creationId xmlns:a16="http://schemas.microsoft.com/office/drawing/2014/main" id="{35EB3E6F-CA2B-9D42-B512-7C892501EEE4}"/>
              </a:ext>
            </a:extLst>
          </p:cNvPr>
          <p:cNvGraphicFramePr>
            <a:graphicFrameLocks noGrp="1"/>
          </p:cNvGraphicFramePr>
          <p:nvPr>
            <p:extLst>
              <p:ext uri="{D42A27DB-BD31-4B8C-83A1-F6EECF244321}">
                <p14:modId xmlns:p14="http://schemas.microsoft.com/office/powerpoint/2010/main" val="3350847730"/>
              </p:ext>
            </p:extLst>
          </p:nvPr>
        </p:nvGraphicFramePr>
        <p:xfrm>
          <a:off x="4312898" y="601987"/>
          <a:ext cx="3566203" cy="4804338"/>
        </p:xfrm>
        <a:graphic>
          <a:graphicData uri="http://schemas.openxmlformats.org/drawingml/2006/table">
            <a:tbl>
              <a:tblPr/>
              <a:tblGrid>
                <a:gridCol w="1152599">
                  <a:extLst>
                    <a:ext uri="{9D8B030D-6E8A-4147-A177-3AD203B41FA5}">
                      <a16:colId xmlns:a16="http://schemas.microsoft.com/office/drawing/2014/main" val="3753439710"/>
                    </a:ext>
                  </a:extLst>
                </a:gridCol>
                <a:gridCol w="2413604">
                  <a:extLst>
                    <a:ext uri="{9D8B030D-6E8A-4147-A177-3AD203B41FA5}">
                      <a16:colId xmlns:a16="http://schemas.microsoft.com/office/drawing/2014/main" val="2710151212"/>
                    </a:ext>
                  </a:extLst>
                </a:gridCol>
              </a:tblGrid>
              <a:tr h="315365">
                <a:tc gridSpan="2">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a:buNone/>
                      </a:pPr>
                      <a:r>
                        <a:rPr lang="fr-FR" sz="1100" b="1" i="0" dirty="0">
                          <a:solidFill>
                            <a:schemeClr val="bg1"/>
                          </a:solidFill>
                          <a:effectLst/>
                          <a:latin typeface="Work Sans" pitchFamily="2" charset="0"/>
                        </a:rPr>
                        <a:t>Jeudi 09 avril 2026</a:t>
                      </a:r>
                      <a:r>
                        <a:rPr lang="fr-FR" sz="1100" b="0" i="0" dirty="0">
                          <a:solidFill>
                            <a:schemeClr val="bg1"/>
                          </a:solidFill>
                          <a:effectLst/>
                          <a:latin typeface="Work Sans" pitchFamily="2" charset="0"/>
                        </a:rPr>
                        <a:t> </a:t>
                      </a:r>
                    </a:p>
                  </a:txBody>
                  <a:tcPr marL="42246" marR="42246" marT="21123" marB="21123" anchor="ctr">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E2841">
                        <a:lumMod val="90000"/>
                        <a:lumOff val="10000"/>
                      </a:srgbClr>
                    </a:solidFill>
                  </a:tcPr>
                </a:tc>
                <a:tc hMerge="1">
                  <a:txBody>
                    <a:bodyPr/>
                    <a:lstStyle/>
                    <a:p>
                      <a:endParaRPr lang="fr-FR"/>
                    </a:p>
                  </a:txBody>
                  <a:tcPr/>
                </a:tc>
                <a:extLst>
                  <a:ext uri="{0D108BD9-81ED-4DB2-BD59-A6C34878D82A}">
                    <a16:rowId xmlns:a16="http://schemas.microsoft.com/office/drawing/2014/main" val="3094121305"/>
                  </a:ext>
                </a:extLst>
              </a:tr>
              <a:tr h="579188">
                <a:tc>
                  <a:txBody>
                    <a:bodyPr/>
                    <a:lstStyle/>
                    <a:p>
                      <a:pPr algn="just" rtl="0" fontAlgn="base">
                        <a:lnSpc>
                          <a:spcPts val="1538"/>
                        </a:lnSpc>
                        <a:buNone/>
                      </a:pPr>
                      <a:r>
                        <a:rPr lang="fr-FR" sz="1050" b="0" i="0" dirty="0">
                          <a:effectLst/>
                          <a:latin typeface="Work Sans" pitchFamily="2" charset="0"/>
                        </a:rPr>
                        <a:t>7H00-8h00 </a:t>
                      </a:r>
                      <a:endParaRPr lang="fr-FR" sz="1400" b="0" i="0" dirty="0">
                        <a:effectLst/>
                        <a:latin typeface="Work Sans"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E2841">
                        <a:lumMod val="10000"/>
                        <a:lumOff val="90000"/>
                      </a:srgbClr>
                    </a:solidFill>
                  </a:tcPr>
                </a:tc>
                <a:tc>
                  <a:txBody>
                    <a:bodyPr/>
                    <a:lstStyle/>
                    <a:p>
                      <a:pPr algn="just" rtl="0" fontAlgn="base">
                        <a:lnSpc>
                          <a:spcPts val="1538"/>
                        </a:lnSpc>
                        <a:buNone/>
                      </a:pPr>
                      <a:r>
                        <a:rPr lang="fr-FR" sz="1100" b="0" i="0" dirty="0">
                          <a:effectLst/>
                          <a:latin typeface="Work Sans" pitchFamily="2" charset="0"/>
                        </a:rPr>
                        <a:t>Petit déjeuner </a:t>
                      </a:r>
                      <a:endParaRPr lang="fr-FR" sz="1600" b="0" i="0" dirty="0">
                        <a:effectLst/>
                        <a:latin typeface="Work Sans"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7F7F7"/>
                    </a:solidFill>
                  </a:tcPr>
                </a:tc>
                <a:extLst>
                  <a:ext uri="{0D108BD9-81ED-4DB2-BD59-A6C34878D82A}">
                    <a16:rowId xmlns:a16="http://schemas.microsoft.com/office/drawing/2014/main" val="1782101704"/>
                  </a:ext>
                </a:extLst>
              </a:tr>
              <a:tr h="579188">
                <a:tc>
                  <a:txBody>
                    <a:bodyPr/>
                    <a:lstStyle/>
                    <a:p>
                      <a:pPr algn="just" rtl="0" fontAlgn="base">
                        <a:lnSpc>
                          <a:spcPts val="1538"/>
                        </a:lnSpc>
                        <a:buNone/>
                      </a:pPr>
                      <a:r>
                        <a:rPr lang="fr-FR" sz="1050" dirty="0">
                          <a:latin typeface="Work Sans" pitchFamily="2" charset="0"/>
                        </a:rPr>
                        <a:t>08h30 - 10h45</a:t>
                      </a:r>
                      <a:endParaRPr lang="fr-FR" sz="1050" b="0" i="0" dirty="0">
                        <a:effectLst/>
                        <a:latin typeface="Work Sans"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E2841">
                        <a:lumMod val="10000"/>
                        <a:lumOff val="90000"/>
                      </a:srgbClr>
                    </a:solidFill>
                  </a:tcPr>
                </a:tc>
                <a:tc>
                  <a:txBody>
                    <a:bodyPr/>
                    <a:lstStyle/>
                    <a:p>
                      <a:pPr algn="just" rtl="0" fontAlgn="base">
                        <a:lnSpc>
                          <a:spcPts val="1538"/>
                        </a:lnSpc>
                        <a:buNone/>
                      </a:pPr>
                      <a:r>
                        <a:rPr lang="fr-FR" sz="1100" dirty="0">
                          <a:latin typeface="Work Sans" pitchFamily="2" charset="0"/>
                        </a:rPr>
                        <a:t>Thème 3 : Identification des risques</a:t>
                      </a:r>
                      <a:endParaRPr lang="fr-FR" sz="1100" b="0" i="0" dirty="0">
                        <a:effectLst/>
                        <a:latin typeface="Work Sans"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7F7F7"/>
                    </a:solidFill>
                  </a:tcPr>
                </a:tc>
                <a:extLst>
                  <a:ext uri="{0D108BD9-81ED-4DB2-BD59-A6C34878D82A}">
                    <a16:rowId xmlns:a16="http://schemas.microsoft.com/office/drawing/2014/main" val="2754272557"/>
                  </a:ext>
                </a:extLst>
              </a:tr>
              <a:tr h="579188">
                <a:tc>
                  <a:txBody>
                    <a:bodyPr/>
                    <a:lstStyle/>
                    <a:p>
                      <a:pPr algn="just" rtl="0" fontAlgn="base">
                        <a:lnSpc>
                          <a:spcPts val="1538"/>
                        </a:lnSpc>
                        <a:buNone/>
                      </a:pPr>
                      <a:r>
                        <a:rPr lang="fr-FR" sz="1050" dirty="0">
                          <a:latin typeface="Work Sans" pitchFamily="2" charset="0"/>
                        </a:rPr>
                        <a:t>10h45 - 12h30</a:t>
                      </a:r>
                      <a:endParaRPr lang="fr-FR" sz="1050" b="0" i="0" dirty="0">
                        <a:effectLst/>
                        <a:latin typeface="Work Sans"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E2841">
                        <a:lumMod val="10000"/>
                        <a:lumOff val="90000"/>
                      </a:srgbClr>
                    </a:solidFill>
                  </a:tcPr>
                </a:tc>
                <a:tc>
                  <a:txBody>
                    <a:bodyPr/>
                    <a:lstStyle/>
                    <a:p>
                      <a:pPr algn="just" rtl="0" fontAlgn="base">
                        <a:lnSpc>
                          <a:spcPts val="1538"/>
                        </a:lnSpc>
                        <a:buNone/>
                      </a:pPr>
                      <a:r>
                        <a:rPr lang="fr-FR" sz="1100" b="0" i="0" dirty="0">
                          <a:effectLst/>
                          <a:latin typeface="Work Sans" pitchFamily="2" charset="0"/>
                        </a:rPr>
                        <a:t>Atelier : identification des risques du Fonds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7F7F7"/>
                    </a:solidFill>
                  </a:tcPr>
                </a:tc>
                <a:extLst>
                  <a:ext uri="{0D108BD9-81ED-4DB2-BD59-A6C34878D82A}">
                    <a16:rowId xmlns:a16="http://schemas.microsoft.com/office/drawing/2014/main" val="847354435"/>
                  </a:ext>
                </a:extLst>
              </a:tr>
              <a:tr h="579188">
                <a:tc>
                  <a:txBody>
                    <a:bodyPr/>
                    <a:lstStyle/>
                    <a:p>
                      <a:pPr algn="just" rtl="0" fontAlgn="base">
                        <a:lnSpc>
                          <a:spcPts val="1538"/>
                        </a:lnSpc>
                        <a:buNone/>
                      </a:pPr>
                      <a:r>
                        <a:rPr lang="fr-FR" sz="1050" dirty="0">
                          <a:latin typeface="Work Sans" pitchFamily="2" charset="0"/>
                        </a:rPr>
                        <a:t>12h30 - 13h30</a:t>
                      </a:r>
                      <a:endParaRPr lang="fr-FR" sz="1050" b="0" i="0" dirty="0">
                        <a:effectLst/>
                        <a:latin typeface="Work Sans"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E2841">
                        <a:lumMod val="10000"/>
                        <a:lumOff val="90000"/>
                      </a:srgbClr>
                    </a:solidFill>
                  </a:tcPr>
                </a:tc>
                <a:tc>
                  <a:txBody>
                    <a:bodyPr/>
                    <a:lstStyle/>
                    <a:p>
                      <a:pPr algn="just" rtl="0" fontAlgn="base">
                        <a:lnSpc>
                          <a:spcPts val="1538"/>
                        </a:lnSpc>
                        <a:buNone/>
                      </a:pPr>
                      <a:r>
                        <a:rPr lang="fr-FR" sz="1100" dirty="0">
                          <a:latin typeface="Work Sans" pitchFamily="2" charset="0"/>
                        </a:rPr>
                        <a:t>Déjeuner</a:t>
                      </a:r>
                      <a:endParaRPr lang="fr-FR" sz="1100" b="0" i="0" dirty="0">
                        <a:effectLst/>
                        <a:latin typeface="Work Sans"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7F7F7"/>
                    </a:solidFill>
                  </a:tcPr>
                </a:tc>
                <a:extLst>
                  <a:ext uri="{0D108BD9-81ED-4DB2-BD59-A6C34878D82A}">
                    <a16:rowId xmlns:a16="http://schemas.microsoft.com/office/drawing/2014/main" val="2385198884"/>
                  </a:ext>
                </a:extLst>
              </a:tr>
              <a:tr h="579270">
                <a:tc>
                  <a:txBody>
                    <a:bodyPr/>
                    <a:lstStyle/>
                    <a:p>
                      <a:pPr algn="just" rtl="0" fontAlgn="base">
                        <a:lnSpc>
                          <a:spcPts val="1538"/>
                        </a:lnSpc>
                        <a:buNone/>
                      </a:pPr>
                      <a:r>
                        <a:rPr lang="fr-FR" sz="1050" dirty="0">
                          <a:latin typeface="Work Sans" pitchFamily="2" charset="0"/>
                        </a:rPr>
                        <a:t>13h30 - 15h00</a:t>
                      </a:r>
                      <a:endParaRPr lang="fr-FR" sz="1050" b="0" i="0" dirty="0">
                        <a:effectLst/>
                        <a:latin typeface="Work Sans"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E2841">
                        <a:lumMod val="10000"/>
                        <a:lumOff val="90000"/>
                      </a:srgbClr>
                    </a:solidFill>
                  </a:tcPr>
                </a:tc>
                <a:tc>
                  <a:txBody>
                    <a:bodyPr/>
                    <a:lstStyle/>
                    <a:p>
                      <a:pPr algn="just" rtl="0" fontAlgn="base">
                        <a:lnSpc>
                          <a:spcPts val="1538"/>
                        </a:lnSpc>
                        <a:buNone/>
                      </a:pPr>
                      <a:r>
                        <a:rPr lang="fr-FR" sz="1100" b="0" dirty="0">
                          <a:latin typeface="Work Sans" pitchFamily="2" charset="0"/>
                        </a:rPr>
                        <a:t>Thème 4 : Analyse et hiérarchisation des risques</a:t>
                      </a:r>
                      <a:endParaRPr lang="fr-FR" sz="1100" b="0" i="0" dirty="0">
                        <a:effectLst/>
                        <a:latin typeface="Work Sans"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7F7F7"/>
                    </a:solidFill>
                  </a:tcPr>
                </a:tc>
                <a:extLst>
                  <a:ext uri="{0D108BD9-81ED-4DB2-BD59-A6C34878D82A}">
                    <a16:rowId xmlns:a16="http://schemas.microsoft.com/office/drawing/2014/main" val="426265343"/>
                  </a:ext>
                </a:extLst>
              </a:tr>
              <a:tr h="579188">
                <a:tc>
                  <a:txBody>
                    <a:bodyPr/>
                    <a:lstStyle/>
                    <a:p>
                      <a:pPr algn="just" rtl="0" fontAlgn="base">
                        <a:lnSpc>
                          <a:spcPts val="1538"/>
                        </a:lnSpc>
                        <a:buNone/>
                      </a:pPr>
                      <a:r>
                        <a:rPr lang="fr-FR" sz="1050" dirty="0">
                          <a:latin typeface="Work Sans" pitchFamily="2" charset="0"/>
                        </a:rPr>
                        <a:t>15h00 - 15h15</a:t>
                      </a:r>
                      <a:endParaRPr lang="fr-FR" sz="1050" b="0" i="0" dirty="0">
                        <a:effectLst/>
                        <a:latin typeface="Work Sans"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E2841">
                        <a:lumMod val="10000"/>
                        <a:lumOff val="90000"/>
                      </a:srgbClr>
                    </a:solidFill>
                  </a:tcPr>
                </a:tc>
                <a:tc>
                  <a:txBody>
                    <a:bodyPr/>
                    <a:lstStyle/>
                    <a:p>
                      <a:pPr algn="just" rtl="0" fontAlgn="base">
                        <a:lnSpc>
                          <a:spcPts val="1538"/>
                        </a:lnSpc>
                        <a:buNone/>
                      </a:pPr>
                      <a:r>
                        <a:rPr lang="fr-FR" sz="1100" b="0" i="0">
                          <a:effectLst/>
                          <a:latin typeface="Work Sans" pitchFamily="2" charset="0"/>
                        </a:rPr>
                        <a:t>Pause</a:t>
                      </a:r>
                      <a:endParaRPr lang="fr-FR" sz="1100" b="0" i="0" dirty="0">
                        <a:effectLst/>
                        <a:latin typeface="Work Sans"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7F7F7"/>
                    </a:solidFill>
                  </a:tcPr>
                </a:tc>
                <a:extLst>
                  <a:ext uri="{0D108BD9-81ED-4DB2-BD59-A6C34878D82A}">
                    <a16:rowId xmlns:a16="http://schemas.microsoft.com/office/drawing/2014/main" val="1690446884"/>
                  </a:ext>
                </a:extLst>
              </a:tr>
              <a:tr h="537886">
                <a:tc>
                  <a:txBody>
                    <a:bodyPr/>
                    <a:lstStyle/>
                    <a:p>
                      <a:r>
                        <a:rPr lang="fr-FR" sz="1050" dirty="0">
                          <a:latin typeface="Work Sans" pitchFamily="2" charset="0"/>
                        </a:rPr>
                        <a:t>15h15 - 17h00</a:t>
                      </a:r>
                      <a:endParaRPr lang="pt-BR" sz="1050" b="1" kern="1200" dirty="0">
                        <a:solidFill>
                          <a:schemeClr val="tx1"/>
                        </a:solidFill>
                        <a:effectLst/>
                        <a:latin typeface="Work Sans" pitchFamily="2" charset="0"/>
                        <a:ea typeface="+mn-ea"/>
                        <a:cs typeface="+mn-cs"/>
                      </a:endParaRPr>
                    </a:p>
                  </a:txBody>
                  <a:tcPr marL="42246" marR="42246" marT="21123" marB="211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E2841">
                        <a:lumMod val="10000"/>
                        <a:lumOff val="90000"/>
                      </a:srgbClr>
                    </a:solidFill>
                  </a:tcPr>
                </a:tc>
                <a:tc>
                  <a:txBody>
                    <a:bodyPr/>
                    <a:lstStyle/>
                    <a:p>
                      <a:r>
                        <a:rPr lang="fr-FR" sz="1100">
                          <a:latin typeface="Work Sans" pitchFamily="2" charset="0"/>
                        </a:rPr>
                        <a:t>Atelier : construction de la cartographie des risques</a:t>
                      </a:r>
                      <a:endParaRPr lang="pt-BR" sz="1100" b="1" kern="1200" dirty="0">
                        <a:solidFill>
                          <a:schemeClr val="tx1"/>
                        </a:solidFill>
                        <a:effectLst/>
                        <a:latin typeface="Work Sans" pitchFamily="2" charset="0"/>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7F7F7"/>
                    </a:solidFill>
                  </a:tcPr>
                </a:tc>
                <a:extLst>
                  <a:ext uri="{0D108BD9-81ED-4DB2-BD59-A6C34878D82A}">
                    <a16:rowId xmlns:a16="http://schemas.microsoft.com/office/drawing/2014/main" val="2931081594"/>
                  </a:ext>
                </a:extLst>
              </a:tr>
              <a:tr h="475877">
                <a:tc>
                  <a:txBody>
                    <a:bodyPr/>
                    <a:lstStyle/>
                    <a:p>
                      <a:r>
                        <a:rPr lang="fr-FR" sz="1050" dirty="0">
                          <a:latin typeface="Work Sans" pitchFamily="2" charset="0"/>
                        </a:rPr>
                        <a:t>19h00 - 20h30</a:t>
                      </a:r>
                      <a:endParaRPr lang="pt-BR" sz="1050" b="1" kern="1200" dirty="0">
                        <a:solidFill>
                          <a:schemeClr val="tx1"/>
                        </a:solidFill>
                        <a:effectLst/>
                        <a:latin typeface="Work Sans" pitchFamily="2" charset="0"/>
                        <a:ea typeface="+mn-ea"/>
                        <a:cs typeface="+mn-cs"/>
                      </a:endParaRPr>
                    </a:p>
                  </a:txBody>
                  <a:tcPr marL="42246" marR="42246" marT="21123" marB="211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E2841">
                        <a:lumMod val="10000"/>
                        <a:lumOff val="90000"/>
                      </a:srgbClr>
                    </a:solidFill>
                  </a:tcPr>
                </a:tc>
                <a:tc>
                  <a:txBody>
                    <a:bodyPr/>
                    <a:lstStyle/>
                    <a:p>
                      <a:r>
                        <a:rPr lang="fr-FR" sz="1100" dirty="0">
                          <a:latin typeface="Work Sans" pitchFamily="2" charset="0"/>
                        </a:rPr>
                        <a:t>Dîner </a:t>
                      </a:r>
                      <a:endParaRPr lang="pt-BR" sz="1100" b="1" kern="1200" dirty="0">
                        <a:solidFill>
                          <a:schemeClr val="tx1"/>
                        </a:solidFill>
                        <a:effectLst/>
                        <a:latin typeface="Work Sans" pitchFamily="2" charset="0"/>
                        <a:ea typeface="+mn-ea"/>
                        <a:cs typeface="+mn-cs"/>
                      </a:endParaRPr>
                    </a:p>
                  </a:txBody>
                  <a:tcPr marL="42246" marR="42246" marT="21123" marB="211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7F7F7"/>
                    </a:solidFill>
                  </a:tcPr>
                </a:tc>
                <a:extLst>
                  <a:ext uri="{0D108BD9-81ED-4DB2-BD59-A6C34878D82A}">
                    <a16:rowId xmlns:a16="http://schemas.microsoft.com/office/drawing/2014/main" val="2713531095"/>
                  </a:ext>
                </a:extLst>
              </a:tr>
            </a:tbl>
          </a:graphicData>
        </a:graphic>
      </p:graphicFrame>
      <p:graphicFrame>
        <p:nvGraphicFramePr>
          <p:cNvPr id="4" name="Tableau 3">
            <a:extLst>
              <a:ext uri="{FF2B5EF4-FFF2-40B4-BE49-F238E27FC236}">
                <a16:creationId xmlns:a16="http://schemas.microsoft.com/office/drawing/2014/main" id="{06E94D39-8E06-3180-FE2C-AEE9FEDA4A9B}"/>
              </a:ext>
            </a:extLst>
          </p:cNvPr>
          <p:cNvGraphicFramePr>
            <a:graphicFrameLocks noGrp="1"/>
          </p:cNvGraphicFramePr>
          <p:nvPr>
            <p:extLst>
              <p:ext uri="{D42A27DB-BD31-4B8C-83A1-F6EECF244321}">
                <p14:modId xmlns:p14="http://schemas.microsoft.com/office/powerpoint/2010/main" val="1873769860"/>
              </p:ext>
            </p:extLst>
          </p:nvPr>
        </p:nvGraphicFramePr>
        <p:xfrm>
          <a:off x="8016239" y="601987"/>
          <a:ext cx="3332478" cy="4804337"/>
        </p:xfrm>
        <a:graphic>
          <a:graphicData uri="http://schemas.openxmlformats.org/drawingml/2006/table">
            <a:tbl>
              <a:tblPr/>
              <a:tblGrid>
                <a:gridCol w="1253341">
                  <a:extLst>
                    <a:ext uri="{9D8B030D-6E8A-4147-A177-3AD203B41FA5}">
                      <a16:colId xmlns:a16="http://schemas.microsoft.com/office/drawing/2014/main" val="500395911"/>
                    </a:ext>
                  </a:extLst>
                </a:gridCol>
                <a:gridCol w="2079137">
                  <a:extLst>
                    <a:ext uri="{9D8B030D-6E8A-4147-A177-3AD203B41FA5}">
                      <a16:colId xmlns:a16="http://schemas.microsoft.com/office/drawing/2014/main" val="214252812"/>
                    </a:ext>
                  </a:extLst>
                </a:gridCol>
              </a:tblGrid>
              <a:tr h="334279">
                <a:tc gridSpan="2">
                  <a:txBody>
                    <a:bodyPr/>
                    <a:lstStyle/>
                    <a:p>
                      <a:pPr marL="0" algn="l" defTabSz="914400" rtl="0" eaLnBrk="1" latinLnBrk="0" hangingPunct="1">
                        <a:buNone/>
                      </a:pPr>
                      <a:r>
                        <a:rPr lang="fr-FR" sz="1100" b="1" i="0" kern="1200" dirty="0">
                          <a:solidFill>
                            <a:schemeClr val="bg1"/>
                          </a:solidFill>
                          <a:effectLst/>
                          <a:latin typeface="Work Sans" pitchFamily="2" charset="0"/>
                          <a:ea typeface="+mn-ea"/>
                          <a:cs typeface="+mn-cs"/>
                        </a:rPr>
                        <a:t>Vendredi 10 avril 2026 </a:t>
                      </a:r>
                      <a:endParaRPr lang="pt-BR" sz="1100" b="1" i="0" kern="1200" dirty="0">
                        <a:solidFill>
                          <a:schemeClr val="bg1"/>
                        </a:solidFill>
                        <a:effectLst/>
                        <a:latin typeface="Work Sans" pitchFamily="2" charset="0"/>
                        <a:ea typeface="+mn-ea"/>
                        <a:cs typeface="+mn-cs"/>
                      </a:endParaRPr>
                    </a:p>
                  </a:txBody>
                  <a:tcPr marL="42246" marR="42246" marT="21123" marB="2112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203864"/>
                    </a:solidFill>
                  </a:tcPr>
                </a:tc>
                <a:tc hMerge="1">
                  <a:txBody>
                    <a:bodyPr/>
                    <a:lstStyle/>
                    <a:p>
                      <a:endParaRPr lang="fr-FR"/>
                    </a:p>
                  </a:txBody>
                  <a:tcPr/>
                </a:tc>
                <a:extLst>
                  <a:ext uri="{0D108BD9-81ED-4DB2-BD59-A6C34878D82A}">
                    <a16:rowId xmlns:a16="http://schemas.microsoft.com/office/drawing/2014/main" val="2419797398"/>
                  </a:ext>
                </a:extLst>
              </a:tr>
              <a:tr h="270236">
                <a:tc>
                  <a:txBody>
                    <a:bodyPr/>
                    <a:lstStyle/>
                    <a:p>
                      <a:pPr algn="just" rtl="0" fontAlgn="base">
                        <a:lnSpc>
                          <a:spcPts val="1538"/>
                        </a:lnSpc>
                        <a:buNone/>
                      </a:pPr>
                      <a:r>
                        <a:rPr lang="fr-FR" sz="1050" b="0" i="0" dirty="0">
                          <a:effectLst/>
                          <a:latin typeface="Work Sans" pitchFamily="2" charset="0"/>
                        </a:rPr>
                        <a:t>7h00– 8h00 </a:t>
                      </a:r>
                      <a:endParaRPr lang="fr-FR" sz="1400" b="0" i="0" dirty="0">
                        <a:effectLst/>
                        <a:latin typeface="Work Sans"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E2841">
                        <a:lumMod val="10000"/>
                        <a:lumOff val="90000"/>
                      </a:srgbClr>
                    </a:solidFill>
                  </a:tcPr>
                </a:tc>
                <a:tc>
                  <a:txBody>
                    <a:bodyPr/>
                    <a:lstStyle/>
                    <a:p>
                      <a:pPr algn="just" rtl="0" fontAlgn="base">
                        <a:lnSpc>
                          <a:spcPts val="1538"/>
                        </a:lnSpc>
                        <a:buNone/>
                      </a:pPr>
                      <a:r>
                        <a:rPr lang="fr-FR" sz="1100" b="0" i="0" dirty="0">
                          <a:effectLst/>
                          <a:latin typeface="Work Sans" pitchFamily="2" charset="0"/>
                        </a:rPr>
                        <a:t>Petit déjeuner </a:t>
                      </a:r>
                      <a:endParaRPr lang="fr-FR" sz="1600" b="0" i="0" dirty="0">
                        <a:effectLst/>
                        <a:latin typeface="Work Sans"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7F7F7"/>
                    </a:solidFill>
                  </a:tcPr>
                </a:tc>
                <a:extLst>
                  <a:ext uri="{0D108BD9-81ED-4DB2-BD59-A6C34878D82A}">
                    <a16:rowId xmlns:a16="http://schemas.microsoft.com/office/drawing/2014/main" val="1663724035"/>
                  </a:ext>
                </a:extLst>
              </a:tr>
              <a:tr h="653007">
                <a:tc>
                  <a:txBody>
                    <a:bodyPr/>
                    <a:lstStyle/>
                    <a:p>
                      <a:pPr algn="l" rtl="0" fontAlgn="base">
                        <a:lnSpc>
                          <a:spcPts val="1538"/>
                        </a:lnSpc>
                        <a:buNone/>
                      </a:pPr>
                      <a:r>
                        <a:rPr lang="fr-FR" sz="1050" b="0" i="0" u="none" strike="noStrike" dirty="0">
                          <a:solidFill>
                            <a:srgbClr val="000000"/>
                          </a:solidFill>
                          <a:effectLst/>
                          <a:latin typeface="Work Sans" pitchFamily="2" charset="0"/>
                        </a:rPr>
                        <a:t>08h30 -10h00</a:t>
                      </a:r>
                      <a:r>
                        <a:rPr lang="fr-FR" sz="1050" b="0" i="0" dirty="0">
                          <a:solidFill>
                            <a:srgbClr val="000000"/>
                          </a:solidFill>
                          <a:effectLst/>
                          <a:latin typeface="Work Sans" pitchFamily="2" charset="0"/>
                        </a:rPr>
                        <a:t> </a:t>
                      </a:r>
                      <a:endParaRPr lang="fr-FR" sz="1400" b="0" i="0" dirty="0">
                        <a:effectLst/>
                        <a:latin typeface="Work Sans"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E2841">
                        <a:lumMod val="10000"/>
                        <a:lumOff val="90000"/>
                      </a:srgbClr>
                    </a:solidFill>
                  </a:tcPr>
                </a:tc>
                <a:tc>
                  <a:txBody>
                    <a:bodyPr/>
                    <a:lstStyle/>
                    <a:p>
                      <a:pPr algn="l" rtl="0" fontAlgn="base">
                        <a:lnSpc>
                          <a:spcPts val="1538"/>
                        </a:lnSpc>
                        <a:buNone/>
                      </a:pPr>
                      <a:r>
                        <a:rPr lang="fr-FR" sz="1100" b="0" i="0" u="none" strike="noStrike" dirty="0">
                          <a:solidFill>
                            <a:srgbClr val="000000"/>
                          </a:solidFill>
                          <a:effectLst/>
                          <a:latin typeface="Work Sans" pitchFamily="2" charset="0"/>
                        </a:rPr>
                        <a:t>Thème 5 : Dispositif de contrôle interne selon COSO</a:t>
                      </a:r>
                      <a:r>
                        <a:rPr lang="fr-FR" sz="1100" b="0" i="0" dirty="0">
                          <a:solidFill>
                            <a:srgbClr val="000000"/>
                          </a:solidFill>
                          <a:effectLst/>
                          <a:latin typeface="Work Sans" pitchFamily="2" charset="0"/>
                        </a:rPr>
                        <a:t> </a:t>
                      </a:r>
                      <a:endParaRPr lang="fr-FR" sz="1600" b="0" i="0" dirty="0">
                        <a:effectLst/>
                        <a:latin typeface="Work Sans"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7F7F7"/>
                    </a:solidFill>
                  </a:tcPr>
                </a:tc>
                <a:extLst>
                  <a:ext uri="{0D108BD9-81ED-4DB2-BD59-A6C34878D82A}">
                    <a16:rowId xmlns:a16="http://schemas.microsoft.com/office/drawing/2014/main" val="2314916801"/>
                  </a:ext>
                </a:extLst>
              </a:tr>
              <a:tr h="270236">
                <a:tc>
                  <a:txBody>
                    <a:bodyPr/>
                    <a:lstStyle/>
                    <a:p>
                      <a:pPr algn="l" rtl="0" fontAlgn="base">
                        <a:lnSpc>
                          <a:spcPts val="1538"/>
                        </a:lnSpc>
                        <a:buNone/>
                      </a:pPr>
                      <a:r>
                        <a:rPr lang="fr-FR" sz="1050" b="0" i="0" u="none" strike="noStrike" dirty="0">
                          <a:solidFill>
                            <a:srgbClr val="000000"/>
                          </a:solidFill>
                          <a:effectLst/>
                          <a:latin typeface="Work Sans" pitchFamily="2" charset="0"/>
                        </a:rPr>
                        <a:t>10h00 - 10h15</a:t>
                      </a:r>
                      <a:r>
                        <a:rPr lang="fr-FR" sz="1050" b="0" i="0" dirty="0">
                          <a:solidFill>
                            <a:srgbClr val="000000"/>
                          </a:solidFill>
                          <a:effectLst/>
                          <a:latin typeface="Work Sans" pitchFamily="2" charset="0"/>
                        </a:rPr>
                        <a:t> </a:t>
                      </a:r>
                      <a:endParaRPr lang="fr-FR" sz="1400" b="0" i="0" dirty="0">
                        <a:effectLst/>
                        <a:latin typeface="Work Sans"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E2841">
                        <a:lumMod val="10000"/>
                        <a:lumOff val="90000"/>
                      </a:srgbClr>
                    </a:solidFill>
                  </a:tcPr>
                </a:tc>
                <a:tc>
                  <a:txBody>
                    <a:bodyPr/>
                    <a:lstStyle/>
                    <a:p>
                      <a:pPr algn="l" rtl="0" fontAlgn="base">
                        <a:lnSpc>
                          <a:spcPts val="1538"/>
                        </a:lnSpc>
                        <a:buNone/>
                      </a:pPr>
                      <a:r>
                        <a:rPr lang="fr-FR" sz="1100" b="0" i="0" u="none" strike="noStrike">
                          <a:solidFill>
                            <a:srgbClr val="000000"/>
                          </a:solidFill>
                          <a:effectLst/>
                          <a:latin typeface="Work Sans" pitchFamily="2" charset="0"/>
                        </a:rPr>
                        <a:t>Pause</a:t>
                      </a:r>
                      <a:r>
                        <a:rPr lang="fr-FR" sz="1100" b="0" i="0">
                          <a:solidFill>
                            <a:srgbClr val="000000"/>
                          </a:solidFill>
                          <a:effectLst/>
                          <a:latin typeface="Work Sans" pitchFamily="2" charset="0"/>
                        </a:rPr>
                        <a:t> </a:t>
                      </a:r>
                      <a:endParaRPr lang="fr-FR" sz="1600" b="0" i="0">
                        <a:effectLst/>
                        <a:latin typeface="Work Sans"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7F7F7"/>
                    </a:solidFill>
                  </a:tcPr>
                </a:tc>
                <a:extLst>
                  <a:ext uri="{0D108BD9-81ED-4DB2-BD59-A6C34878D82A}">
                    <a16:rowId xmlns:a16="http://schemas.microsoft.com/office/drawing/2014/main" val="341516476"/>
                  </a:ext>
                </a:extLst>
              </a:tr>
              <a:tr h="270236">
                <a:tc>
                  <a:txBody>
                    <a:bodyPr/>
                    <a:lstStyle/>
                    <a:p>
                      <a:pPr algn="just" rtl="0" fontAlgn="base">
                        <a:lnSpc>
                          <a:spcPts val="1538"/>
                        </a:lnSpc>
                        <a:buNone/>
                      </a:pPr>
                      <a:r>
                        <a:rPr lang="fr-FR" sz="1050" b="0" i="0" u="none" strike="noStrike" dirty="0">
                          <a:solidFill>
                            <a:srgbClr val="000000"/>
                          </a:solidFill>
                          <a:effectLst/>
                          <a:latin typeface="Work Sans" pitchFamily="2" charset="0"/>
                        </a:rPr>
                        <a:t>10h15 - 12h30</a:t>
                      </a:r>
                      <a:r>
                        <a:rPr lang="fr-FR" sz="1050" b="0" i="0" dirty="0">
                          <a:solidFill>
                            <a:srgbClr val="000000"/>
                          </a:solidFill>
                          <a:effectLst/>
                          <a:latin typeface="Work Sans" pitchFamily="2" charset="0"/>
                        </a:rPr>
                        <a:t> </a:t>
                      </a:r>
                      <a:endParaRPr lang="fr-FR" sz="1400" b="0" i="0" dirty="0">
                        <a:effectLst/>
                        <a:latin typeface="Work Sans"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E2841">
                        <a:lumMod val="10000"/>
                        <a:lumOff val="90000"/>
                      </a:srgbClr>
                    </a:solidFill>
                  </a:tcPr>
                </a:tc>
                <a:tc>
                  <a:txBody>
                    <a:bodyPr/>
                    <a:lstStyle/>
                    <a:p>
                      <a:pPr algn="just" rtl="0" fontAlgn="base">
                        <a:lnSpc>
                          <a:spcPts val="1538"/>
                        </a:lnSpc>
                        <a:buNone/>
                      </a:pPr>
                      <a:r>
                        <a:rPr lang="fr-FR" sz="1100" b="0" i="0" dirty="0">
                          <a:effectLst/>
                          <a:latin typeface="Work Sans" pitchFamily="2" charset="0"/>
                        </a:rPr>
                        <a:t>Suite Thème 5 </a:t>
                      </a:r>
                      <a:endParaRPr lang="fr-FR" sz="1600" b="0" i="0" dirty="0">
                        <a:effectLst/>
                        <a:latin typeface="Work Sans"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7F7F7"/>
                    </a:solidFill>
                  </a:tcPr>
                </a:tc>
                <a:extLst>
                  <a:ext uri="{0D108BD9-81ED-4DB2-BD59-A6C34878D82A}">
                    <a16:rowId xmlns:a16="http://schemas.microsoft.com/office/drawing/2014/main" val="1823046444"/>
                  </a:ext>
                </a:extLst>
              </a:tr>
              <a:tr h="270236">
                <a:tc>
                  <a:txBody>
                    <a:bodyPr/>
                    <a:lstStyle/>
                    <a:p>
                      <a:pPr algn="just" rtl="0" fontAlgn="base">
                        <a:lnSpc>
                          <a:spcPts val="1538"/>
                        </a:lnSpc>
                        <a:buNone/>
                      </a:pPr>
                      <a:r>
                        <a:rPr lang="fr-FR" sz="1050" b="0" i="0" dirty="0">
                          <a:effectLst/>
                          <a:latin typeface="Work Sans" pitchFamily="2" charset="0"/>
                        </a:rPr>
                        <a:t>12h30- 13h30 </a:t>
                      </a:r>
                      <a:endParaRPr lang="fr-FR" sz="1400" b="0" i="0" dirty="0">
                        <a:effectLst/>
                        <a:latin typeface="Work Sans"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E2841">
                        <a:lumMod val="10000"/>
                        <a:lumOff val="90000"/>
                      </a:srgbClr>
                    </a:solidFill>
                  </a:tcPr>
                </a:tc>
                <a:tc>
                  <a:txBody>
                    <a:bodyPr/>
                    <a:lstStyle/>
                    <a:p>
                      <a:pPr algn="just" rtl="0" fontAlgn="base">
                        <a:lnSpc>
                          <a:spcPts val="1538"/>
                        </a:lnSpc>
                        <a:buNone/>
                      </a:pPr>
                      <a:r>
                        <a:rPr lang="fr-FR" sz="1100" b="0" i="0" dirty="0">
                          <a:effectLst/>
                          <a:latin typeface="Work Sans" pitchFamily="2" charset="0"/>
                        </a:rPr>
                        <a:t>Déjeuner </a:t>
                      </a:r>
                      <a:endParaRPr lang="fr-FR" sz="1600" b="0" i="0" dirty="0">
                        <a:effectLst/>
                        <a:latin typeface="Work Sans"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7F7F7"/>
                    </a:solidFill>
                  </a:tcPr>
                </a:tc>
                <a:extLst>
                  <a:ext uri="{0D108BD9-81ED-4DB2-BD59-A6C34878D82A}">
                    <a16:rowId xmlns:a16="http://schemas.microsoft.com/office/drawing/2014/main" val="2270589263"/>
                  </a:ext>
                </a:extLst>
              </a:tr>
              <a:tr h="461621">
                <a:tc>
                  <a:txBody>
                    <a:bodyPr/>
                    <a:lstStyle/>
                    <a:p>
                      <a:pPr algn="just" rtl="0" fontAlgn="base">
                        <a:lnSpc>
                          <a:spcPts val="1538"/>
                        </a:lnSpc>
                        <a:buNone/>
                      </a:pPr>
                      <a:r>
                        <a:rPr lang="fr-FR" sz="1050" b="0" i="0" dirty="0">
                          <a:effectLst/>
                          <a:latin typeface="Work Sans" pitchFamily="2" charset="0"/>
                        </a:rPr>
                        <a:t>13h30 - 15h00 </a:t>
                      </a:r>
                      <a:endParaRPr lang="fr-FR" sz="1400" b="0" i="0" dirty="0">
                        <a:effectLst/>
                        <a:latin typeface="Work Sans"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E2841">
                        <a:lumMod val="10000"/>
                        <a:lumOff val="90000"/>
                      </a:srgbClr>
                    </a:solidFill>
                  </a:tcPr>
                </a:tc>
                <a:tc>
                  <a:txBody>
                    <a:bodyPr/>
                    <a:lstStyle/>
                    <a:p>
                      <a:pPr algn="just" rtl="0" fontAlgn="base">
                        <a:lnSpc>
                          <a:spcPts val="1538"/>
                        </a:lnSpc>
                        <a:buNone/>
                      </a:pPr>
                      <a:r>
                        <a:rPr lang="fr-FR" sz="1100" b="0" i="0" dirty="0">
                          <a:effectLst/>
                          <a:latin typeface="Work Sans" pitchFamily="2" charset="0"/>
                        </a:rPr>
                        <a:t>Thème 6 : Contentieux et plan d’action GRC </a:t>
                      </a:r>
                      <a:endParaRPr lang="fr-FR" sz="1600" b="0" i="0" dirty="0">
                        <a:effectLst/>
                        <a:latin typeface="Work Sans"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7F7F7"/>
                    </a:solidFill>
                  </a:tcPr>
                </a:tc>
                <a:extLst>
                  <a:ext uri="{0D108BD9-81ED-4DB2-BD59-A6C34878D82A}">
                    <a16:rowId xmlns:a16="http://schemas.microsoft.com/office/drawing/2014/main" val="2845023551"/>
                  </a:ext>
                </a:extLst>
              </a:tr>
              <a:tr h="270236">
                <a:tc>
                  <a:txBody>
                    <a:bodyPr/>
                    <a:lstStyle/>
                    <a:p>
                      <a:pPr algn="just" rtl="0" fontAlgn="base">
                        <a:lnSpc>
                          <a:spcPts val="1538"/>
                        </a:lnSpc>
                        <a:buNone/>
                      </a:pPr>
                      <a:r>
                        <a:rPr lang="fr-FR" sz="1050" b="0" i="0" dirty="0">
                          <a:effectLst/>
                          <a:latin typeface="Work Sans" pitchFamily="2" charset="0"/>
                        </a:rPr>
                        <a:t>15h00 - 15h15 </a:t>
                      </a:r>
                      <a:endParaRPr lang="fr-FR" sz="1400" b="0" i="0" dirty="0">
                        <a:effectLst/>
                        <a:latin typeface="Work Sans"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E2841">
                        <a:lumMod val="10000"/>
                        <a:lumOff val="90000"/>
                      </a:srgbClr>
                    </a:solidFill>
                  </a:tcPr>
                </a:tc>
                <a:tc>
                  <a:txBody>
                    <a:bodyPr/>
                    <a:lstStyle/>
                    <a:p>
                      <a:pPr algn="just" rtl="0" fontAlgn="base">
                        <a:lnSpc>
                          <a:spcPts val="1538"/>
                        </a:lnSpc>
                        <a:buNone/>
                      </a:pPr>
                      <a:r>
                        <a:rPr lang="fr-FR" sz="1100" b="0" i="0" dirty="0">
                          <a:effectLst/>
                          <a:latin typeface="Work Sans" pitchFamily="2" charset="0"/>
                        </a:rPr>
                        <a:t>Pause </a:t>
                      </a:r>
                      <a:endParaRPr lang="fr-FR" sz="1600" b="0" i="0" dirty="0">
                        <a:effectLst/>
                        <a:latin typeface="Work Sans"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7F7F7"/>
                    </a:solidFill>
                  </a:tcPr>
                </a:tc>
                <a:extLst>
                  <a:ext uri="{0D108BD9-81ED-4DB2-BD59-A6C34878D82A}">
                    <a16:rowId xmlns:a16="http://schemas.microsoft.com/office/drawing/2014/main" val="2718896053"/>
                  </a:ext>
                </a:extLst>
              </a:tr>
              <a:tr h="461621">
                <a:tc>
                  <a:txBody>
                    <a:bodyPr/>
                    <a:lstStyle/>
                    <a:p>
                      <a:pPr algn="just" rtl="0" fontAlgn="base">
                        <a:lnSpc>
                          <a:spcPts val="1538"/>
                        </a:lnSpc>
                        <a:spcAft>
                          <a:spcPts val="800"/>
                        </a:spcAft>
                        <a:buNone/>
                      </a:pPr>
                      <a:r>
                        <a:rPr lang="fr-FR" sz="1050" b="0" i="0" dirty="0">
                          <a:effectLst/>
                          <a:latin typeface="Work Sans" pitchFamily="2" charset="0"/>
                        </a:rPr>
                        <a:t>15h15 - 16h30 </a:t>
                      </a:r>
                      <a:endParaRPr lang="fr-FR" sz="1400" b="0" i="0" dirty="0">
                        <a:effectLst/>
                        <a:latin typeface="Work Sans"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E2841">
                        <a:lumMod val="10000"/>
                        <a:lumOff val="90000"/>
                      </a:srgbClr>
                    </a:solidFill>
                  </a:tcPr>
                </a:tc>
                <a:tc>
                  <a:txBody>
                    <a:bodyPr/>
                    <a:lstStyle/>
                    <a:p>
                      <a:pPr algn="just" rtl="0" fontAlgn="base">
                        <a:lnSpc>
                          <a:spcPts val="1538"/>
                        </a:lnSpc>
                        <a:spcAft>
                          <a:spcPts val="800"/>
                        </a:spcAft>
                        <a:buNone/>
                      </a:pPr>
                      <a:r>
                        <a:rPr lang="fr-FR" sz="1100" b="0" i="0" dirty="0">
                          <a:effectLst/>
                          <a:latin typeface="Work Sans" pitchFamily="2" charset="0"/>
                        </a:rPr>
                        <a:t>Atelier : feuille de route GRC </a:t>
                      </a:r>
                      <a:endParaRPr lang="fr-FR" sz="1600" b="0" i="0" dirty="0">
                        <a:effectLst/>
                        <a:latin typeface="Work Sans"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7F7F7"/>
                    </a:solidFill>
                  </a:tcPr>
                </a:tc>
                <a:extLst>
                  <a:ext uri="{0D108BD9-81ED-4DB2-BD59-A6C34878D82A}">
                    <a16:rowId xmlns:a16="http://schemas.microsoft.com/office/drawing/2014/main" val="2162216948"/>
                  </a:ext>
                </a:extLst>
              </a:tr>
              <a:tr h="461621">
                <a:tc>
                  <a:txBody>
                    <a:bodyPr/>
                    <a:lstStyle/>
                    <a:p>
                      <a:pPr algn="just" rtl="0" fontAlgn="base">
                        <a:lnSpc>
                          <a:spcPts val="1538"/>
                        </a:lnSpc>
                        <a:spcAft>
                          <a:spcPts val="800"/>
                        </a:spcAft>
                        <a:buNone/>
                      </a:pPr>
                      <a:r>
                        <a:rPr lang="fr-FR" sz="1050" b="0" i="0" dirty="0">
                          <a:effectLst/>
                          <a:latin typeface="Work Sans" pitchFamily="2" charset="0"/>
                        </a:rPr>
                        <a:t>16h30 - 17h00 </a:t>
                      </a:r>
                      <a:endParaRPr lang="fr-FR" sz="1400" b="0" i="0" dirty="0">
                        <a:effectLst/>
                        <a:latin typeface="Work Sans"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E2841">
                        <a:lumMod val="10000"/>
                        <a:lumOff val="90000"/>
                      </a:srgbClr>
                    </a:solidFill>
                  </a:tcPr>
                </a:tc>
                <a:tc>
                  <a:txBody>
                    <a:bodyPr/>
                    <a:lstStyle/>
                    <a:p>
                      <a:pPr algn="just" rtl="0" fontAlgn="base">
                        <a:lnSpc>
                          <a:spcPts val="1538"/>
                        </a:lnSpc>
                        <a:spcAft>
                          <a:spcPts val="800"/>
                        </a:spcAft>
                        <a:buNone/>
                      </a:pPr>
                      <a:r>
                        <a:rPr lang="fr-FR" sz="1100" b="0" i="0" dirty="0">
                          <a:effectLst/>
                          <a:latin typeface="Work Sans" pitchFamily="2" charset="0"/>
                        </a:rPr>
                        <a:t>Synthèse générale et recommandations </a:t>
                      </a:r>
                      <a:endParaRPr lang="fr-FR" sz="1600" b="0" i="0" dirty="0">
                        <a:effectLst/>
                        <a:latin typeface="Work Sans"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7F7F7"/>
                    </a:solidFill>
                  </a:tcPr>
                </a:tc>
                <a:extLst>
                  <a:ext uri="{0D108BD9-81ED-4DB2-BD59-A6C34878D82A}">
                    <a16:rowId xmlns:a16="http://schemas.microsoft.com/office/drawing/2014/main" val="2680157411"/>
                  </a:ext>
                </a:extLst>
              </a:tr>
              <a:tr h="270236">
                <a:tc>
                  <a:txBody>
                    <a:bodyPr/>
                    <a:lstStyle/>
                    <a:p>
                      <a:pPr algn="just" rtl="0" fontAlgn="base">
                        <a:lnSpc>
                          <a:spcPts val="1538"/>
                        </a:lnSpc>
                        <a:buNone/>
                      </a:pPr>
                      <a:r>
                        <a:rPr lang="fr-FR" sz="1050" b="0" i="0" dirty="0">
                          <a:effectLst/>
                          <a:latin typeface="Work Sans" pitchFamily="2" charset="0"/>
                        </a:rPr>
                        <a:t>19h30-20h30 </a:t>
                      </a:r>
                      <a:endParaRPr lang="fr-FR" sz="1400" b="0" i="0" dirty="0">
                        <a:effectLst/>
                        <a:latin typeface="Work Sans"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E2841">
                        <a:lumMod val="10000"/>
                        <a:lumOff val="90000"/>
                      </a:srgbClr>
                    </a:solidFill>
                  </a:tcPr>
                </a:tc>
                <a:tc>
                  <a:txBody>
                    <a:bodyPr/>
                    <a:lstStyle/>
                    <a:p>
                      <a:pPr algn="just" rtl="0" fontAlgn="base">
                        <a:lnSpc>
                          <a:spcPts val="1538"/>
                        </a:lnSpc>
                        <a:buNone/>
                      </a:pPr>
                      <a:r>
                        <a:rPr lang="fr-FR" sz="1100" b="0" i="0" dirty="0">
                          <a:effectLst/>
                          <a:latin typeface="Work Sans" pitchFamily="2" charset="0"/>
                        </a:rPr>
                        <a:t>Dîner </a:t>
                      </a:r>
                      <a:endParaRPr lang="fr-FR" sz="1600" b="0" i="0" dirty="0">
                        <a:effectLst/>
                        <a:latin typeface="Work Sans"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7F7F7"/>
                    </a:solidFill>
                  </a:tcPr>
                </a:tc>
                <a:extLst>
                  <a:ext uri="{0D108BD9-81ED-4DB2-BD59-A6C34878D82A}">
                    <a16:rowId xmlns:a16="http://schemas.microsoft.com/office/drawing/2014/main" val="1102699418"/>
                  </a:ext>
                </a:extLst>
              </a:tr>
              <a:tr h="270300">
                <a:tc gridSpan="2">
                  <a:txBody>
                    <a:bodyPr/>
                    <a:lstStyle/>
                    <a:p>
                      <a:pPr marL="0" algn="l" defTabSz="914400" rtl="0" eaLnBrk="1" fontAlgn="base" latinLnBrk="0" hangingPunct="1">
                        <a:lnSpc>
                          <a:spcPts val="1538"/>
                        </a:lnSpc>
                        <a:buNone/>
                      </a:pPr>
                      <a:r>
                        <a:rPr lang="fr-FR" sz="1100" b="1" i="0" kern="1200" dirty="0">
                          <a:solidFill>
                            <a:schemeClr val="bg1"/>
                          </a:solidFill>
                          <a:effectLst/>
                          <a:latin typeface="Work Sans" pitchFamily="2" charset="0"/>
                          <a:ea typeface="+mn-ea"/>
                          <a:cs typeface="+mn-cs"/>
                        </a:rPr>
                        <a:t>Samedi 11 avril 2026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50000"/>
                      </a:schemeClr>
                    </a:solidFill>
                  </a:tcPr>
                </a:tc>
                <a:tc hMerge="1">
                  <a:txBody>
                    <a:bodyPr/>
                    <a:lstStyle/>
                    <a:p>
                      <a:pPr algn="just" rtl="0" fontAlgn="base">
                        <a:lnSpc>
                          <a:spcPts val="1538"/>
                        </a:lnSpc>
                        <a:buNone/>
                      </a:pPr>
                      <a:endParaRPr lang="fr-FR" sz="1600" b="0" i="0" dirty="0">
                        <a:effectLst/>
                        <a:latin typeface="Work Sans"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7F7F7"/>
                    </a:solidFill>
                  </a:tcPr>
                </a:tc>
                <a:extLst>
                  <a:ext uri="{0D108BD9-81ED-4DB2-BD59-A6C34878D82A}">
                    <a16:rowId xmlns:a16="http://schemas.microsoft.com/office/drawing/2014/main" val="1704296936"/>
                  </a:ext>
                </a:extLst>
              </a:tr>
              <a:tr h="270236">
                <a:tc>
                  <a:txBody>
                    <a:bodyPr/>
                    <a:lstStyle/>
                    <a:p>
                      <a:pPr algn="just" rtl="0" fontAlgn="base">
                        <a:lnSpc>
                          <a:spcPts val="1538"/>
                        </a:lnSpc>
                        <a:buNone/>
                      </a:pPr>
                      <a:r>
                        <a:rPr lang="fr-FR" sz="1050" b="0" i="0" dirty="0">
                          <a:effectLst/>
                          <a:latin typeface="Work Sans" pitchFamily="2" charset="0"/>
                        </a:rPr>
                        <a:t>7h00- 9h00 </a:t>
                      </a:r>
                      <a:endParaRPr lang="fr-FR" sz="1400" b="0" i="0" dirty="0">
                        <a:effectLst/>
                        <a:latin typeface="Work Sans"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E2841">
                        <a:lumMod val="10000"/>
                        <a:lumOff val="90000"/>
                      </a:srgbClr>
                    </a:solidFill>
                  </a:tcPr>
                </a:tc>
                <a:tc>
                  <a:txBody>
                    <a:bodyPr/>
                    <a:lstStyle/>
                    <a:p>
                      <a:pPr algn="just" rtl="0" fontAlgn="base">
                        <a:lnSpc>
                          <a:spcPts val="1538"/>
                        </a:lnSpc>
                        <a:buNone/>
                      </a:pPr>
                      <a:r>
                        <a:rPr lang="fr-FR" sz="1100" b="0" i="0" dirty="0">
                          <a:effectLst/>
                          <a:latin typeface="Work Sans" pitchFamily="2" charset="0"/>
                        </a:rPr>
                        <a:t>Petit déjeuner </a:t>
                      </a:r>
                      <a:endParaRPr lang="fr-FR" sz="1600" b="0" i="0" dirty="0">
                        <a:effectLst/>
                        <a:latin typeface="Work Sans"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7F7F7"/>
                    </a:solidFill>
                  </a:tcPr>
                </a:tc>
                <a:extLst>
                  <a:ext uri="{0D108BD9-81ED-4DB2-BD59-A6C34878D82A}">
                    <a16:rowId xmlns:a16="http://schemas.microsoft.com/office/drawing/2014/main" val="2900634372"/>
                  </a:ext>
                </a:extLst>
              </a:tr>
              <a:tr h="270236">
                <a:tc>
                  <a:txBody>
                    <a:bodyPr/>
                    <a:lstStyle/>
                    <a:p>
                      <a:pPr algn="just" rtl="0" fontAlgn="base">
                        <a:lnSpc>
                          <a:spcPts val="1538"/>
                        </a:lnSpc>
                        <a:buNone/>
                      </a:pPr>
                      <a:r>
                        <a:rPr lang="fr-FR" sz="1050" b="0" i="0" dirty="0">
                          <a:effectLst/>
                          <a:latin typeface="Work Sans" pitchFamily="2" charset="0"/>
                        </a:rPr>
                        <a:t>9h00- 12h00 </a:t>
                      </a:r>
                      <a:endParaRPr lang="fr-FR" sz="1400" b="0" i="0" dirty="0">
                        <a:effectLst/>
                        <a:latin typeface="Work Sans"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E2841">
                        <a:lumMod val="10000"/>
                        <a:lumOff val="90000"/>
                      </a:srgbClr>
                    </a:solidFill>
                  </a:tcPr>
                </a:tc>
                <a:tc>
                  <a:txBody>
                    <a:bodyPr/>
                    <a:lstStyle/>
                    <a:p>
                      <a:pPr algn="just" rtl="0" fontAlgn="base">
                        <a:lnSpc>
                          <a:spcPts val="1538"/>
                        </a:lnSpc>
                        <a:buNone/>
                      </a:pPr>
                      <a:r>
                        <a:rPr lang="fr-FR" sz="1100" b="0" i="0" dirty="0">
                          <a:effectLst/>
                          <a:latin typeface="Work Sans" pitchFamily="2" charset="0"/>
                        </a:rPr>
                        <a:t>Départ des séminaristes </a:t>
                      </a:r>
                      <a:endParaRPr lang="fr-FR" sz="1600" b="0" i="0" dirty="0">
                        <a:effectLst/>
                        <a:latin typeface="Work Sans"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7F7F7"/>
                    </a:solidFill>
                  </a:tcPr>
                </a:tc>
                <a:extLst>
                  <a:ext uri="{0D108BD9-81ED-4DB2-BD59-A6C34878D82A}">
                    <a16:rowId xmlns:a16="http://schemas.microsoft.com/office/drawing/2014/main" val="1623982074"/>
                  </a:ext>
                </a:extLst>
              </a:tr>
            </a:tbl>
          </a:graphicData>
        </a:graphic>
      </p:graphicFrame>
    </p:spTree>
    <p:extLst>
      <p:ext uri="{BB962C8B-B14F-4D97-AF65-F5344CB8AC3E}">
        <p14:creationId xmlns:p14="http://schemas.microsoft.com/office/powerpoint/2010/main" val="28757213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83">
          <a:extLst>
            <a:ext uri="{FF2B5EF4-FFF2-40B4-BE49-F238E27FC236}">
              <a16:creationId xmlns:a16="http://schemas.microsoft.com/office/drawing/2014/main" id="{39791E4B-5FA1-9EF4-5167-1C8B50D963F8}"/>
            </a:ext>
          </a:extLst>
        </p:cNvPr>
        <p:cNvGrpSpPr/>
        <p:nvPr/>
      </p:nvGrpSpPr>
      <p:grpSpPr>
        <a:xfrm>
          <a:off x="0" y="0"/>
          <a:ext cx="0" cy="0"/>
          <a:chOff x="0" y="0"/>
          <a:chExt cx="0" cy="0"/>
        </a:xfrm>
      </p:grpSpPr>
      <p:sp>
        <p:nvSpPr>
          <p:cNvPr id="8" name="Oval 7">
            <a:extLst>
              <a:ext uri="{FF2B5EF4-FFF2-40B4-BE49-F238E27FC236}">
                <a16:creationId xmlns:a16="http://schemas.microsoft.com/office/drawing/2014/main" id="{C44B4AEB-C3CC-0D8B-F48C-921A0C10D656}"/>
              </a:ext>
            </a:extLst>
          </p:cNvPr>
          <p:cNvSpPr/>
          <p:nvPr/>
        </p:nvSpPr>
        <p:spPr>
          <a:xfrm>
            <a:off x="4051781" y="249275"/>
            <a:ext cx="273447" cy="277125"/>
          </a:xfrm>
          <a:prstGeom prst="ellipse">
            <a:avLst/>
          </a:prstGeom>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200" noProof="0" dirty="0">
              <a:latin typeface="Work Sans"/>
            </a:endParaRPr>
          </a:p>
        </p:txBody>
      </p:sp>
      <p:grpSp>
        <p:nvGrpSpPr>
          <p:cNvPr id="113" name="Google Shape;113;p13">
            <a:extLst>
              <a:ext uri="{FF2B5EF4-FFF2-40B4-BE49-F238E27FC236}">
                <a16:creationId xmlns:a16="http://schemas.microsoft.com/office/drawing/2014/main" id="{DEC30E50-E4A8-0594-CF7A-86C00C7AC313}"/>
              </a:ext>
            </a:extLst>
          </p:cNvPr>
          <p:cNvGrpSpPr/>
          <p:nvPr/>
        </p:nvGrpSpPr>
        <p:grpSpPr>
          <a:xfrm>
            <a:off x="3129032" y="633740"/>
            <a:ext cx="1105757" cy="67715"/>
            <a:chOff x="0" y="-9525"/>
            <a:chExt cx="436842" cy="26751"/>
          </a:xfrm>
        </p:grpSpPr>
        <p:sp>
          <p:nvSpPr>
            <p:cNvPr id="114" name="Google Shape;114;p13">
              <a:extLst>
                <a:ext uri="{FF2B5EF4-FFF2-40B4-BE49-F238E27FC236}">
                  <a16:creationId xmlns:a16="http://schemas.microsoft.com/office/drawing/2014/main" id="{F9535324-2AC6-82A4-D0C7-4B955771A3BC}"/>
                </a:ext>
              </a:extLst>
            </p:cNvPr>
            <p:cNvSpPr/>
            <p:nvPr/>
          </p:nvSpPr>
          <p:spPr>
            <a:xfrm>
              <a:off x="0" y="0"/>
              <a:ext cx="436842" cy="17226"/>
            </a:xfrm>
            <a:custGeom>
              <a:avLst/>
              <a:gdLst/>
              <a:ahLst/>
              <a:cxnLst/>
              <a:rect l="l" t="t" r="r" b="b"/>
              <a:pathLst>
                <a:path w="436842" h="17226" extrusionOk="0">
                  <a:moveTo>
                    <a:pt x="0" y="0"/>
                  </a:moveTo>
                  <a:lnTo>
                    <a:pt x="436842" y="0"/>
                  </a:lnTo>
                  <a:lnTo>
                    <a:pt x="436842" y="17226"/>
                  </a:lnTo>
                  <a:lnTo>
                    <a:pt x="0" y="17226"/>
                  </a:lnTo>
                  <a:close/>
                </a:path>
              </a:pathLst>
            </a:custGeom>
            <a:solidFill>
              <a:srgbClr val="7FC241"/>
            </a:solidFill>
            <a:ln>
              <a:noFill/>
            </a:ln>
          </p:spPr>
          <p:txBody>
            <a:bodyPr/>
            <a:lstStyle/>
            <a:p>
              <a:endParaRPr lang="fr-FR" sz="1200" noProof="0">
                <a:latin typeface="Work Sans"/>
              </a:endParaRPr>
            </a:p>
          </p:txBody>
        </p:sp>
        <p:sp>
          <p:nvSpPr>
            <p:cNvPr id="115" name="Google Shape;115;p13">
              <a:extLst>
                <a:ext uri="{FF2B5EF4-FFF2-40B4-BE49-F238E27FC236}">
                  <a16:creationId xmlns:a16="http://schemas.microsoft.com/office/drawing/2014/main" id="{D8ED03D6-32AE-55BC-C81E-75F93406AD07}"/>
                </a:ext>
              </a:extLst>
            </p:cNvPr>
            <p:cNvSpPr txBox="1"/>
            <p:nvPr/>
          </p:nvSpPr>
          <p:spPr>
            <a:xfrm>
              <a:off x="0" y="-9525"/>
              <a:ext cx="436842" cy="26751"/>
            </a:xfrm>
            <a:prstGeom prst="rect">
              <a:avLst/>
            </a:prstGeom>
            <a:noFill/>
            <a:ln>
              <a:noFill/>
            </a:ln>
          </p:spPr>
          <p:txBody>
            <a:bodyPr spcFirstLastPara="1" wrap="square" lIns="44824" tIns="44824" rIns="44824" bIns="44824" anchor="ctr" anchorCtr="0">
              <a:noAutofit/>
            </a:bodyPr>
            <a:lstStyle/>
            <a:p>
              <a:pPr algn="ctr">
                <a:lnSpc>
                  <a:spcPct val="80000"/>
                </a:lnSpc>
              </a:pPr>
              <a:endParaRPr lang="fr-FR" sz="1200" noProof="0">
                <a:solidFill>
                  <a:schemeClr val="dk1"/>
                </a:solidFill>
                <a:latin typeface="Work Sans"/>
                <a:ea typeface="Calibri"/>
                <a:cs typeface="Calibri"/>
                <a:sym typeface="Calibri"/>
              </a:endParaRPr>
            </a:p>
          </p:txBody>
        </p:sp>
      </p:grpSp>
      <p:sp>
        <p:nvSpPr>
          <p:cNvPr id="4" name="Google Shape;117;p13">
            <a:extLst>
              <a:ext uri="{FF2B5EF4-FFF2-40B4-BE49-F238E27FC236}">
                <a16:creationId xmlns:a16="http://schemas.microsoft.com/office/drawing/2014/main" id="{112B2365-17C9-BDA9-A8AC-B48C0694F84B}"/>
              </a:ext>
            </a:extLst>
          </p:cNvPr>
          <p:cNvSpPr txBox="1"/>
          <p:nvPr/>
        </p:nvSpPr>
        <p:spPr>
          <a:xfrm>
            <a:off x="255490" y="155641"/>
            <a:ext cx="6623222" cy="406265"/>
          </a:xfrm>
          <a:prstGeom prst="rect">
            <a:avLst/>
          </a:prstGeom>
          <a:noFill/>
          <a:ln>
            <a:noFill/>
          </a:ln>
        </p:spPr>
        <p:txBody>
          <a:bodyPr spcFirstLastPara="1" wrap="square" lIns="0" tIns="0" rIns="0" bIns="0" anchor="t" anchorCtr="0">
            <a:spAutoFit/>
          </a:bodyPr>
          <a:lstStyle/>
          <a:p>
            <a:pPr>
              <a:lnSpc>
                <a:spcPct val="109972"/>
              </a:lnSpc>
            </a:pPr>
            <a:r>
              <a:rPr lang="fr-FR" sz="2400" b="1" noProof="0" dirty="0">
                <a:solidFill>
                  <a:srgbClr val="7FC241"/>
                </a:solidFill>
                <a:latin typeface="Work Sans"/>
                <a:sym typeface="Work Sans"/>
              </a:rPr>
              <a:t>Notre équipe sur le sujet </a:t>
            </a:r>
            <a:endParaRPr lang="fr-FR" sz="2400" noProof="0" dirty="0">
              <a:solidFill>
                <a:srgbClr val="92D050"/>
              </a:solidFill>
              <a:latin typeface="Work Sans"/>
            </a:endParaRPr>
          </a:p>
        </p:txBody>
      </p:sp>
      <p:sp>
        <p:nvSpPr>
          <p:cNvPr id="2" name="Rectangle 1">
            <a:extLst>
              <a:ext uri="{FF2B5EF4-FFF2-40B4-BE49-F238E27FC236}">
                <a16:creationId xmlns:a16="http://schemas.microsoft.com/office/drawing/2014/main" id="{34A3AD3E-B185-85E6-DD3B-ABE7107A45C7}"/>
              </a:ext>
            </a:extLst>
          </p:cNvPr>
          <p:cNvSpPr/>
          <p:nvPr/>
        </p:nvSpPr>
        <p:spPr>
          <a:xfrm>
            <a:off x="0" y="2179191"/>
            <a:ext cx="12192000" cy="4678809"/>
          </a:xfrm>
          <a:prstGeom prst="rect">
            <a:avLst/>
          </a:prstGeom>
          <a:solidFill>
            <a:srgbClr val="043D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a:latin typeface="Work Sans"/>
            </a:endParaRPr>
          </a:p>
        </p:txBody>
      </p:sp>
      <p:pic>
        <p:nvPicPr>
          <p:cNvPr id="16" name="Google Shape;416;g296c4726689_0_0">
            <a:extLst>
              <a:ext uri="{FF2B5EF4-FFF2-40B4-BE49-F238E27FC236}">
                <a16:creationId xmlns:a16="http://schemas.microsoft.com/office/drawing/2014/main" id="{2DF5F5E8-DC4B-6116-8BDE-48EA6BD8D82F}"/>
              </a:ext>
            </a:extLst>
          </p:cNvPr>
          <p:cNvPicPr preferRelativeResize="0"/>
          <p:nvPr/>
        </p:nvPicPr>
        <p:blipFill>
          <a:blip r:embed="rId3">
            <a:extLst>
              <a:ext uri="{28A0092B-C50C-407E-A947-70E740481C1C}">
                <a14:useLocalDpi xmlns:a14="http://schemas.microsoft.com/office/drawing/2010/main" val="0"/>
              </a:ext>
            </a:extLst>
          </a:blip>
          <a:srcRect l="1233" r="1233"/>
          <a:stretch/>
        </p:blipFill>
        <p:spPr>
          <a:xfrm>
            <a:off x="5104043" y="1252937"/>
            <a:ext cx="1334963" cy="1308457"/>
          </a:xfrm>
          <a:prstGeom prst="ellipse">
            <a:avLst/>
          </a:prstGeom>
          <a:noFill/>
          <a:ln>
            <a:noFill/>
          </a:ln>
        </p:spPr>
      </p:pic>
      <p:pic>
        <p:nvPicPr>
          <p:cNvPr id="17" name="Google Shape;413;g296c4726689_0_0">
            <a:extLst>
              <a:ext uri="{FF2B5EF4-FFF2-40B4-BE49-F238E27FC236}">
                <a16:creationId xmlns:a16="http://schemas.microsoft.com/office/drawing/2014/main" id="{8878CC9A-7B8D-909A-6C13-A4D59199D22B}"/>
              </a:ext>
            </a:extLst>
          </p:cNvPr>
          <p:cNvPicPr preferRelativeResize="0"/>
          <p:nvPr/>
        </p:nvPicPr>
        <p:blipFill>
          <a:blip r:embed="rId4">
            <a:extLst>
              <a:ext uri="{28A0092B-C50C-407E-A947-70E740481C1C}">
                <a14:useLocalDpi xmlns:a14="http://schemas.microsoft.com/office/drawing/2010/main" val="0"/>
              </a:ext>
            </a:extLst>
          </a:blip>
          <a:srcRect t="3252" b="3252"/>
          <a:stretch/>
        </p:blipFill>
        <p:spPr>
          <a:xfrm>
            <a:off x="848999" y="1252938"/>
            <a:ext cx="1334963" cy="1308456"/>
          </a:xfrm>
          <a:prstGeom prst="ellipse">
            <a:avLst/>
          </a:prstGeom>
          <a:noFill/>
          <a:ln>
            <a:noFill/>
          </a:ln>
        </p:spPr>
      </p:pic>
      <p:pic>
        <p:nvPicPr>
          <p:cNvPr id="18" name="Image 17">
            <a:extLst>
              <a:ext uri="{FF2B5EF4-FFF2-40B4-BE49-F238E27FC236}">
                <a16:creationId xmlns:a16="http://schemas.microsoft.com/office/drawing/2014/main" id="{6862CDF6-F5CB-B3BE-339D-24DD9DB84A9D}"/>
              </a:ext>
            </a:extLst>
          </p:cNvPr>
          <p:cNvPicPr>
            <a:picLocks noChangeAspect="1"/>
          </p:cNvPicPr>
          <p:nvPr/>
        </p:nvPicPr>
        <p:blipFill>
          <a:blip r:embed="rId5">
            <a:extLst>
              <a:ext uri="{28A0092B-C50C-407E-A947-70E740481C1C}">
                <a14:useLocalDpi xmlns:a14="http://schemas.microsoft.com/office/drawing/2010/main" val="0"/>
              </a:ext>
            </a:extLst>
          </a:blip>
          <a:srcRect l="2431" r="2431"/>
          <a:stretch/>
        </p:blipFill>
        <p:spPr>
          <a:xfrm>
            <a:off x="9545281" y="1229702"/>
            <a:ext cx="1334963" cy="1334963"/>
          </a:xfrm>
          <a:prstGeom prst="ellipse">
            <a:avLst/>
          </a:prstGeom>
          <a:noFill/>
          <a:ln>
            <a:noFill/>
          </a:ln>
        </p:spPr>
      </p:pic>
      <p:sp>
        <p:nvSpPr>
          <p:cNvPr id="19" name="Google Shape;415;g296c4726689_0_0">
            <a:extLst>
              <a:ext uri="{FF2B5EF4-FFF2-40B4-BE49-F238E27FC236}">
                <a16:creationId xmlns:a16="http://schemas.microsoft.com/office/drawing/2014/main" id="{ADB19B98-904A-AF18-F5E5-6959A3AEC4CB}"/>
              </a:ext>
            </a:extLst>
          </p:cNvPr>
          <p:cNvSpPr txBox="1"/>
          <p:nvPr/>
        </p:nvSpPr>
        <p:spPr>
          <a:xfrm>
            <a:off x="562940" y="3529027"/>
            <a:ext cx="2502807" cy="2292895"/>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
                <a:srgbClr val="4472C4"/>
              </a:buClr>
              <a:buSzPts val="1800"/>
              <a:buFont typeface="Arial"/>
              <a:buNone/>
              <a:tabLst/>
              <a:defRPr/>
            </a:pPr>
            <a:r>
              <a:rPr kumimoji="0" lang="fr-FR" sz="1300" b="1" i="0" u="none" strike="noStrike" kern="0" cap="none" spc="0" normalizeH="0" baseline="0" noProof="0" dirty="0">
                <a:ln>
                  <a:noFill/>
                </a:ln>
                <a:solidFill>
                  <a:schemeClr val="bg1"/>
                </a:solidFill>
                <a:effectLst/>
                <a:uLnTx/>
                <a:uFillTx/>
                <a:latin typeface="Work Sans"/>
                <a:ea typeface="Work Sans"/>
                <a:cs typeface="Work Sans"/>
                <a:sym typeface="Work Sans"/>
              </a:rPr>
              <a:t>Compétences clés:</a:t>
            </a:r>
          </a:p>
          <a:p>
            <a:pPr marL="285750" marR="0" lvl="0" indent="-285750" algn="just" defTabSz="914400" fontAlgn="auto">
              <a:lnSpc>
                <a:spcPct val="100000"/>
              </a:lnSpc>
              <a:spcBef>
                <a:spcPts val="0"/>
              </a:spcBef>
              <a:spcAft>
                <a:spcPts val="0"/>
              </a:spcAft>
              <a:buClr>
                <a:schemeClr val="bg1"/>
              </a:buClr>
              <a:buSzPct val="90000"/>
              <a:buFont typeface="Wingdings" panose="05000000000000000000" pitchFamily="2" charset="2"/>
              <a:buChar char="q"/>
              <a:tabLst/>
              <a:defRPr/>
            </a:pPr>
            <a:r>
              <a:rPr lang="fr-FR" sz="1300" i="1" kern="0" noProof="0" dirty="0">
                <a:solidFill>
                  <a:schemeClr val="bg1"/>
                </a:solidFill>
                <a:latin typeface="Work Sans"/>
                <a:sym typeface="Work Sans"/>
              </a:rPr>
              <a:t>Pilotage financier et </a:t>
            </a:r>
            <a:r>
              <a:rPr lang="fr-FR" sz="1300" i="1" kern="0" noProof="0" dirty="0">
                <a:solidFill>
                  <a:srgbClr val="EAF2FA"/>
                </a:solidFill>
                <a:latin typeface="Work Sans"/>
                <a:sym typeface="Work Sans"/>
              </a:rPr>
              <a:t>comptable</a:t>
            </a:r>
            <a:endParaRPr lang="fr-FR" sz="1300" i="1" kern="0" noProof="0" dirty="0">
              <a:solidFill>
                <a:srgbClr val="EAF2FA"/>
              </a:solidFill>
              <a:latin typeface="Work Sans"/>
            </a:endParaRPr>
          </a:p>
          <a:p>
            <a:pPr marL="285750" marR="0" lvl="0" indent="-285750" algn="just" defTabSz="914400" fontAlgn="auto">
              <a:lnSpc>
                <a:spcPct val="100000"/>
              </a:lnSpc>
              <a:spcBef>
                <a:spcPts val="0"/>
              </a:spcBef>
              <a:spcAft>
                <a:spcPts val="0"/>
              </a:spcAft>
              <a:buClr>
                <a:schemeClr val="bg1"/>
              </a:buClr>
              <a:buSzPct val="90000"/>
              <a:buFont typeface="Wingdings" panose="05000000000000000000" pitchFamily="2" charset="2"/>
              <a:buChar char="q"/>
              <a:tabLst/>
              <a:defRPr/>
            </a:pPr>
            <a:r>
              <a:rPr lang="fr-FR" sz="1300" i="1" kern="0" noProof="0" dirty="0">
                <a:solidFill>
                  <a:srgbClr val="EAF2FA"/>
                </a:solidFill>
                <a:latin typeface="Work Sans"/>
                <a:sym typeface="Work Sans"/>
              </a:rPr>
              <a:t>Contrôle de gestion et performance</a:t>
            </a:r>
            <a:endParaRPr lang="fr-FR" sz="1300" i="1" kern="0" noProof="0" dirty="0">
              <a:solidFill>
                <a:srgbClr val="EAF2FA"/>
              </a:solidFill>
              <a:latin typeface="Work Sans"/>
            </a:endParaRPr>
          </a:p>
          <a:p>
            <a:pPr marL="285750" marR="0" lvl="0" indent="-285750" algn="just" defTabSz="914400" fontAlgn="auto">
              <a:lnSpc>
                <a:spcPct val="100000"/>
              </a:lnSpc>
              <a:spcBef>
                <a:spcPts val="0"/>
              </a:spcBef>
              <a:spcAft>
                <a:spcPts val="0"/>
              </a:spcAft>
              <a:buClr>
                <a:schemeClr val="bg1"/>
              </a:buClr>
              <a:buSzPct val="90000"/>
              <a:buFont typeface="Wingdings" panose="05000000000000000000" pitchFamily="2" charset="2"/>
              <a:buChar char="q"/>
              <a:tabLst/>
              <a:defRPr/>
            </a:pPr>
            <a:r>
              <a:rPr lang="fr-FR" sz="1300" i="1" kern="0" noProof="0" dirty="0">
                <a:solidFill>
                  <a:srgbClr val="EAF2FA"/>
                </a:solidFill>
                <a:latin typeface="Work Sans"/>
                <a:sym typeface="Work Sans"/>
              </a:rPr>
              <a:t>Consolidation financière</a:t>
            </a:r>
          </a:p>
          <a:p>
            <a:pPr marR="0" lvl="0" algn="just" defTabSz="914400" fontAlgn="auto">
              <a:lnSpc>
                <a:spcPct val="100000"/>
              </a:lnSpc>
              <a:spcBef>
                <a:spcPts val="0"/>
              </a:spcBef>
              <a:spcAft>
                <a:spcPts val="0"/>
              </a:spcAft>
              <a:buClr>
                <a:schemeClr val="bg1"/>
              </a:buClr>
              <a:buSzPct val="90000"/>
              <a:tabLst/>
              <a:defRPr/>
            </a:pPr>
            <a:endParaRPr lang="fr-FR" sz="1300" i="1" kern="0" noProof="0" dirty="0">
              <a:solidFill>
                <a:srgbClr val="EAF2FA"/>
              </a:solidFill>
              <a:latin typeface="Work Sans"/>
            </a:endParaRPr>
          </a:p>
          <a:p>
            <a:pPr marL="0" marR="0" lvl="0" indent="0" algn="ctr" defTabSz="914400" rtl="0" eaLnBrk="1" fontAlgn="auto" latinLnBrk="0" hangingPunct="1">
              <a:lnSpc>
                <a:spcPct val="100000"/>
              </a:lnSpc>
              <a:spcBef>
                <a:spcPts val="0"/>
              </a:spcBef>
              <a:spcAft>
                <a:spcPts val="0"/>
              </a:spcAft>
              <a:buClr>
                <a:srgbClr val="4472C4"/>
              </a:buClr>
              <a:buSzPts val="1800"/>
              <a:buFont typeface="Arial"/>
              <a:buNone/>
              <a:tabLst/>
              <a:defRPr/>
            </a:pPr>
            <a:r>
              <a:rPr kumimoji="0" lang="fr-FR" sz="1300" b="1" i="1" u="none" strike="noStrike" kern="0" cap="none" spc="0" normalizeH="0" baseline="0" noProof="0" dirty="0">
                <a:ln>
                  <a:noFill/>
                </a:ln>
                <a:solidFill>
                  <a:srgbClr val="EAF2FA"/>
                </a:solidFill>
                <a:effectLst/>
                <a:uLnTx/>
                <a:uFillTx/>
                <a:latin typeface="Work Sans"/>
                <a:ea typeface="Work Sans"/>
                <a:cs typeface="Work Sans"/>
                <a:sym typeface="Work Sans"/>
              </a:rPr>
              <a:t>Références clés :</a:t>
            </a:r>
            <a:endParaRPr lang="fr-FR" sz="1300" b="1" i="1" u="none" strike="noStrike" kern="0" cap="none" spc="0" normalizeH="0" baseline="0" noProof="0" dirty="0">
              <a:ln>
                <a:noFill/>
              </a:ln>
              <a:solidFill>
                <a:srgbClr val="EAF2FA"/>
              </a:solidFill>
              <a:effectLst/>
              <a:uLnTx/>
              <a:uFillTx/>
              <a:latin typeface="Work Sans"/>
              <a:ea typeface="Work Sans"/>
              <a:cs typeface="Work Sans"/>
            </a:endParaRPr>
          </a:p>
          <a:p>
            <a:pPr algn="just" defTabSz="914400">
              <a:buClr>
                <a:srgbClr val="4472C4"/>
              </a:buClr>
              <a:buSzPts val="1800"/>
              <a:defRPr/>
            </a:pPr>
            <a:r>
              <a:rPr kumimoji="0" lang="fr-FR" sz="1300" i="1" u="none" strike="noStrike" kern="0" cap="none" spc="0" normalizeH="0" baseline="0" noProof="0" dirty="0" err="1">
                <a:ln>
                  <a:noFill/>
                </a:ln>
                <a:solidFill>
                  <a:srgbClr val="EAF2FA"/>
                </a:solidFill>
                <a:effectLst/>
                <a:uLnTx/>
                <a:uFillTx/>
                <a:latin typeface="Work Sans"/>
                <a:ea typeface="Work Sans"/>
                <a:cs typeface="Work Sans"/>
                <a:sym typeface="Work Sans"/>
              </a:rPr>
              <a:t>Kuyo</a:t>
            </a:r>
            <a:r>
              <a:rPr kumimoji="0" lang="fr-FR" sz="1300" i="1" u="none" strike="noStrike" kern="0" cap="none" spc="0" normalizeH="0" baseline="0" noProof="0" dirty="0">
                <a:ln>
                  <a:noFill/>
                </a:ln>
                <a:solidFill>
                  <a:srgbClr val="EAF2FA"/>
                </a:solidFill>
                <a:effectLst/>
                <a:uLnTx/>
                <a:uFillTx/>
                <a:latin typeface="Work Sans"/>
                <a:ea typeface="Work Sans"/>
                <a:cs typeface="Work Sans"/>
                <a:sym typeface="Work Sans"/>
              </a:rPr>
              <a:t> Pipeline, </a:t>
            </a:r>
            <a:r>
              <a:rPr lang="fr-FR" sz="1300" i="1" kern="0" dirty="0" err="1">
                <a:solidFill>
                  <a:srgbClr val="EAF2FA"/>
                </a:solidFill>
                <a:latin typeface="Work Sans"/>
                <a:ea typeface="Work Sans"/>
                <a:cs typeface="Work Sans"/>
                <a:sym typeface="Work Sans"/>
              </a:rPr>
              <a:t>Petroci</a:t>
            </a:r>
            <a:r>
              <a:rPr lang="fr-FR" sz="1300" i="1" kern="0" dirty="0">
                <a:solidFill>
                  <a:srgbClr val="EAF2FA"/>
                </a:solidFill>
                <a:latin typeface="Work Sans"/>
                <a:ea typeface="Work Sans"/>
                <a:cs typeface="Work Sans"/>
                <a:sym typeface="Work Sans"/>
              </a:rPr>
              <a:t>, </a:t>
            </a:r>
            <a:r>
              <a:rPr lang="fr-FR" sz="1300" i="1" kern="0" dirty="0" err="1">
                <a:solidFill>
                  <a:srgbClr val="EAF2FA"/>
                </a:solidFill>
                <a:latin typeface="Work Sans"/>
                <a:ea typeface="Work Sans"/>
                <a:cs typeface="Work Sans"/>
                <a:sym typeface="Work Sans"/>
              </a:rPr>
              <a:t>Petroci</a:t>
            </a:r>
            <a:r>
              <a:rPr lang="fr-FR" sz="1300" i="1" kern="0" dirty="0">
                <a:solidFill>
                  <a:srgbClr val="EAF2FA"/>
                </a:solidFill>
                <a:latin typeface="Work Sans"/>
                <a:ea typeface="Work Sans"/>
                <a:cs typeface="Work Sans"/>
                <a:sym typeface="Work Sans"/>
              </a:rPr>
              <a:t> CI11, Oryx Energies CI, SIR, </a:t>
            </a:r>
            <a:r>
              <a:rPr lang="fr-FR" sz="1300" i="1" kern="0" dirty="0" err="1">
                <a:solidFill>
                  <a:srgbClr val="EAF2FA"/>
                </a:solidFill>
                <a:latin typeface="Work Sans"/>
                <a:ea typeface="Work Sans"/>
                <a:cs typeface="Work Sans"/>
                <a:sym typeface="Work Sans"/>
              </a:rPr>
              <a:t>Gestoci</a:t>
            </a:r>
            <a:endParaRPr lang="fr-FR" sz="1300" i="1" u="none" strike="noStrike" kern="0" cap="none" spc="0" normalizeH="0" baseline="0" noProof="0" dirty="0" err="1">
              <a:ln>
                <a:noFill/>
              </a:ln>
              <a:solidFill>
                <a:srgbClr val="EAF2FA"/>
              </a:solidFill>
              <a:effectLst/>
              <a:uLnTx/>
              <a:uFillTx/>
              <a:latin typeface="Work Sans"/>
              <a:ea typeface="Work Sans"/>
              <a:cs typeface="Work Sans"/>
            </a:endParaRPr>
          </a:p>
        </p:txBody>
      </p:sp>
      <p:sp>
        <p:nvSpPr>
          <p:cNvPr id="20" name="Google Shape;415;g296c4726689_0_0">
            <a:extLst>
              <a:ext uri="{FF2B5EF4-FFF2-40B4-BE49-F238E27FC236}">
                <a16:creationId xmlns:a16="http://schemas.microsoft.com/office/drawing/2014/main" id="{0B03F1B4-8AF3-2519-CEE3-8C5876E5A411}"/>
              </a:ext>
            </a:extLst>
          </p:cNvPr>
          <p:cNvSpPr txBox="1"/>
          <p:nvPr/>
        </p:nvSpPr>
        <p:spPr>
          <a:xfrm>
            <a:off x="606145" y="2619787"/>
            <a:ext cx="2151263" cy="738623"/>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
                <a:srgbClr val="4472C4"/>
              </a:buClr>
              <a:buSzPts val="1800"/>
              <a:buFont typeface="Arial"/>
              <a:buNone/>
              <a:tabLst/>
              <a:defRPr/>
            </a:pPr>
            <a:r>
              <a:rPr kumimoji="0" lang="fr-FR" sz="1400" b="1" i="0" u="none" strike="noStrike" kern="0" cap="none" spc="0" normalizeH="0" baseline="0" noProof="0" dirty="0">
                <a:ln>
                  <a:noFill/>
                </a:ln>
                <a:solidFill>
                  <a:schemeClr val="bg1"/>
                </a:solidFill>
                <a:effectLst/>
                <a:uLnTx/>
                <a:uFillTx/>
                <a:latin typeface="Work Sans "/>
                <a:ea typeface="Work Sans"/>
                <a:cs typeface="Work Sans"/>
                <a:sym typeface="Work Sans"/>
              </a:rPr>
              <a:t>Yves DODO, Expert Comptable </a:t>
            </a:r>
            <a:endParaRPr lang="fr-FR" sz="1400" b="1" i="0" u="none" strike="noStrike" kern="0" cap="none" spc="0" normalizeH="0" baseline="0" noProof="0" dirty="0">
              <a:ln>
                <a:noFill/>
              </a:ln>
              <a:solidFill>
                <a:schemeClr val="bg1"/>
              </a:solidFill>
              <a:effectLst/>
              <a:uLnTx/>
              <a:uFillTx/>
              <a:latin typeface="Work Sans "/>
              <a:ea typeface="Work Sans"/>
              <a:cs typeface="Work Sans"/>
            </a:endParaRPr>
          </a:p>
          <a:p>
            <a:pPr marL="0" marR="0" lvl="0" indent="0" algn="ctr" defTabSz="914400" rtl="0" eaLnBrk="1" fontAlgn="auto" latinLnBrk="0" hangingPunct="1">
              <a:lnSpc>
                <a:spcPct val="100000"/>
              </a:lnSpc>
              <a:spcBef>
                <a:spcPts val="0"/>
              </a:spcBef>
              <a:spcAft>
                <a:spcPts val="0"/>
              </a:spcAft>
              <a:buClr>
                <a:srgbClr val="4472C4"/>
              </a:buClr>
              <a:buSzPts val="1800"/>
              <a:buFont typeface="Arial"/>
              <a:buNone/>
              <a:tabLst/>
              <a:defRPr/>
            </a:pPr>
            <a:r>
              <a:rPr kumimoji="0" lang="fr-FR" sz="1400" b="1" i="0" u="none" strike="noStrike" kern="0" cap="none" spc="0" normalizeH="0" baseline="0" noProof="0" dirty="0">
                <a:ln>
                  <a:noFill/>
                </a:ln>
                <a:solidFill>
                  <a:schemeClr val="bg1"/>
                </a:solidFill>
                <a:effectLst/>
                <a:uLnTx/>
                <a:uFillTx/>
                <a:latin typeface="Work Sans "/>
                <a:ea typeface="Work Sans"/>
                <a:cs typeface="Work Sans"/>
                <a:sym typeface="Work Sans"/>
              </a:rPr>
              <a:t>+ </a:t>
            </a:r>
            <a:r>
              <a:rPr lang="fr-FR" sz="1400" b="1" kern="0" dirty="0">
                <a:solidFill>
                  <a:schemeClr val="bg1"/>
                </a:solidFill>
                <a:latin typeface="Work Sans "/>
                <a:ea typeface="Work Sans"/>
                <a:cs typeface="Work Sans"/>
                <a:sym typeface="Work Sans"/>
              </a:rPr>
              <a:t>17</a:t>
            </a:r>
            <a:r>
              <a:rPr kumimoji="0" lang="fr-FR" sz="1400" b="1" i="0" u="none" strike="noStrike" kern="0" cap="none" spc="0" normalizeH="0" baseline="0" noProof="0" dirty="0">
                <a:ln>
                  <a:noFill/>
                </a:ln>
                <a:solidFill>
                  <a:schemeClr val="bg1"/>
                </a:solidFill>
                <a:effectLst/>
                <a:uLnTx/>
                <a:uFillTx/>
                <a:latin typeface="Work Sans "/>
                <a:ea typeface="Work Sans"/>
                <a:cs typeface="Work Sans"/>
                <a:sym typeface="Work Sans"/>
              </a:rPr>
              <a:t> ans d’expérience</a:t>
            </a:r>
            <a:endParaRPr kumimoji="0" lang="fr-FR" sz="1400" b="0" i="0" u="none" strike="noStrike" kern="0" cap="none" spc="0" normalizeH="0" baseline="0" noProof="0" dirty="0">
              <a:ln>
                <a:noFill/>
              </a:ln>
              <a:solidFill>
                <a:schemeClr val="bg1"/>
              </a:solidFill>
              <a:effectLst/>
              <a:uLnTx/>
              <a:uFillTx/>
              <a:latin typeface="Work Sans "/>
              <a:ea typeface="Work Sans"/>
              <a:cs typeface="Work Sans"/>
              <a:sym typeface="Work Sans"/>
            </a:endParaRPr>
          </a:p>
        </p:txBody>
      </p:sp>
      <p:sp>
        <p:nvSpPr>
          <p:cNvPr id="21" name="Google Shape;415;g296c4726689_0_0">
            <a:extLst>
              <a:ext uri="{FF2B5EF4-FFF2-40B4-BE49-F238E27FC236}">
                <a16:creationId xmlns:a16="http://schemas.microsoft.com/office/drawing/2014/main" id="{1BB93961-B51F-C865-9DB9-B8C7C9E9A1D4}"/>
              </a:ext>
            </a:extLst>
          </p:cNvPr>
          <p:cNvSpPr txBox="1"/>
          <p:nvPr/>
        </p:nvSpPr>
        <p:spPr>
          <a:xfrm>
            <a:off x="4577508" y="2691812"/>
            <a:ext cx="2986311" cy="738623"/>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
                <a:srgbClr val="4472C4"/>
              </a:buClr>
              <a:buSzPts val="1800"/>
              <a:buFont typeface="Arial"/>
              <a:buNone/>
              <a:tabLst/>
              <a:defRPr/>
            </a:pPr>
            <a:r>
              <a:rPr kumimoji="0" lang="fr-FR" sz="1400" b="1" i="0" u="none" strike="noStrike" kern="0" cap="none" spc="0" normalizeH="0" baseline="0" noProof="0" dirty="0">
                <a:ln>
                  <a:noFill/>
                </a:ln>
                <a:solidFill>
                  <a:schemeClr val="bg1"/>
                </a:solidFill>
                <a:effectLst/>
                <a:uLnTx/>
                <a:uFillTx/>
                <a:latin typeface="Work Sans "/>
                <a:ea typeface="Work Sans"/>
                <a:cs typeface="Work Sans"/>
                <a:sym typeface="Work Sans"/>
              </a:rPr>
              <a:t>Georges YAO-YAO, Expert Comptable </a:t>
            </a:r>
            <a:endParaRPr kumimoji="0" lang="fr-FR" sz="1400" b="0" i="0" u="none" strike="noStrike" kern="0" cap="none" spc="0" normalizeH="0" baseline="0" noProof="0" dirty="0">
              <a:ln>
                <a:noFill/>
              </a:ln>
              <a:solidFill>
                <a:schemeClr val="bg1"/>
              </a:solidFill>
              <a:effectLst/>
              <a:uLnTx/>
              <a:uFillTx/>
              <a:latin typeface="Work Sans "/>
              <a:cs typeface="Arial"/>
              <a:sym typeface="Arial"/>
            </a:endParaRPr>
          </a:p>
          <a:p>
            <a:pPr marL="0" marR="0" lvl="0" indent="0" algn="ctr" defTabSz="914400" rtl="0" eaLnBrk="1" fontAlgn="auto" latinLnBrk="0" hangingPunct="1">
              <a:lnSpc>
                <a:spcPct val="100000"/>
              </a:lnSpc>
              <a:spcBef>
                <a:spcPts val="0"/>
              </a:spcBef>
              <a:spcAft>
                <a:spcPts val="0"/>
              </a:spcAft>
              <a:buClr>
                <a:srgbClr val="4472C4"/>
              </a:buClr>
              <a:buSzPts val="1800"/>
              <a:buFont typeface="Arial"/>
              <a:buNone/>
              <a:tabLst/>
              <a:defRPr/>
            </a:pPr>
            <a:r>
              <a:rPr kumimoji="0" lang="fr-FR" sz="1400" b="1" i="0" u="none" strike="noStrike" kern="0" cap="none" spc="0" normalizeH="0" baseline="0" noProof="0" dirty="0">
                <a:ln>
                  <a:noFill/>
                </a:ln>
                <a:solidFill>
                  <a:schemeClr val="bg1"/>
                </a:solidFill>
                <a:effectLst/>
                <a:uLnTx/>
                <a:uFillTx/>
                <a:latin typeface="Work Sans "/>
                <a:ea typeface="Work Sans"/>
                <a:cs typeface="Work Sans"/>
                <a:sym typeface="Work Sans"/>
              </a:rPr>
              <a:t>+ </a:t>
            </a:r>
            <a:r>
              <a:rPr lang="fr-FR" sz="1400" b="1" kern="0" dirty="0">
                <a:solidFill>
                  <a:schemeClr val="bg1"/>
                </a:solidFill>
                <a:latin typeface="Work Sans "/>
                <a:ea typeface="Work Sans"/>
                <a:cs typeface="Work Sans"/>
                <a:sym typeface="Work Sans"/>
              </a:rPr>
              <a:t>24</a:t>
            </a:r>
            <a:r>
              <a:rPr kumimoji="0" lang="fr-FR" sz="1400" b="1" i="0" u="none" strike="noStrike" kern="0" cap="none" spc="0" normalizeH="0" baseline="0" noProof="0" dirty="0">
                <a:ln>
                  <a:noFill/>
                </a:ln>
                <a:solidFill>
                  <a:schemeClr val="bg1"/>
                </a:solidFill>
                <a:effectLst/>
                <a:uLnTx/>
                <a:uFillTx/>
                <a:latin typeface="Work Sans "/>
                <a:ea typeface="Work Sans"/>
                <a:cs typeface="Work Sans"/>
                <a:sym typeface="Work Sans"/>
              </a:rPr>
              <a:t> ans d’expérience</a:t>
            </a:r>
            <a:endParaRPr kumimoji="0" lang="fr-FR" sz="1400" b="0" i="0" u="none" strike="noStrike" kern="0" cap="none" spc="0" normalizeH="0" baseline="0" noProof="0" dirty="0">
              <a:ln>
                <a:noFill/>
              </a:ln>
              <a:solidFill>
                <a:schemeClr val="bg1"/>
              </a:solidFill>
              <a:effectLst/>
              <a:uLnTx/>
              <a:uFillTx/>
              <a:latin typeface="Work Sans "/>
              <a:ea typeface="Work Sans"/>
              <a:cs typeface="Work Sans"/>
              <a:sym typeface="Work Sans"/>
            </a:endParaRPr>
          </a:p>
        </p:txBody>
      </p:sp>
      <p:sp>
        <p:nvSpPr>
          <p:cNvPr id="22" name="Google Shape;415;g296c4726689_0_0">
            <a:extLst>
              <a:ext uri="{FF2B5EF4-FFF2-40B4-BE49-F238E27FC236}">
                <a16:creationId xmlns:a16="http://schemas.microsoft.com/office/drawing/2014/main" id="{E89308A5-901F-0167-1F7D-0509FC8C468F}"/>
              </a:ext>
            </a:extLst>
          </p:cNvPr>
          <p:cNvSpPr txBox="1"/>
          <p:nvPr/>
        </p:nvSpPr>
        <p:spPr>
          <a:xfrm>
            <a:off x="4748095" y="3427274"/>
            <a:ext cx="2590528" cy="249295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
                <a:srgbClr val="4472C4"/>
              </a:buClr>
              <a:buSzPts val="1800"/>
              <a:buFont typeface="Arial"/>
              <a:buNone/>
              <a:tabLst/>
              <a:defRPr/>
            </a:pPr>
            <a:endParaRPr kumimoji="0" lang="fr-FR" sz="1300" b="1" i="0" u="none" strike="noStrike" kern="0" cap="none" spc="0" normalizeH="0" baseline="0" noProof="0" dirty="0">
              <a:ln>
                <a:noFill/>
              </a:ln>
              <a:solidFill>
                <a:srgbClr val="EAF2FA"/>
              </a:solidFill>
              <a:effectLst/>
              <a:uLnTx/>
              <a:uFillTx/>
              <a:latin typeface="Work Sans"/>
              <a:ea typeface="Work Sans"/>
              <a:cs typeface="Work Sans"/>
              <a:sym typeface="Work Sans"/>
            </a:endParaRPr>
          </a:p>
          <a:p>
            <a:pPr marL="0" marR="0" lvl="0" indent="0" algn="ctr" defTabSz="914400" rtl="0" eaLnBrk="1" fontAlgn="auto" latinLnBrk="0" hangingPunct="1">
              <a:lnSpc>
                <a:spcPct val="100000"/>
              </a:lnSpc>
              <a:spcBef>
                <a:spcPts val="0"/>
              </a:spcBef>
              <a:spcAft>
                <a:spcPts val="0"/>
              </a:spcAft>
              <a:buClr>
                <a:srgbClr val="4472C4"/>
              </a:buClr>
              <a:buSzPts val="1800"/>
              <a:buFont typeface="Arial"/>
              <a:buNone/>
              <a:tabLst/>
              <a:defRPr/>
            </a:pPr>
            <a:r>
              <a:rPr kumimoji="0" lang="fr-FR" sz="1300" b="1" i="0" u="none" strike="noStrike" kern="0" cap="none" spc="0" normalizeH="0" baseline="0" noProof="0" dirty="0">
                <a:ln>
                  <a:noFill/>
                </a:ln>
                <a:solidFill>
                  <a:srgbClr val="EAF2FA"/>
                </a:solidFill>
                <a:effectLst/>
                <a:uLnTx/>
                <a:uFillTx/>
                <a:latin typeface="Work Sans"/>
                <a:ea typeface="Work Sans"/>
                <a:cs typeface="Work Sans"/>
                <a:sym typeface="Work Sans"/>
              </a:rPr>
              <a:t>Compétences clés: </a:t>
            </a:r>
            <a:endParaRPr kumimoji="0" lang="fr-FR" sz="1300" i="0" u="none" strike="noStrike" kern="0" cap="none" spc="0" normalizeH="0" baseline="0" noProof="0" dirty="0">
              <a:ln>
                <a:noFill/>
              </a:ln>
              <a:solidFill>
                <a:srgbClr val="EAF2FA"/>
              </a:solidFill>
              <a:effectLst/>
              <a:uLnTx/>
              <a:uFillTx/>
              <a:latin typeface="Work Sans"/>
              <a:ea typeface="Work Sans"/>
              <a:cs typeface="Work Sans"/>
              <a:sym typeface="Work Sans"/>
            </a:endParaRPr>
          </a:p>
          <a:p>
            <a:pPr marL="285750" indent="-285750" algn="just" defTabSz="914400">
              <a:buClr>
                <a:schemeClr val="bg1"/>
              </a:buClr>
              <a:buSzPct val="90000"/>
              <a:buFont typeface="Wingdings" panose="05000000000000000000" pitchFamily="2" charset="2"/>
              <a:buChar char="q"/>
              <a:defRPr/>
            </a:pPr>
            <a:r>
              <a:rPr lang="fr-FR" sz="1300" kern="0" noProof="0" dirty="0">
                <a:solidFill>
                  <a:srgbClr val="EAF2FA"/>
                </a:solidFill>
                <a:latin typeface="Work Sans"/>
                <a:sym typeface="Work Sans"/>
              </a:rPr>
              <a:t>Gestion des Risques &amp; Qualité</a:t>
            </a:r>
          </a:p>
          <a:p>
            <a:pPr marL="285750" indent="-285750" algn="just" defTabSz="914400">
              <a:buClr>
                <a:schemeClr val="bg1"/>
              </a:buClr>
              <a:buSzPct val="90000"/>
              <a:buFont typeface="Wingdings" panose="05000000000000000000" pitchFamily="2" charset="2"/>
              <a:buChar char="q"/>
              <a:defRPr/>
            </a:pPr>
            <a:r>
              <a:rPr lang="fr-FR" sz="1300" kern="0" noProof="0" dirty="0">
                <a:solidFill>
                  <a:srgbClr val="EAF2FA"/>
                </a:solidFill>
                <a:latin typeface="Work Sans"/>
                <a:sym typeface="Work Sans"/>
              </a:rPr>
              <a:t>Audit stratégique et gouvernance</a:t>
            </a:r>
          </a:p>
          <a:p>
            <a:pPr marL="171450" indent="-171450" algn="just" defTabSz="914400">
              <a:buClr>
                <a:schemeClr val="tx1"/>
              </a:buClr>
              <a:buSzPct val="90000"/>
              <a:buFont typeface="Wingdings" panose="05000000000000000000" pitchFamily="2" charset="2"/>
              <a:buChar char="ü"/>
              <a:defRPr/>
            </a:pPr>
            <a:endParaRPr lang="fr-FR" sz="1300" kern="0" noProof="0" dirty="0">
              <a:solidFill>
                <a:srgbClr val="EAF2FA"/>
              </a:solidFill>
              <a:latin typeface="Work Sans"/>
              <a:sym typeface="Work Sans"/>
            </a:endParaRPr>
          </a:p>
          <a:p>
            <a:pPr marL="0" marR="0" lvl="0" indent="0" algn="ctr" defTabSz="914400" rtl="0" eaLnBrk="1" fontAlgn="auto" latinLnBrk="0" hangingPunct="1">
              <a:lnSpc>
                <a:spcPct val="100000"/>
              </a:lnSpc>
              <a:spcBef>
                <a:spcPts val="0"/>
              </a:spcBef>
              <a:spcAft>
                <a:spcPts val="0"/>
              </a:spcAft>
              <a:buClr>
                <a:srgbClr val="4472C4"/>
              </a:buClr>
              <a:buSzPts val="1800"/>
              <a:buFont typeface="Arial"/>
              <a:buNone/>
              <a:tabLst/>
              <a:defRPr/>
            </a:pPr>
            <a:r>
              <a:rPr kumimoji="0" lang="fr-FR" sz="1300" b="1" i="0" u="none" strike="noStrike" kern="0" cap="none" spc="0" normalizeH="0" baseline="0" noProof="0" dirty="0">
                <a:ln>
                  <a:noFill/>
                </a:ln>
                <a:solidFill>
                  <a:srgbClr val="EAF2FA"/>
                </a:solidFill>
                <a:effectLst/>
                <a:uLnTx/>
                <a:uFillTx/>
                <a:latin typeface="Work Sans"/>
                <a:ea typeface="Work Sans"/>
                <a:cs typeface="Work Sans"/>
                <a:sym typeface="Work Sans"/>
              </a:rPr>
              <a:t>Références clés :</a:t>
            </a:r>
          </a:p>
          <a:p>
            <a:pPr lvl="0" algn="just" defTabSz="914400">
              <a:buClr>
                <a:srgbClr val="4472C4"/>
              </a:buClr>
              <a:buSzPts val="1800"/>
              <a:defRPr/>
            </a:pPr>
            <a:r>
              <a:rPr kumimoji="0" lang="fr-FR" sz="1300" i="0" u="none" strike="noStrike" kern="0" cap="none" spc="0" normalizeH="0" baseline="0" noProof="0" dirty="0" err="1">
                <a:ln>
                  <a:noFill/>
                </a:ln>
                <a:solidFill>
                  <a:srgbClr val="EAF2FA"/>
                </a:solidFill>
                <a:effectLst/>
                <a:uLnTx/>
                <a:uFillTx/>
                <a:latin typeface="Work Sans"/>
                <a:ea typeface="Work Sans"/>
                <a:cs typeface="Work Sans"/>
                <a:sym typeface="Work Sans"/>
              </a:rPr>
              <a:t>Petroci</a:t>
            </a:r>
            <a:r>
              <a:rPr kumimoji="0" lang="fr-FR" sz="1300" i="0" u="none" strike="noStrike" kern="0" cap="none" spc="0" normalizeH="0" baseline="0" noProof="0" dirty="0">
                <a:ln>
                  <a:noFill/>
                </a:ln>
                <a:solidFill>
                  <a:srgbClr val="EAF2FA"/>
                </a:solidFill>
                <a:effectLst/>
                <a:uLnTx/>
                <a:uFillTx/>
                <a:latin typeface="Work Sans"/>
                <a:ea typeface="Work Sans"/>
                <a:cs typeface="Work Sans"/>
                <a:sym typeface="Work Sans"/>
              </a:rPr>
              <a:t> Holding, </a:t>
            </a:r>
            <a:r>
              <a:rPr kumimoji="0" lang="fr-FR" sz="1300" i="0" u="none" strike="noStrike" kern="0" cap="none" spc="0" normalizeH="0" baseline="0" noProof="0" dirty="0" err="1">
                <a:ln>
                  <a:noFill/>
                </a:ln>
                <a:solidFill>
                  <a:srgbClr val="EAF2FA"/>
                </a:solidFill>
                <a:effectLst/>
                <a:uLnTx/>
                <a:uFillTx/>
                <a:latin typeface="Work Sans"/>
                <a:ea typeface="Work Sans"/>
                <a:cs typeface="Work Sans"/>
                <a:sym typeface="Work Sans"/>
              </a:rPr>
              <a:t>Petroci</a:t>
            </a:r>
            <a:r>
              <a:rPr kumimoji="0" lang="fr-FR" sz="1300" i="0" u="none" strike="noStrike" kern="0" cap="none" spc="0" normalizeH="0" baseline="0" noProof="0" dirty="0">
                <a:ln>
                  <a:noFill/>
                </a:ln>
                <a:solidFill>
                  <a:srgbClr val="EAF2FA"/>
                </a:solidFill>
                <a:effectLst/>
                <a:uLnTx/>
                <a:uFillTx/>
                <a:latin typeface="Work Sans"/>
                <a:ea typeface="Work Sans"/>
                <a:cs typeface="Work Sans"/>
                <a:sym typeface="Work Sans"/>
              </a:rPr>
              <a:t> CI-11, </a:t>
            </a:r>
            <a:r>
              <a:rPr kumimoji="0" lang="fr-FR" sz="1300" i="0" u="none" strike="noStrike" kern="0" cap="none" spc="0" normalizeH="0" baseline="0" noProof="0" dirty="0" err="1">
                <a:ln>
                  <a:noFill/>
                </a:ln>
                <a:solidFill>
                  <a:srgbClr val="EAF2FA"/>
                </a:solidFill>
                <a:effectLst/>
                <a:uLnTx/>
                <a:uFillTx/>
                <a:latin typeface="Work Sans"/>
                <a:ea typeface="Work Sans"/>
                <a:cs typeface="Work Sans"/>
                <a:sym typeface="Work Sans"/>
              </a:rPr>
              <a:t>Petroci</a:t>
            </a:r>
            <a:r>
              <a:rPr kumimoji="0" lang="fr-FR" sz="1300" i="0" u="none" strike="noStrike" kern="0" cap="none" spc="0" normalizeH="0" baseline="0" noProof="0" dirty="0">
                <a:ln>
                  <a:noFill/>
                </a:ln>
                <a:solidFill>
                  <a:srgbClr val="EAF2FA"/>
                </a:solidFill>
                <a:effectLst/>
                <a:uLnTx/>
                <a:uFillTx/>
                <a:latin typeface="Work Sans"/>
                <a:ea typeface="Work Sans"/>
                <a:cs typeface="Work Sans"/>
                <a:sym typeface="Work Sans"/>
              </a:rPr>
              <a:t> International</a:t>
            </a:r>
            <a:r>
              <a:rPr lang="fr-FR" sz="1300" kern="0" noProof="0" dirty="0">
                <a:solidFill>
                  <a:srgbClr val="EAF2FA"/>
                </a:solidFill>
                <a:latin typeface="Work Sans"/>
                <a:ea typeface="Work Sans"/>
                <a:cs typeface="Work Sans"/>
                <a:sym typeface="Work Sans"/>
              </a:rPr>
              <a:t>, Lion GPL Oryx </a:t>
            </a:r>
            <a:r>
              <a:rPr kumimoji="0" lang="fr-FR" sz="1300" i="0" u="none" strike="noStrike" kern="0" cap="none" spc="0" normalizeH="0" baseline="0" noProof="0" dirty="0">
                <a:ln>
                  <a:noFill/>
                </a:ln>
                <a:solidFill>
                  <a:srgbClr val="EAF2FA"/>
                </a:solidFill>
                <a:effectLst/>
                <a:uLnTx/>
                <a:uFillTx/>
                <a:latin typeface="Work Sans"/>
                <a:ea typeface="Work Sans"/>
                <a:cs typeface="Work Sans"/>
                <a:sym typeface="Work Sans"/>
              </a:rPr>
              <a:t>CI, Oryx BF, Oryx Bénin, </a:t>
            </a:r>
            <a:r>
              <a:rPr kumimoji="0" lang="fr-FR" sz="1300" i="0" u="none" strike="noStrike" kern="0" cap="none" spc="0" normalizeH="0" baseline="0" noProof="0" dirty="0" err="1">
                <a:ln>
                  <a:noFill/>
                </a:ln>
                <a:solidFill>
                  <a:srgbClr val="EAF2FA"/>
                </a:solidFill>
                <a:effectLst/>
                <a:uLnTx/>
                <a:uFillTx/>
                <a:latin typeface="Work Sans"/>
                <a:ea typeface="Work Sans"/>
                <a:cs typeface="Work Sans"/>
                <a:sym typeface="Work Sans"/>
              </a:rPr>
              <a:t>Hydrodrill</a:t>
            </a:r>
            <a:r>
              <a:rPr kumimoji="0" lang="fr-FR" sz="1300" i="0" u="none" strike="noStrike" kern="0" cap="none" spc="0" normalizeH="0" baseline="0" noProof="0" dirty="0">
                <a:ln>
                  <a:noFill/>
                </a:ln>
                <a:solidFill>
                  <a:srgbClr val="EAF2FA"/>
                </a:solidFill>
                <a:effectLst/>
                <a:uLnTx/>
                <a:uFillTx/>
                <a:latin typeface="Work Sans"/>
                <a:ea typeface="Work Sans"/>
                <a:cs typeface="Work Sans"/>
                <a:sym typeface="Work Sans"/>
              </a:rPr>
              <a:t> </a:t>
            </a:r>
          </a:p>
        </p:txBody>
      </p:sp>
      <p:sp>
        <p:nvSpPr>
          <p:cNvPr id="23" name="Google Shape;415;g296c4726689_0_0">
            <a:extLst>
              <a:ext uri="{FF2B5EF4-FFF2-40B4-BE49-F238E27FC236}">
                <a16:creationId xmlns:a16="http://schemas.microsoft.com/office/drawing/2014/main" id="{54E7FE64-6184-BAD4-404D-08C06342684A}"/>
              </a:ext>
            </a:extLst>
          </p:cNvPr>
          <p:cNvSpPr txBox="1"/>
          <p:nvPr/>
        </p:nvSpPr>
        <p:spPr>
          <a:xfrm>
            <a:off x="9040343" y="2714236"/>
            <a:ext cx="2577351" cy="738623"/>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
                <a:srgbClr val="4472C4"/>
              </a:buClr>
              <a:buSzPts val="1800"/>
              <a:buFont typeface="Arial"/>
              <a:buNone/>
              <a:tabLst/>
              <a:defRPr/>
            </a:pPr>
            <a:r>
              <a:rPr kumimoji="0" lang="fr-FR" sz="1400" b="1" i="0" u="none" strike="noStrike" kern="0" cap="none" spc="0" normalizeH="0" baseline="0" noProof="0" dirty="0">
                <a:ln>
                  <a:noFill/>
                </a:ln>
                <a:solidFill>
                  <a:schemeClr val="bg1"/>
                </a:solidFill>
                <a:effectLst/>
                <a:uLnTx/>
                <a:uFillTx/>
                <a:latin typeface="Work Sans "/>
                <a:ea typeface="Work Sans"/>
                <a:cs typeface="Work Sans"/>
                <a:sym typeface="Work Sans"/>
              </a:rPr>
              <a:t>Revita</a:t>
            </a:r>
            <a:r>
              <a:rPr lang="fr-FR" sz="1400" b="1" kern="0" dirty="0">
                <a:solidFill>
                  <a:schemeClr val="bg1"/>
                </a:solidFill>
                <a:latin typeface="Work Sans "/>
                <a:ea typeface="Work Sans"/>
                <a:cs typeface="Work Sans"/>
                <a:sym typeface="Work Sans"/>
              </a:rPr>
              <a:t> </a:t>
            </a:r>
            <a:r>
              <a:rPr kumimoji="0" lang="fr-FR" sz="1400" b="1" i="0" u="none" strike="noStrike" kern="0" cap="none" spc="0" normalizeH="0" baseline="0" noProof="0" dirty="0">
                <a:ln>
                  <a:noFill/>
                </a:ln>
                <a:solidFill>
                  <a:schemeClr val="bg1"/>
                </a:solidFill>
                <a:effectLst/>
                <a:uLnTx/>
                <a:uFillTx/>
                <a:latin typeface="Work Sans "/>
                <a:cs typeface="Arial"/>
                <a:sym typeface="Work Sans"/>
              </a:rPr>
              <a:t>OULE, Manager Consulting </a:t>
            </a:r>
            <a:endParaRPr kumimoji="0" lang="fr-FR" sz="1400" b="0" i="0" u="none" strike="noStrike" kern="0" cap="none" spc="0" normalizeH="0" baseline="0" noProof="0" dirty="0">
              <a:ln>
                <a:noFill/>
              </a:ln>
              <a:solidFill>
                <a:schemeClr val="bg1"/>
              </a:solidFill>
              <a:effectLst/>
              <a:uLnTx/>
              <a:uFillTx/>
              <a:latin typeface="Work Sans "/>
              <a:cs typeface="Arial"/>
              <a:sym typeface="Arial"/>
            </a:endParaRPr>
          </a:p>
          <a:p>
            <a:pPr algn="ctr" defTabSz="914400">
              <a:buClr>
                <a:srgbClr val="4472C4"/>
              </a:buClr>
              <a:buSzPts val="1800"/>
              <a:defRPr/>
            </a:pPr>
            <a:r>
              <a:rPr lang="fr-FR" sz="1400" b="1" kern="0" dirty="0">
                <a:solidFill>
                  <a:schemeClr val="bg1"/>
                </a:solidFill>
                <a:latin typeface="Work Sans "/>
                <a:ea typeface="Work Sans"/>
                <a:cs typeface="Work Sans"/>
                <a:sym typeface="Work Sans"/>
              </a:rPr>
              <a:t>+ </a:t>
            </a:r>
            <a:r>
              <a:rPr kumimoji="0" lang="fr-FR" sz="1400" b="1" i="0" u="none" strike="noStrike" kern="0" cap="none" spc="0" normalizeH="0" baseline="0" noProof="0" dirty="0">
                <a:ln>
                  <a:noFill/>
                </a:ln>
                <a:solidFill>
                  <a:schemeClr val="bg1"/>
                </a:solidFill>
                <a:effectLst/>
                <a:uLnTx/>
                <a:uFillTx/>
                <a:latin typeface="Work Sans "/>
                <a:ea typeface="Work Sans"/>
                <a:cs typeface="Work Sans"/>
                <a:sym typeface="Work Sans"/>
              </a:rPr>
              <a:t>8 ans d’expérience</a:t>
            </a:r>
            <a:endParaRPr kumimoji="0" lang="fr-FR" sz="1400" b="0" i="0" u="none" strike="noStrike" kern="0" cap="none" spc="0" normalizeH="0" baseline="0" noProof="0" dirty="0">
              <a:ln>
                <a:noFill/>
              </a:ln>
              <a:solidFill>
                <a:schemeClr val="bg1"/>
              </a:solidFill>
              <a:effectLst/>
              <a:uLnTx/>
              <a:uFillTx/>
              <a:latin typeface="Work Sans "/>
              <a:ea typeface="Work Sans"/>
              <a:cs typeface="Work Sans"/>
              <a:sym typeface="Work Sans"/>
            </a:endParaRPr>
          </a:p>
        </p:txBody>
      </p:sp>
      <p:sp>
        <p:nvSpPr>
          <p:cNvPr id="24" name="Google Shape;415;g296c4726689_0_0">
            <a:extLst>
              <a:ext uri="{FF2B5EF4-FFF2-40B4-BE49-F238E27FC236}">
                <a16:creationId xmlns:a16="http://schemas.microsoft.com/office/drawing/2014/main" id="{8FFC4FDD-9EE8-2A00-B0B1-C3422CEEC06A}"/>
              </a:ext>
            </a:extLst>
          </p:cNvPr>
          <p:cNvSpPr txBox="1"/>
          <p:nvPr/>
        </p:nvSpPr>
        <p:spPr>
          <a:xfrm>
            <a:off x="8923970" y="3705998"/>
            <a:ext cx="2853738" cy="1892785"/>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
                <a:srgbClr val="4472C4"/>
              </a:buClr>
              <a:buSzPts val="1800"/>
              <a:buFont typeface="Arial"/>
              <a:buNone/>
              <a:tabLst/>
              <a:defRPr/>
            </a:pPr>
            <a:r>
              <a:rPr kumimoji="0" lang="fr-FR" sz="1300" b="1" i="0" u="none" strike="noStrike" kern="0" cap="none" spc="0" normalizeH="0" baseline="0" noProof="0" dirty="0">
                <a:ln>
                  <a:noFill/>
                </a:ln>
                <a:solidFill>
                  <a:srgbClr val="EAF2FA"/>
                </a:solidFill>
                <a:effectLst/>
                <a:uLnTx/>
                <a:uFillTx/>
                <a:latin typeface="Work Sans"/>
                <a:ea typeface="Work Sans"/>
                <a:cs typeface="Work Sans"/>
                <a:sym typeface="Work Sans"/>
              </a:rPr>
              <a:t>Compétences clés :</a:t>
            </a:r>
          </a:p>
          <a:p>
            <a:pPr marL="285750" marR="0" lvl="0" indent="-285750" algn="just" defTabSz="914400" rtl="0" eaLnBrk="1" fontAlgn="auto" latinLnBrk="0" hangingPunct="1">
              <a:lnSpc>
                <a:spcPct val="100000"/>
              </a:lnSpc>
              <a:spcBef>
                <a:spcPts val="0"/>
              </a:spcBef>
              <a:spcAft>
                <a:spcPts val="0"/>
              </a:spcAft>
              <a:buSzPct val="90000"/>
              <a:buFont typeface="Wingdings" panose="05000000000000000000" pitchFamily="2" charset="2"/>
              <a:buChar char="q"/>
              <a:tabLst/>
              <a:defRPr/>
            </a:pPr>
            <a:r>
              <a:rPr lang="fr-FR" sz="1300" kern="0" noProof="0" dirty="0">
                <a:solidFill>
                  <a:srgbClr val="EAF2FA"/>
                </a:solidFill>
                <a:latin typeface="Work Sans"/>
                <a:sym typeface="Work Sans"/>
              </a:rPr>
              <a:t>Diagnostic opérationnel Cartographie des risques</a:t>
            </a:r>
          </a:p>
          <a:p>
            <a:pPr marL="285750" marR="0" lvl="0" indent="-285750" algn="just" defTabSz="914400" rtl="0" eaLnBrk="1" fontAlgn="auto" latinLnBrk="0" hangingPunct="1">
              <a:lnSpc>
                <a:spcPct val="100000"/>
              </a:lnSpc>
              <a:spcBef>
                <a:spcPts val="0"/>
              </a:spcBef>
              <a:spcAft>
                <a:spcPts val="0"/>
              </a:spcAft>
              <a:buSzPct val="90000"/>
              <a:buFont typeface="Wingdings" panose="05000000000000000000" pitchFamily="2" charset="2"/>
              <a:buChar char="q"/>
              <a:tabLst/>
              <a:defRPr/>
            </a:pPr>
            <a:endParaRPr lang="fr-FR" sz="1300" kern="0" noProof="0" dirty="0">
              <a:solidFill>
                <a:srgbClr val="EAF2FA"/>
              </a:solidFill>
              <a:latin typeface="Work Sans"/>
              <a:sym typeface="Work Sans"/>
            </a:endParaRPr>
          </a:p>
          <a:p>
            <a:pPr marL="285750" marR="0" lvl="0" indent="-285750" algn="just" defTabSz="914400" rtl="0" eaLnBrk="1" fontAlgn="auto" latinLnBrk="0" hangingPunct="1">
              <a:lnSpc>
                <a:spcPct val="100000"/>
              </a:lnSpc>
              <a:spcBef>
                <a:spcPts val="0"/>
              </a:spcBef>
              <a:spcAft>
                <a:spcPts val="0"/>
              </a:spcAft>
              <a:buSzPct val="90000"/>
              <a:buFont typeface="Wingdings" panose="05000000000000000000" pitchFamily="2" charset="2"/>
              <a:buChar char="q"/>
              <a:tabLst/>
              <a:defRPr/>
            </a:pPr>
            <a:r>
              <a:rPr lang="fr-FR" sz="1300" kern="0" noProof="0" dirty="0">
                <a:solidFill>
                  <a:srgbClr val="EAF2FA"/>
                </a:solidFill>
                <a:latin typeface="Work Sans"/>
                <a:sym typeface="Work Sans"/>
              </a:rPr>
              <a:t>Optimisation des processus</a:t>
            </a:r>
          </a:p>
          <a:p>
            <a:pPr marR="0" lvl="0" algn="just" defTabSz="914400" rtl="0" eaLnBrk="1" fontAlgn="auto" latinLnBrk="0" hangingPunct="1">
              <a:lnSpc>
                <a:spcPct val="100000"/>
              </a:lnSpc>
              <a:spcBef>
                <a:spcPts val="0"/>
              </a:spcBef>
              <a:spcAft>
                <a:spcPts val="0"/>
              </a:spcAft>
              <a:buSzPct val="90000"/>
              <a:tabLst/>
              <a:defRPr/>
            </a:pPr>
            <a:endParaRPr lang="fr-FR" sz="1300" kern="0" noProof="0" dirty="0">
              <a:solidFill>
                <a:srgbClr val="EAF2FA"/>
              </a:solidFill>
              <a:latin typeface="Work Sans"/>
              <a:sym typeface="Work Sans"/>
            </a:endParaRPr>
          </a:p>
          <a:p>
            <a:pPr marL="0" marR="0" lvl="0" indent="0" algn="ctr" defTabSz="914400" rtl="0" eaLnBrk="1" fontAlgn="auto" latinLnBrk="0" hangingPunct="1">
              <a:lnSpc>
                <a:spcPct val="100000"/>
              </a:lnSpc>
              <a:spcBef>
                <a:spcPts val="0"/>
              </a:spcBef>
              <a:spcAft>
                <a:spcPts val="0"/>
              </a:spcAft>
              <a:buClr>
                <a:srgbClr val="4472C4"/>
              </a:buClr>
              <a:buSzPts val="1800"/>
              <a:buFont typeface="Arial"/>
              <a:buNone/>
              <a:tabLst/>
              <a:defRPr/>
            </a:pPr>
            <a:r>
              <a:rPr kumimoji="0" lang="fr-FR" sz="1300" b="1" i="0" u="none" strike="noStrike" kern="0" cap="none" spc="0" normalizeH="0" baseline="0" noProof="0" dirty="0">
                <a:ln>
                  <a:noFill/>
                </a:ln>
                <a:solidFill>
                  <a:srgbClr val="EAF2FA"/>
                </a:solidFill>
                <a:effectLst/>
                <a:uLnTx/>
                <a:uFillTx/>
                <a:latin typeface="Work Sans"/>
                <a:ea typeface="Work Sans"/>
                <a:cs typeface="Work Sans"/>
                <a:sym typeface="Work Sans"/>
              </a:rPr>
              <a:t>Références clés </a:t>
            </a:r>
            <a:r>
              <a:rPr kumimoji="0" lang="fr-FR" sz="1300" i="0" u="none" strike="noStrike" kern="0" cap="none" spc="0" normalizeH="0" baseline="0" noProof="0" dirty="0">
                <a:ln>
                  <a:noFill/>
                </a:ln>
                <a:solidFill>
                  <a:srgbClr val="EAF2FA"/>
                </a:solidFill>
                <a:effectLst/>
                <a:uLnTx/>
                <a:uFillTx/>
                <a:latin typeface="Work Sans"/>
                <a:ea typeface="Work Sans"/>
                <a:cs typeface="Work Sans"/>
                <a:sym typeface="Work Sans"/>
              </a:rPr>
              <a:t>:</a:t>
            </a:r>
          </a:p>
          <a:p>
            <a:pPr algn="just" defTabSz="914400">
              <a:buClr>
                <a:srgbClr val="4472C4"/>
              </a:buClr>
              <a:buSzPts val="1800"/>
              <a:defRPr/>
            </a:pPr>
            <a:r>
              <a:rPr kumimoji="0" lang="fr-FR" sz="1300" i="0" u="none" strike="noStrike" kern="0" cap="none" spc="0" normalizeH="0" baseline="0" noProof="0" dirty="0">
                <a:ln>
                  <a:noFill/>
                </a:ln>
                <a:solidFill>
                  <a:srgbClr val="EAF2FA"/>
                </a:solidFill>
                <a:effectLst/>
                <a:uLnTx/>
                <a:uFillTx/>
                <a:latin typeface="Work Sans"/>
                <a:ea typeface="Work Sans"/>
                <a:cs typeface="Work Sans"/>
                <a:sym typeface="Work Sans"/>
              </a:rPr>
              <a:t>CI Energies,</a:t>
            </a:r>
            <a:r>
              <a:rPr lang="fr-FR" sz="1300" kern="0" dirty="0">
                <a:solidFill>
                  <a:srgbClr val="EAF2FA"/>
                </a:solidFill>
                <a:latin typeface="Work Sans"/>
                <a:ea typeface="Work Sans"/>
                <a:cs typeface="Work Sans"/>
                <a:sym typeface="Work Sans"/>
              </a:rPr>
              <a:t> Orange Cote d'Ivoire, PSI , Secteur bancaire</a:t>
            </a:r>
            <a:endParaRPr lang="fr-FR" sz="1300" i="0" u="none" strike="noStrike" kern="0" cap="none" spc="0" normalizeH="0" baseline="0" noProof="0" dirty="0">
              <a:ln>
                <a:noFill/>
              </a:ln>
              <a:solidFill>
                <a:srgbClr val="EAF2FA"/>
              </a:solidFill>
              <a:effectLst/>
              <a:highlight>
                <a:srgbClr val="FFFF00"/>
              </a:highlight>
              <a:uLnTx/>
              <a:uFillTx/>
              <a:latin typeface="Work Sans"/>
              <a:ea typeface="Work Sans"/>
              <a:cs typeface="Work Sans"/>
            </a:endParaRPr>
          </a:p>
        </p:txBody>
      </p:sp>
      <p:cxnSp>
        <p:nvCxnSpPr>
          <p:cNvPr id="26" name="Connecteur droit 25">
            <a:extLst>
              <a:ext uri="{FF2B5EF4-FFF2-40B4-BE49-F238E27FC236}">
                <a16:creationId xmlns:a16="http://schemas.microsoft.com/office/drawing/2014/main" id="{3E728C27-B86C-92C5-60FD-A28BC72C42CD}"/>
              </a:ext>
            </a:extLst>
          </p:cNvPr>
          <p:cNvCxnSpPr>
            <a:cxnSpLocks/>
          </p:cNvCxnSpPr>
          <p:nvPr/>
        </p:nvCxnSpPr>
        <p:spPr>
          <a:xfrm>
            <a:off x="3658161" y="2179191"/>
            <a:ext cx="23750" cy="4678809"/>
          </a:xfrm>
          <a:prstGeom prst="line">
            <a:avLst/>
          </a:prstGeom>
          <a:ln>
            <a:prstDash val="dash"/>
          </a:ln>
        </p:spPr>
        <p:style>
          <a:lnRef idx="2">
            <a:schemeClr val="accent1"/>
          </a:lnRef>
          <a:fillRef idx="0">
            <a:schemeClr val="accent1"/>
          </a:fillRef>
          <a:effectRef idx="1">
            <a:schemeClr val="accent1"/>
          </a:effectRef>
          <a:fontRef idx="minor">
            <a:schemeClr val="tx1"/>
          </a:fontRef>
        </p:style>
      </p:cxnSp>
      <p:cxnSp>
        <p:nvCxnSpPr>
          <p:cNvPr id="29" name="Connecteur droit 28">
            <a:extLst>
              <a:ext uri="{FF2B5EF4-FFF2-40B4-BE49-F238E27FC236}">
                <a16:creationId xmlns:a16="http://schemas.microsoft.com/office/drawing/2014/main" id="{4883C7D5-837F-34A2-7ADE-B1F1B9AF6A43}"/>
              </a:ext>
            </a:extLst>
          </p:cNvPr>
          <p:cNvCxnSpPr>
            <a:cxnSpLocks/>
          </p:cNvCxnSpPr>
          <p:nvPr/>
        </p:nvCxnSpPr>
        <p:spPr>
          <a:xfrm>
            <a:off x="8120996" y="2179190"/>
            <a:ext cx="23750" cy="4678809"/>
          </a:xfrm>
          <a:prstGeom prst="line">
            <a:avLst/>
          </a:prstGeom>
          <a:ln>
            <a:prstDash val="dash"/>
          </a:ln>
        </p:spPr>
        <p:style>
          <a:lnRef idx="2">
            <a:schemeClr val="accent1"/>
          </a:lnRef>
          <a:fillRef idx="0">
            <a:schemeClr val="accent1"/>
          </a:fillRef>
          <a:effectRef idx="1">
            <a:schemeClr val="accent1"/>
          </a:effectRef>
          <a:fontRef idx="minor">
            <a:schemeClr val="tx1"/>
          </a:fontRef>
        </p:style>
      </p:cxnSp>
      <p:sp>
        <p:nvSpPr>
          <p:cNvPr id="3" name="Espace réservé du numéro de diapositive 2">
            <a:extLst>
              <a:ext uri="{FF2B5EF4-FFF2-40B4-BE49-F238E27FC236}">
                <a16:creationId xmlns:a16="http://schemas.microsoft.com/office/drawing/2014/main" id="{32289CF7-0308-8048-62A3-D571EE25AA25}"/>
              </a:ext>
            </a:extLst>
          </p:cNvPr>
          <p:cNvSpPr>
            <a:spLocks noGrp="1"/>
          </p:cNvSpPr>
          <p:nvPr>
            <p:ph type="sldNum" sz="quarter" idx="12"/>
          </p:nvPr>
        </p:nvSpPr>
        <p:spPr>
          <a:xfrm>
            <a:off x="8949648" y="6057016"/>
            <a:ext cx="27432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843DB3B-2DAE-45C8-8012-39AD7A5181D9}" type="slidenum">
              <a:rPr kumimoji="0" lang="fr-CI" sz="1100" b="0" i="0" u="none" strike="noStrike" kern="1200" cap="none" spc="0" normalizeH="0" baseline="0" noProof="0" smtClean="0">
                <a:ln>
                  <a:noFill/>
                </a:ln>
                <a:solidFill>
                  <a:prstClr val="white"/>
                </a:solidFill>
                <a:effectLst/>
                <a:uLnTx/>
                <a:uFillTx/>
                <a:latin typeface="Work Sans"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18</a:t>
            </a:fld>
            <a:endParaRPr kumimoji="0" lang="fr-CI" sz="1200" b="0" i="0" u="none" strike="noStrike" kern="1200" cap="none" spc="0" normalizeH="0" baseline="0" noProof="0">
              <a:ln>
                <a:noFill/>
              </a:ln>
              <a:solidFill>
                <a:prstClr val="white"/>
              </a:solidFill>
              <a:effectLst/>
              <a:uLnTx/>
              <a:uFillTx/>
              <a:latin typeface="Work Sans" pitchFamily="2" charset="0"/>
              <a:ea typeface="+mn-ea"/>
              <a:cs typeface="+mn-cs"/>
            </a:endParaRPr>
          </a:p>
        </p:txBody>
      </p:sp>
    </p:spTree>
    <p:extLst>
      <p:ext uri="{BB962C8B-B14F-4D97-AF65-F5344CB8AC3E}">
        <p14:creationId xmlns:p14="http://schemas.microsoft.com/office/powerpoint/2010/main" val="6413836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DA5023-0491-3F58-CADA-243D8C8E344A}"/>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4671EDAF-115B-E83D-A7BB-C4FE0D82B535}"/>
              </a:ext>
            </a:extLst>
          </p:cNvPr>
          <p:cNvSpPr/>
          <p:nvPr/>
        </p:nvSpPr>
        <p:spPr>
          <a:xfrm>
            <a:off x="-53676" y="0"/>
            <a:ext cx="12245675"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Espace réservé du numéro de diapositive 2">
            <a:extLst>
              <a:ext uri="{FF2B5EF4-FFF2-40B4-BE49-F238E27FC236}">
                <a16:creationId xmlns:a16="http://schemas.microsoft.com/office/drawing/2014/main" id="{45E03798-F861-BDA9-C047-24BA47420115}"/>
              </a:ext>
            </a:extLst>
          </p:cNvPr>
          <p:cNvSpPr>
            <a:spLocks noGrp="1"/>
          </p:cNvSpPr>
          <p:nvPr>
            <p:ph type="sldNum" sz="quarter" idx="12"/>
          </p:nvPr>
        </p:nvSpPr>
        <p:spPr>
          <a:xfrm>
            <a:off x="8949648" y="6057016"/>
            <a:ext cx="27432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843DB3B-2DAE-45C8-8012-39AD7A5181D9}" type="slidenum">
              <a:rPr kumimoji="0" lang="fr-CI" sz="1100" b="0" i="0" u="none" strike="noStrike" kern="1200" cap="none" spc="0" normalizeH="0" baseline="0" noProof="0" smtClean="0">
                <a:ln>
                  <a:noFill/>
                </a:ln>
                <a:solidFill>
                  <a:prstClr val="white"/>
                </a:solidFill>
                <a:effectLst/>
                <a:uLnTx/>
                <a:uFillTx/>
                <a:latin typeface="Work Sans"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19</a:t>
            </a:fld>
            <a:endParaRPr kumimoji="0" lang="fr-CI" sz="1200" b="0" i="0" u="none" strike="noStrike" kern="1200" cap="none" spc="0" normalizeH="0" baseline="0" noProof="0">
              <a:ln>
                <a:noFill/>
              </a:ln>
              <a:solidFill>
                <a:prstClr val="white"/>
              </a:solidFill>
              <a:effectLst/>
              <a:uLnTx/>
              <a:uFillTx/>
              <a:latin typeface="Work Sans" pitchFamily="2" charset="0"/>
              <a:ea typeface="+mn-ea"/>
              <a:cs typeface="+mn-cs"/>
            </a:endParaRPr>
          </a:p>
        </p:txBody>
      </p:sp>
      <p:pic>
        <p:nvPicPr>
          <p:cNvPr id="8" name="Image 7" descr="Une image contenant texte, capture d’écran, tableau&#10;&#10;Le contenu généré par l’IA peut être incorrect.">
            <a:extLst>
              <a:ext uri="{FF2B5EF4-FFF2-40B4-BE49-F238E27FC236}">
                <a16:creationId xmlns:a16="http://schemas.microsoft.com/office/drawing/2014/main" id="{5F4B875D-3665-C6EE-566C-3C600684A8C7}"/>
              </a:ext>
            </a:extLst>
          </p:cNvPr>
          <p:cNvPicPr>
            <a:picLocks noChangeAspect="1"/>
          </p:cNvPicPr>
          <p:nvPr/>
        </p:nvPicPr>
        <p:blipFill>
          <a:blip r:embed="rId3">
            <a:extLst>
              <a:ext uri="{BEBA8EAE-BF5A-486C-A8C5-ECC9F3942E4B}">
                <a14:imgProps xmlns:a14="http://schemas.microsoft.com/office/drawing/2010/main">
                  <a14:imgLayer r:embed="rId4">
                    <a14:imgEffect>
                      <a14:artisticBlur radius="68"/>
                    </a14:imgEffect>
                  </a14:imgLayer>
                </a14:imgProps>
              </a:ext>
              <a:ext uri="{28A0092B-C50C-407E-A947-70E740481C1C}">
                <a14:useLocalDpi xmlns:a14="http://schemas.microsoft.com/office/drawing/2010/main" val="0"/>
              </a:ext>
            </a:extLst>
          </a:blip>
          <a:stretch>
            <a:fillRect/>
          </a:stretch>
        </p:blipFill>
        <p:spPr>
          <a:xfrm>
            <a:off x="-56433" y="0"/>
            <a:ext cx="12245674" cy="5710298"/>
          </a:xfrm>
          <a:prstGeom prst="rect">
            <a:avLst/>
          </a:prstGeom>
        </p:spPr>
      </p:pic>
      <p:sp>
        <p:nvSpPr>
          <p:cNvPr id="9" name="Rectangle 8">
            <a:extLst>
              <a:ext uri="{FF2B5EF4-FFF2-40B4-BE49-F238E27FC236}">
                <a16:creationId xmlns:a16="http://schemas.microsoft.com/office/drawing/2014/main" id="{44ED992C-2A43-57A5-298D-2BA89E2E1DA3}"/>
              </a:ext>
            </a:extLst>
          </p:cNvPr>
          <p:cNvSpPr/>
          <p:nvPr/>
        </p:nvSpPr>
        <p:spPr>
          <a:xfrm>
            <a:off x="-88090" y="0"/>
            <a:ext cx="12245677" cy="5710299"/>
          </a:xfrm>
          <a:prstGeom prst="rect">
            <a:avLst/>
          </a:prstGeom>
          <a:solidFill>
            <a:schemeClr val="accent1">
              <a:lumMod val="50000"/>
              <a:alpha val="8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1" name="Groupe 10">
            <a:extLst>
              <a:ext uri="{FF2B5EF4-FFF2-40B4-BE49-F238E27FC236}">
                <a16:creationId xmlns:a16="http://schemas.microsoft.com/office/drawing/2014/main" id="{518AEBC0-4844-D156-4737-01AB7D285893}"/>
              </a:ext>
            </a:extLst>
          </p:cNvPr>
          <p:cNvGrpSpPr/>
          <p:nvPr/>
        </p:nvGrpSpPr>
        <p:grpSpPr>
          <a:xfrm>
            <a:off x="666640" y="2294267"/>
            <a:ext cx="6481191" cy="571933"/>
            <a:chOff x="530452" y="420669"/>
            <a:chExt cx="6481191" cy="571933"/>
          </a:xfrm>
        </p:grpSpPr>
        <p:sp>
          <p:nvSpPr>
            <p:cNvPr id="12" name="ZoneTexte 5152">
              <a:extLst>
                <a:ext uri="{FF2B5EF4-FFF2-40B4-BE49-F238E27FC236}">
                  <a16:creationId xmlns:a16="http://schemas.microsoft.com/office/drawing/2014/main" id="{E0EAC235-E4AD-9E2F-DFAD-701772F19DBA}"/>
                </a:ext>
              </a:extLst>
            </p:cNvPr>
            <p:cNvSpPr txBox="1"/>
            <p:nvPr/>
          </p:nvSpPr>
          <p:spPr>
            <a:xfrm>
              <a:off x="530452" y="420669"/>
              <a:ext cx="6481191" cy="477054"/>
            </a:xfrm>
            <a:prstGeom prst="rect">
              <a:avLst/>
            </a:prstGeom>
            <a:noFill/>
            <a:ln cap="flat">
              <a:noFill/>
            </a:ln>
          </p:spPr>
          <p:txBody>
            <a:bodyPr vert="horz" wrap="square" lIns="91440" tIns="45720" rIns="91440" bIns="45720" anchor="t" anchorCtr="0" compatLnSpc="1">
              <a:spAutoFit/>
            </a:bodyPr>
            <a:lstStyle/>
            <a:p>
              <a:pPr defTabSz="414771" hangingPunct="0">
                <a:defRPr sz="1800" b="0" i="0" u="none" strike="noStrike" kern="0" cap="none" spc="0" baseline="0">
                  <a:solidFill>
                    <a:srgbClr val="000000"/>
                  </a:solidFill>
                  <a:uFillTx/>
                </a:defRPr>
              </a:pPr>
              <a:r>
                <a:rPr lang="fr-FR" sz="2500" b="1" dirty="0">
                  <a:solidFill>
                    <a:srgbClr val="FFFFFF"/>
                  </a:solidFill>
                  <a:latin typeface="Work Sans"/>
                </a:rPr>
                <a:t>PARTIE IV : NOTRE OFFRE FINANCIÈRE</a:t>
              </a:r>
              <a:endParaRPr lang="fr-FR" sz="2500" b="1" i="0" u="none" strike="noStrike" kern="0" cap="none" spc="0" normalizeH="0" baseline="0" noProof="0" dirty="0">
                <a:ln>
                  <a:noFill/>
                </a:ln>
                <a:solidFill>
                  <a:srgbClr val="FFFFFF"/>
                </a:solidFill>
                <a:effectLst/>
                <a:uLnTx/>
                <a:uFillTx/>
                <a:latin typeface="Work Sans" pitchFamily="2"/>
              </a:endParaRPr>
            </a:p>
          </p:txBody>
        </p:sp>
        <p:cxnSp>
          <p:nvCxnSpPr>
            <p:cNvPr id="13" name="Connecteur droit 5153">
              <a:extLst>
                <a:ext uri="{FF2B5EF4-FFF2-40B4-BE49-F238E27FC236}">
                  <a16:creationId xmlns:a16="http://schemas.microsoft.com/office/drawing/2014/main" id="{D08443D5-C85A-388D-5B5D-B654B63CFF5C}"/>
                </a:ext>
              </a:extLst>
            </p:cNvPr>
            <p:cNvCxnSpPr/>
            <p:nvPr/>
          </p:nvCxnSpPr>
          <p:spPr>
            <a:xfrm>
              <a:off x="1425320" y="992602"/>
              <a:ext cx="2004822" cy="0"/>
            </a:xfrm>
            <a:prstGeom prst="straightConnector1">
              <a:avLst/>
            </a:prstGeom>
            <a:noFill/>
            <a:ln w="28575" cap="flat">
              <a:solidFill>
                <a:srgbClr val="B8D4F0"/>
              </a:solidFill>
              <a:prstDash val="solid"/>
              <a:miter/>
            </a:ln>
          </p:spPr>
        </p:cxnSp>
      </p:grpSp>
      <p:sp>
        <p:nvSpPr>
          <p:cNvPr id="42" name="Rectangle 41">
            <a:extLst>
              <a:ext uri="{FF2B5EF4-FFF2-40B4-BE49-F238E27FC236}">
                <a16:creationId xmlns:a16="http://schemas.microsoft.com/office/drawing/2014/main" id="{8F5170E6-E316-A554-9E55-24975D38276E}"/>
              </a:ext>
            </a:extLst>
          </p:cNvPr>
          <p:cNvSpPr/>
          <p:nvPr/>
        </p:nvSpPr>
        <p:spPr>
          <a:xfrm>
            <a:off x="-57016" y="5554944"/>
            <a:ext cx="12251191" cy="155355"/>
          </a:xfrm>
          <a:prstGeom prst="rect">
            <a:avLst/>
          </a:prstGeom>
          <a:solidFill>
            <a:srgbClr val="86BC2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44" name="Image 5172" descr="Une image contenant Graphique, Police, logo, texte&#10;&#10;Description générée automatiquement">
            <a:extLst>
              <a:ext uri="{FF2B5EF4-FFF2-40B4-BE49-F238E27FC236}">
                <a16:creationId xmlns:a16="http://schemas.microsoft.com/office/drawing/2014/main" id="{5519A839-2A7D-404F-0C79-77BBEA1CE20D}"/>
              </a:ext>
            </a:extLst>
          </p:cNvPr>
          <p:cNvPicPr>
            <a:picLocks noChangeAspect="1"/>
          </p:cNvPicPr>
          <p:nvPr/>
        </p:nvPicPr>
        <p:blipFill>
          <a:blip r:embed="rId5"/>
          <a:stretch>
            <a:fillRect/>
          </a:stretch>
        </p:blipFill>
        <p:spPr>
          <a:xfrm>
            <a:off x="11467508" y="4902201"/>
            <a:ext cx="690079" cy="656740"/>
          </a:xfrm>
          <a:prstGeom prst="rect">
            <a:avLst/>
          </a:prstGeom>
          <a:noFill/>
          <a:ln cap="flat">
            <a:noFill/>
          </a:ln>
        </p:spPr>
      </p:pic>
    </p:spTree>
    <p:extLst>
      <p:ext uri="{BB962C8B-B14F-4D97-AF65-F5344CB8AC3E}">
        <p14:creationId xmlns:p14="http://schemas.microsoft.com/office/powerpoint/2010/main" val="23590757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r="-18000"/>
          </a:stretch>
        </a:blipFill>
        <a:effectLst/>
      </p:bgPr>
    </p:bg>
    <p:spTree>
      <p:nvGrpSpPr>
        <p:cNvPr id="1" name="">
          <a:extLst>
            <a:ext uri="{FF2B5EF4-FFF2-40B4-BE49-F238E27FC236}">
              <a16:creationId xmlns:a16="http://schemas.microsoft.com/office/drawing/2014/main" id="{57C1AA73-B81B-D3DE-E120-9BB7A0D954A9}"/>
            </a:ext>
          </a:extLst>
        </p:cNvPr>
        <p:cNvGrpSpPr/>
        <p:nvPr/>
      </p:nvGrpSpPr>
      <p:grpSpPr>
        <a:xfrm>
          <a:off x="0" y="0"/>
          <a:ext cx="0" cy="0"/>
          <a:chOff x="0" y="0"/>
          <a:chExt cx="0" cy="0"/>
        </a:xfrm>
      </p:grpSpPr>
      <p:sp>
        <p:nvSpPr>
          <p:cNvPr id="7" name="Content Placeholder 4">
            <a:extLst>
              <a:ext uri="{FF2B5EF4-FFF2-40B4-BE49-F238E27FC236}">
                <a16:creationId xmlns:a16="http://schemas.microsoft.com/office/drawing/2014/main" id="{237E9DE3-4CB2-C4EE-607A-24802B1800F0}"/>
              </a:ext>
            </a:extLst>
          </p:cNvPr>
          <p:cNvSpPr txBox="1">
            <a:spLocks/>
          </p:cNvSpPr>
          <p:nvPr/>
        </p:nvSpPr>
        <p:spPr>
          <a:xfrm>
            <a:off x="5414495" y="1527448"/>
            <a:ext cx="4812936" cy="5119533"/>
          </a:xfrm>
          <a:prstGeom prst="rect">
            <a:avLst/>
          </a:prstGeom>
        </p:spPr>
        <p:txBody>
          <a:bodyPr vert="horz" lIns="0" tIns="0" rIns="0" bIns="0" rtlCol="0">
            <a:noAutofit/>
          </a:bodyPr>
          <a:lstStyle>
            <a:lvl1pPr marL="0" indent="0" algn="l" defTabSz="990571" rtl="0" eaLnBrk="1" latinLnBrk="0" hangingPunct="1">
              <a:spcBef>
                <a:spcPts val="0"/>
              </a:spcBef>
              <a:spcAft>
                <a:spcPts val="1083"/>
              </a:spcAft>
              <a:buSzPct val="100000"/>
              <a:buFont typeface="Arial" panose="020B0604020202020204" pitchFamily="34" charset="0"/>
              <a:buNone/>
              <a:defRPr sz="1000" b="0" kern="1200">
                <a:solidFill>
                  <a:schemeClr val="tx1"/>
                </a:solidFill>
                <a:latin typeface="+mn-lt"/>
                <a:ea typeface="+mn-ea"/>
                <a:cs typeface="+mn-cs"/>
              </a:defRPr>
            </a:lvl1pPr>
            <a:lvl2pPr marL="0" indent="0" algn="l" defTabSz="990571" rtl="0" eaLnBrk="1" latinLnBrk="0" hangingPunct="1">
              <a:spcBef>
                <a:spcPts val="0"/>
              </a:spcBef>
              <a:spcAft>
                <a:spcPts val="1083"/>
              </a:spcAft>
              <a:buClrTx/>
              <a:buSzPct val="100000"/>
              <a:buFont typeface="Arial"/>
              <a:buNone/>
              <a:defRPr lang="en-US" sz="1000" b="1" kern="1200" dirty="0" smtClean="0">
                <a:solidFill>
                  <a:schemeClr val="tx1"/>
                </a:solidFill>
                <a:latin typeface="+mn-lt"/>
                <a:ea typeface="+mn-ea"/>
                <a:cs typeface="+mn-cs"/>
              </a:defRPr>
            </a:lvl2pPr>
            <a:lvl3pPr marL="191094" indent="-191094" algn="l" defTabSz="990571" rtl="0" eaLnBrk="1" latinLnBrk="0" hangingPunct="1">
              <a:spcBef>
                <a:spcPts val="0"/>
              </a:spcBef>
              <a:spcAft>
                <a:spcPts val="1083"/>
              </a:spcAft>
              <a:buClrTx/>
              <a:buSzPct val="100000"/>
              <a:buFont typeface="Arial" panose="020B0604020202020204" pitchFamily="34" charset="0"/>
              <a:buChar char="•"/>
              <a:defRPr lang="en-US" sz="1000" kern="1200" dirty="0" smtClean="0">
                <a:solidFill>
                  <a:schemeClr val="tx1"/>
                </a:solidFill>
                <a:latin typeface="+mn-lt"/>
                <a:ea typeface="+mn-ea"/>
                <a:cs typeface="+mn-cs"/>
              </a:defRPr>
            </a:lvl3pPr>
            <a:lvl4pPr marL="386089" indent="-191094" algn="l" defTabSz="990571" rtl="0" eaLnBrk="1" latinLnBrk="0" hangingPunct="1">
              <a:spcBef>
                <a:spcPts val="0"/>
              </a:spcBef>
              <a:spcAft>
                <a:spcPts val="1083"/>
              </a:spcAft>
              <a:buClrTx/>
              <a:buSzPct val="100000"/>
              <a:buFont typeface="Verdana" panose="020B0604030504040204" pitchFamily="34" charset="0"/>
              <a:buChar char="−"/>
              <a:defRPr lang="en-US" sz="1000" kern="1200" baseline="0" dirty="0" smtClean="0">
                <a:solidFill>
                  <a:schemeClr val="tx1"/>
                </a:solidFill>
                <a:latin typeface="+mn-lt"/>
                <a:ea typeface="+mn-ea"/>
                <a:cs typeface="+mn-cs"/>
              </a:defRPr>
            </a:lvl4pPr>
            <a:lvl5pPr marL="577182" indent="-191094" algn="l" defTabSz="865030" rtl="0" eaLnBrk="1" latinLnBrk="0" hangingPunct="1">
              <a:spcBef>
                <a:spcPts val="0"/>
              </a:spcBef>
              <a:spcAft>
                <a:spcPts val="1083"/>
              </a:spcAft>
              <a:buClrTx/>
              <a:buSzPct val="100000"/>
              <a:buFont typeface="Verdana" panose="020B0604030504040204" pitchFamily="34" charset="0"/>
              <a:buChar char="−"/>
              <a:tabLst/>
              <a:defRPr lang="en-US" sz="1000" kern="1200" baseline="0" dirty="0" smtClean="0">
                <a:solidFill>
                  <a:schemeClr val="tx1"/>
                </a:solidFill>
                <a:latin typeface="+mn-lt"/>
                <a:ea typeface="+mn-ea"/>
                <a:cs typeface="+mn-cs"/>
              </a:defRPr>
            </a:lvl5pPr>
            <a:lvl6pPr marL="577182" indent="-191094" algn="l" defTabSz="990571" rtl="0" eaLnBrk="1" latinLnBrk="0" hangingPunct="1">
              <a:spcBef>
                <a:spcPts val="0"/>
              </a:spcBef>
              <a:spcAft>
                <a:spcPts val="1083"/>
              </a:spcAft>
              <a:buFont typeface="Verdana" panose="020B0604030504040204" pitchFamily="34" charset="0"/>
              <a:buChar char="−"/>
              <a:defRPr sz="1300" kern="1200" baseline="0">
                <a:solidFill>
                  <a:schemeClr val="tx1"/>
                </a:solidFill>
                <a:latin typeface="+mn-lt"/>
                <a:ea typeface="+mn-ea"/>
                <a:cs typeface="+mn-cs"/>
              </a:defRPr>
            </a:lvl6pPr>
            <a:lvl7pPr marL="577182" indent="-191094" algn="l" defTabSz="990571" rtl="0" eaLnBrk="1" latinLnBrk="0" hangingPunct="1">
              <a:spcBef>
                <a:spcPts val="0"/>
              </a:spcBef>
              <a:spcAft>
                <a:spcPts val="1083"/>
              </a:spcAft>
              <a:buFont typeface="Verdana" panose="020B0604030504040204" pitchFamily="34" charset="0"/>
              <a:buChar char="−"/>
              <a:defRPr sz="1300" kern="1200">
                <a:solidFill>
                  <a:schemeClr val="tx1"/>
                </a:solidFill>
                <a:latin typeface="+mn-lt"/>
                <a:ea typeface="+mn-ea"/>
                <a:cs typeface="+mn-cs"/>
              </a:defRPr>
            </a:lvl7pPr>
            <a:lvl8pPr marL="577182" indent="-191094" algn="l" defTabSz="990571" rtl="0" eaLnBrk="1" latinLnBrk="0" hangingPunct="1">
              <a:spcBef>
                <a:spcPts val="0"/>
              </a:spcBef>
              <a:spcAft>
                <a:spcPts val="1083"/>
              </a:spcAft>
              <a:buFont typeface="Verdana" panose="020B0604030504040204" pitchFamily="34" charset="0"/>
              <a:buChar char="−"/>
              <a:defRPr sz="1300" kern="1200" baseline="0">
                <a:solidFill>
                  <a:schemeClr val="tx1"/>
                </a:solidFill>
                <a:latin typeface="+mn-lt"/>
                <a:ea typeface="+mn-ea"/>
                <a:cs typeface="+mn-cs"/>
              </a:defRPr>
            </a:lvl8pPr>
            <a:lvl9pPr marL="577182" indent="-191094" algn="l" defTabSz="990571" rtl="0" eaLnBrk="1" latinLnBrk="0" hangingPunct="1">
              <a:spcBef>
                <a:spcPts val="0"/>
              </a:spcBef>
              <a:spcAft>
                <a:spcPts val="1083"/>
              </a:spcAft>
              <a:buFont typeface="Verdana" panose="020B0604030504040204" pitchFamily="34" charset="0"/>
              <a:buChar char="−"/>
              <a:defRPr sz="1300" kern="1200" baseline="0">
                <a:solidFill>
                  <a:schemeClr val="tx1"/>
                </a:solidFill>
                <a:latin typeface="+mn-lt"/>
                <a:ea typeface="+mn-ea"/>
                <a:cs typeface="+mn-cs"/>
              </a:defRPr>
            </a:lvl9pPr>
          </a:lstStyle>
          <a:p>
            <a:pPr marL="0" marR="0" lvl="0" indent="0" algn="l" defTabSz="990571" rtl="0" eaLnBrk="0" fontAlgn="auto" latinLnBrk="0" hangingPunct="0">
              <a:lnSpc>
                <a:spcPct val="100000"/>
              </a:lnSpc>
              <a:spcBef>
                <a:spcPts val="623"/>
              </a:spcBef>
              <a:spcAft>
                <a:spcPts val="0"/>
              </a:spcAft>
              <a:buClr>
                <a:srgbClr val="92D050"/>
              </a:buClr>
              <a:buSzPct val="100000"/>
              <a:buFont typeface="Arial" panose="020B0604020202020204" pitchFamily="34" charset="0"/>
              <a:buNone/>
              <a:tabLst>
                <a:tab pos="4454017" algn="l"/>
              </a:tabLst>
              <a:defRPr/>
            </a:pPr>
            <a:endParaRPr kumimoji="0" lang="fr-FR" sz="942" b="0" i="0" u="none" strike="noStrike" kern="1200" cap="none" spc="0" normalizeH="0" baseline="0" noProof="0">
              <a:ln>
                <a:noFill/>
              </a:ln>
              <a:solidFill>
                <a:srgbClr val="FF0000"/>
              </a:solidFill>
              <a:effectLst/>
              <a:uLnTx/>
              <a:uFillTx/>
              <a:latin typeface="Work Sans" panose="00000500000000000000" pitchFamily="2" charset="0"/>
              <a:ea typeface="+mn-ea"/>
              <a:cs typeface="+mn-cs"/>
            </a:endParaRPr>
          </a:p>
        </p:txBody>
      </p:sp>
      <p:sp>
        <p:nvSpPr>
          <p:cNvPr id="8" name="ZoneTexte 7">
            <a:extLst>
              <a:ext uri="{FF2B5EF4-FFF2-40B4-BE49-F238E27FC236}">
                <a16:creationId xmlns:a16="http://schemas.microsoft.com/office/drawing/2014/main" id="{2FC47F59-28A0-F9A7-7662-320916AF3272}"/>
              </a:ext>
            </a:extLst>
          </p:cNvPr>
          <p:cNvSpPr txBox="1"/>
          <p:nvPr/>
        </p:nvSpPr>
        <p:spPr>
          <a:xfrm>
            <a:off x="1016000" y="6326909"/>
            <a:ext cx="988291" cy="434109"/>
          </a:xfrm>
          <a:prstGeom prst="rect">
            <a:avLst/>
          </a:prstGeom>
          <a:solidFill>
            <a:srgbClr val="043D5D"/>
          </a:solid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Espace réservé du numéro de diapositive 2">
            <a:extLst>
              <a:ext uri="{FF2B5EF4-FFF2-40B4-BE49-F238E27FC236}">
                <a16:creationId xmlns:a16="http://schemas.microsoft.com/office/drawing/2014/main" id="{104E26EC-2FC9-F07B-7E76-13DA929E24D9}"/>
              </a:ext>
            </a:extLst>
          </p:cNvPr>
          <p:cNvSpPr>
            <a:spLocks noGrp="1"/>
          </p:cNvSpPr>
          <p:nvPr>
            <p:ph type="sldNum" sz="quarter" idx="12"/>
          </p:nvPr>
        </p:nvSpPr>
        <p:spPr>
          <a:xfrm>
            <a:off x="8949648" y="6057016"/>
            <a:ext cx="27432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843DB3B-2DAE-45C8-8012-39AD7A5181D9}" type="slidenum">
              <a:rPr kumimoji="0" lang="fr-CI" sz="1100" b="0" i="0" u="none" strike="noStrike" kern="1200" cap="none" spc="0" normalizeH="0" baseline="0" noProof="0" smtClean="0">
                <a:ln>
                  <a:noFill/>
                </a:ln>
                <a:solidFill>
                  <a:prstClr val="white"/>
                </a:solidFill>
                <a:effectLst/>
                <a:uLnTx/>
                <a:uFillTx/>
                <a:latin typeface="Work Sans"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20</a:t>
            </a:fld>
            <a:endParaRPr kumimoji="0" lang="fr-CI" sz="1200" b="0" i="0" u="none" strike="noStrike" kern="1200" cap="none" spc="0" normalizeH="0" baseline="0" noProof="0">
              <a:ln>
                <a:noFill/>
              </a:ln>
              <a:solidFill>
                <a:prstClr val="white"/>
              </a:solidFill>
              <a:effectLst/>
              <a:uLnTx/>
              <a:uFillTx/>
              <a:latin typeface="Work Sans" pitchFamily="2" charset="0"/>
              <a:ea typeface="+mn-ea"/>
              <a:cs typeface="+mn-cs"/>
            </a:endParaRPr>
          </a:p>
        </p:txBody>
      </p:sp>
      <p:sp>
        <p:nvSpPr>
          <p:cNvPr id="4" name="Google Shape;413;g347a0e3f15b_3_365">
            <a:extLst>
              <a:ext uri="{FF2B5EF4-FFF2-40B4-BE49-F238E27FC236}">
                <a16:creationId xmlns:a16="http://schemas.microsoft.com/office/drawing/2014/main" id="{517D4FF7-7048-89EE-6DB8-45DB6E008886}"/>
              </a:ext>
            </a:extLst>
          </p:cNvPr>
          <p:cNvSpPr txBox="1"/>
          <p:nvPr/>
        </p:nvSpPr>
        <p:spPr>
          <a:xfrm>
            <a:off x="296245" y="782356"/>
            <a:ext cx="10989072" cy="1857279"/>
          </a:xfrm>
          <a:prstGeom prst="rect">
            <a:avLst/>
          </a:prstGeom>
          <a:noFill/>
          <a:ln>
            <a:noFill/>
          </a:ln>
        </p:spPr>
        <p:txBody>
          <a:bodyPr spcFirstLastPara="1" wrap="square" lIns="91425" tIns="45700" rIns="91425" bIns="45700" anchor="t" anchorCtr="0">
            <a:noAutofit/>
          </a:bodyPr>
          <a:lstStyle/>
          <a:p>
            <a:pPr marL="0" marR="0" lvl="2" indent="0" algn="just" defTabSz="457200" rtl="0" eaLnBrk="1" fontAlgn="auto" latinLnBrk="0" hangingPunct="1">
              <a:lnSpc>
                <a:spcPct val="133333"/>
              </a:lnSpc>
              <a:spcBef>
                <a:spcPts val="0"/>
              </a:spcBef>
              <a:spcAft>
                <a:spcPts val="0"/>
              </a:spcAft>
              <a:buClr>
                <a:srgbClr val="7F7F7F"/>
              </a:buClr>
              <a:buSzPts val="900"/>
              <a:buFont typeface="Arial"/>
              <a:buNone/>
              <a:tabLst/>
              <a:defRPr/>
            </a:pPr>
            <a:r>
              <a:rPr kumimoji="0" lang="fr-FR" sz="1200" b="1" i="0" u="none" strike="noStrike" kern="1200" cap="none" spc="0" normalizeH="0" baseline="0" noProof="0" dirty="0">
                <a:ln>
                  <a:noFill/>
                </a:ln>
                <a:solidFill>
                  <a:prstClr val="black"/>
                </a:solidFill>
                <a:effectLst/>
                <a:uLnTx/>
                <a:uFillTx/>
                <a:latin typeface="Work Sans" pitchFamily="2" charset="0"/>
                <a:ea typeface="Work Sans"/>
                <a:cs typeface="Work Sans"/>
                <a:sym typeface="Work Sans"/>
              </a:rPr>
              <a:t>Calendrier d’intervention</a:t>
            </a:r>
            <a:endParaRPr kumimoji="0" lang="fr-FR" sz="1200" b="0" i="0" u="none" strike="noStrike" kern="1200" cap="none" spc="0" normalizeH="0" baseline="0" noProof="0" dirty="0">
              <a:ln>
                <a:noFill/>
              </a:ln>
              <a:solidFill>
                <a:srgbClr val="000000"/>
              </a:solidFill>
              <a:effectLst/>
              <a:uLnTx/>
              <a:uFillTx/>
              <a:latin typeface="Work Sans" pitchFamily="2" charset="0"/>
              <a:ea typeface="Work Sans"/>
              <a:cs typeface="Work Sans"/>
              <a:sym typeface="Work Sans"/>
            </a:endParaRPr>
          </a:p>
          <a:p>
            <a:pPr marL="0" marR="0" lvl="2" indent="-69850" algn="just" defTabSz="457200" rtl="0" eaLnBrk="1" fontAlgn="auto" latinLnBrk="0" hangingPunct="1">
              <a:lnSpc>
                <a:spcPct val="133333"/>
              </a:lnSpc>
              <a:spcBef>
                <a:spcPts val="564"/>
              </a:spcBef>
              <a:spcAft>
                <a:spcPts val="0"/>
              </a:spcAft>
              <a:buClr>
                <a:srgbClr val="7F7F7F"/>
              </a:buClr>
              <a:buSzPts val="1100"/>
              <a:buFont typeface="Work Sans"/>
              <a:buChar char="•"/>
              <a:tabLst/>
              <a:defRPr/>
            </a:pPr>
            <a:r>
              <a:rPr kumimoji="0" lang="fr-FR" sz="1100" b="0" i="0" u="none" strike="noStrike" kern="1200" cap="none" spc="0" normalizeH="0" baseline="0" noProof="0" dirty="0">
                <a:ln>
                  <a:noFill/>
                </a:ln>
                <a:solidFill>
                  <a:prstClr val="black"/>
                </a:solidFill>
                <a:effectLst/>
                <a:uLnTx/>
                <a:uFillTx/>
                <a:latin typeface="Work Sans" pitchFamily="2" charset="0"/>
                <a:ea typeface="Work Sans"/>
                <a:cs typeface="Work Sans"/>
                <a:sym typeface="Work Sans"/>
              </a:rPr>
              <a:t>Nous vous confirmons que nous sommes en capacité de débuter notre intervention à compter de la date d’adjudication du marché.</a:t>
            </a:r>
            <a:endParaRPr kumimoji="0" lang="fr-FR" sz="1100" b="0" i="0" u="none" strike="noStrike" kern="1200" cap="none" spc="0" normalizeH="0" baseline="0" noProof="0" dirty="0">
              <a:ln>
                <a:noFill/>
              </a:ln>
              <a:solidFill>
                <a:srgbClr val="000000"/>
              </a:solidFill>
              <a:effectLst/>
              <a:uLnTx/>
              <a:uFillTx/>
              <a:latin typeface="Work Sans" pitchFamily="2" charset="0"/>
              <a:ea typeface="Work Sans"/>
              <a:cs typeface="Work Sans"/>
              <a:sym typeface="Work Sans"/>
            </a:endParaRPr>
          </a:p>
          <a:p>
            <a:pPr marL="0" marR="0" lvl="2" indent="-69850" algn="just" defTabSz="457200" rtl="0" eaLnBrk="1" fontAlgn="auto" latinLnBrk="0" hangingPunct="1">
              <a:lnSpc>
                <a:spcPct val="133333"/>
              </a:lnSpc>
              <a:spcBef>
                <a:spcPts val="564"/>
              </a:spcBef>
              <a:spcAft>
                <a:spcPts val="0"/>
              </a:spcAft>
              <a:buClr>
                <a:srgbClr val="7F7F7F"/>
              </a:buClr>
              <a:buSzPts val="1100"/>
              <a:buFont typeface="Work Sans"/>
              <a:buChar char="•"/>
              <a:tabLst/>
              <a:defRPr/>
            </a:pPr>
            <a:r>
              <a:rPr kumimoji="0" lang="fr-FR" sz="1100" b="0" i="0" u="none" strike="noStrike" kern="1200" cap="none" spc="0" normalizeH="0" baseline="0" noProof="0" dirty="0">
                <a:ln>
                  <a:noFill/>
                </a:ln>
                <a:solidFill>
                  <a:prstClr val="black"/>
                </a:solidFill>
                <a:effectLst/>
                <a:uLnTx/>
                <a:uFillTx/>
                <a:latin typeface="Work Sans" pitchFamily="2" charset="0"/>
                <a:ea typeface="Work Sans"/>
                <a:cs typeface="Work Sans"/>
                <a:sym typeface="Work Sans"/>
              </a:rPr>
              <a:t>Le respect du calendrier suppose que nous obtenions la pleine collaboration de la cible</a:t>
            </a:r>
            <a:r>
              <a:rPr kumimoji="0" lang="fr-FR" sz="1100" b="0" i="0" u="none" strike="noStrike" kern="1200" cap="none" spc="0" normalizeH="0" baseline="0" noProof="0" dirty="0">
                <a:ln>
                  <a:noFill/>
                </a:ln>
                <a:solidFill>
                  <a:srgbClr val="FF0000"/>
                </a:solidFill>
                <a:effectLst/>
                <a:uLnTx/>
                <a:uFillTx/>
                <a:latin typeface="Work Sans" pitchFamily="2" charset="0"/>
                <a:ea typeface="Work Sans"/>
                <a:cs typeface="Work Sans"/>
                <a:sym typeface="Work Sans"/>
              </a:rPr>
              <a:t> </a:t>
            </a:r>
            <a:r>
              <a:rPr kumimoji="0" lang="fr-FR" sz="1100" b="0" i="0" u="none" strike="noStrike" kern="1200" cap="none" spc="0" normalizeH="0" baseline="0" noProof="0" dirty="0">
                <a:ln>
                  <a:noFill/>
                </a:ln>
                <a:solidFill>
                  <a:prstClr val="black"/>
                </a:solidFill>
                <a:effectLst/>
                <a:uLnTx/>
                <a:uFillTx/>
                <a:latin typeface="Work Sans" pitchFamily="2" charset="0"/>
                <a:ea typeface="Work Sans"/>
                <a:cs typeface="Work Sans"/>
                <a:sym typeface="Work Sans"/>
              </a:rPr>
              <a:t>et de ses conseils.</a:t>
            </a:r>
            <a:endParaRPr kumimoji="0" lang="fr-FR" sz="1100" b="0" i="0" u="none" strike="noStrike" kern="1200" cap="none" spc="0" normalizeH="0" baseline="0" noProof="0" dirty="0">
              <a:ln>
                <a:noFill/>
              </a:ln>
              <a:solidFill>
                <a:srgbClr val="000000"/>
              </a:solidFill>
              <a:effectLst/>
              <a:uLnTx/>
              <a:uFillTx/>
              <a:latin typeface="Work Sans" pitchFamily="2" charset="0"/>
              <a:ea typeface="Work Sans"/>
              <a:cs typeface="Work Sans"/>
              <a:sym typeface="Work Sans"/>
            </a:endParaRPr>
          </a:p>
          <a:p>
            <a:pPr marL="0" marR="0" lvl="2" indent="-69850" algn="just" defTabSz="457200" rtl="0" eaLnBrk="1" fontAlgn="auto" latinLnBrk="0" hangingPunct="1">
              <a:lnSpc>
                <a:spcPct val="133333"/>
              </a:lnSpc>
              <a:spcBef>
                <a:spcPts val="564"/>
              </a:spcBef>
              <a:spcAft>
                <a:spcPts val="0"/>
              </a:spcAft>
              <a:buClr>
                <a:srgbClr val="7F7F7F"/>
              </a:buClr>
              <a:buSzPts val="1100"/>
              <a:buFont typeface="Work Sans"/>
              <a:buChar char="•"/>
              <a:tabLst/>
              <a:defRPr/>
            </a:pPr>
            <a:r>
              <a:rPr kumimoji="0" lang="fr-FR" sz="1100" b="0" i="0" u="none" strike="noStrike" kern="1200" cap="none" spc="0" normalizeH="0" baseline="0" noProof="0" dirty="0">
                <a:ln>
                  <a:noFill/>
                </a:ln>
                <a:solidFill>
                  <a:prstClr val="black"/>
                </a:solidFill>
                <a:effectLst/>
                <a:uLnTx/>
                <a:uFillTx/>
                <a:latin typeface="Work Sans" pitchFamily="2" charset="0"/>
                <a:ea typeface="Work Sans"/>
                <a:cs typeface="Work Sans"/>
                <a:sym typeface="Work Sans"/>
              </a:rPr>
              <a:t>Cette proposition d'honoraires dépendra de la qualité de l'information disponible. Si notre temps d'intervention devait excéder 15% du budget, nous vous tiendrons informés afin de revoir nos modalités d'intervention.</a:t>
            </a:r>
            <a:endParaRPr kumimoji="0" lang="fr-FR" sz="1100" b="0" i="0" u="none" strike="noStrike" kern="1200" cap="none" spc="0" normalizeH="0" baseline="0" noProof="0" dirty="0">
              <a:ln>
                <a:noFill/>
              </a:ln>
              <a:solidFill>
                <a:srgbClr val="000000"/>
              </a:solidFill>
              <a:effectLst/>
              <a:uLnTx/>
              <a:uFillTx/>
              <a:latin typeface="Work Sans" pitchFamily="2" charset="0"/>
              <a:ea typeface="Work Sans"/>
              <a:cs typeface="Work Sans"/>
              <a:sym typeface="Work Sans"/>
            </a:endParaRPr>
          </a:p>
          <a:p>
            <a:pPr marL="0" marR="0" lvl="2" indent="-69850" algn="just" defTabSz="457200" rtl="0" eaLnBrk="1" fontAlgn="auto" latinLnBrk="0" hangingPunct="1">
              <a:lnSpc>
                <a:spcPct val="133333"/>
              </a:lnSpc>
              <a:spcBef>
                <a:spcPts val="564"/>
              </a:spcBef>
              <a:spcAft>
                <a:spcPts val="0"/>
              </a:spcAft>
              <a:buClr>
                <a:srgbClr val="7F7F7F"/>
              </a:buClr>
              <a:buSzPts val="1100"/>
              <a:buFont typeface="Work Sans"/>
              <a:buChar char="•"/>
              <a:tabLst/>
              <a:defRPr/>
            </a:pPr>
            <a:r>
              <a:rPr kumimoji="0" lang="fr-FR" sz="1100" b="0" i="0" u="none" strike="noStrike" kern="1200" cap="none" spc="0" normalizeH="0" baseline="0" noProof="0" dirty="0">
                <a:ln>
                  <a:noFill/>
                </a:ln>
                <a:solidFill>
                  <a:prstClr val="black"/>
                </a:solidFill>
                <a:effectLst/>
                <a:uLnTx/>
                <a:uFillTx/>
                <a:latin typeface="Work Sans" pitchFamily="2" charset="0"/>
                <a:ea typeface="Work Sans"/>
                <a:cs typeface="Work Sans"/>
                <a:sym typeface="Work Sans"/>
              </a:rPr>
              <a:t>Nous vous tiendrons régulièrement informés de nos travaux et de nos conclusions intermédiaires.</a:t>
            </a:r>
            <a:endParaRPr kumimoji="0" lang="fr-FR" sz="1100" b="0" i="0" u="none" strike="noStrike" kern="1200" cap="none" spc="0" normalizeH="0" baseline="0" noProof="0" dirty="0">
              <a:ln>
                <a:noFill/>
              </a:ln>
              <a:solidFill>
                <a:srgbClr val="000000"/>
              </a:solidFill>
              <a:effectLst/>
              <a:uLnTx/>
              <a:uFillTx/>
              <a:latin typeface="Work Sans" pitchFamily="2" charset="0"/>
              <a:ea typeface="Work Sans"/>
              <a:cs typeface="Work Sans"/>
              <a:sym typeface="Work Sans"/>
            </a:endParaRPr>
          </a:p>
        </p:txBody>
      </p:sp>
      <p:sp>
        <p:nvSpPr>
          <p:cNvPr id="5" name="Google Shape;414;g347a0e3f15b_3_365">
            <a:extLst>
              <a:ext uri="{FF2B5EF4-FFF2-40B4-BE49-F238E27FC236}">
                <a16:creationId xmlns:a16="http://schemas.microsoft.com/office/drawing/2014/main" id="{32AF0ADA-B5AE-6B9F-6A67-24D4DD82A647}"/>
              </a:ext>
            </a:extLst>
          </p:cNvPr>
          <p:cNvSpPr txBox="1"/>
          <p:nvPr/>
        </p:nvSpPr>
        <p:spPr>
          <a:xfrm>
            <a:off x="296244" y="4625553"/>
            <a:ext cx="10989072" cy="1115504"/>
          </a:xfrm>
          <a:prstGeom prst="rect">
            <a:avLst/>
          </a:prstGeom>
          <a:noFill/>
          <a:ln>
            <a:noFill/>
          </a:ln>
        </p:spPr>
        <p:txBody>
          <a:bodyPr spcFirstLastPara="1" wrap="square" lIns="91425" tIns="45700" rIns="91425" bIns="45700" anchor="t" anchorCtr="0">
            <a:noAutofit/>
          </a:bodyPr>
          <a:lstStyle/>
          <a:p>
            <a:pPr marL="171450" marR="0" lvl="2" indent="-184150" algn="l" defTabSz="457200" rtl="0" eaLnBrk="1" fontAlgn="auto" latinLnBrk="0" hangingPunct="1">
              <a:lnSpc>
                <a:spcPct val="100000"/>
              </a:lnSpc>
              <a:spcBef>
                <a:spcPts val="0"/>
              </a:spcBef>
              <a:spcAft>
                <a:spcPts val="1200"/>
              </a:spcAft>
              <a:buClr>
                <a:prstClr val="black"/>
              </a:buClr>
              <a:buSzPts val="1100"/>
              <a:buFont typeface="Work Sans"/>
              <a:buChar char="•"/>
              <a:tabLst/>
              <a:defRPr/>
            </a:pPr>
            <a:r>
              <a:rPr kumimoji="0" lang="fr-FR" sz="1100" b="0" i="0" u="none" strike="noStrike" kern="1200" cap="none" spc="0" normalizeH="0" baseline="0" noProof="0" dirty="0">
                <a:ln>
                  <a:noFill/>
                </a:ln>
                <a:solidFill>
                  <a:prstClr val="black"/>
                </a:solidFill>
                <a:effectLst/>
                <a:uLnTx/>
                <a:uFillTx/>
                <a:latin typeface="Work Sans"/>
                <a:ea typeface="Work Sans"/>
                <a:cs typeface="Work Sans"/>
                <a:sym typeface="Work Sans"/>
              </a:rPr>
              <a:t>Nos honoraires sont fonction du niveau de qualification requis par la nature et la complexité des travaux effectués et du temps passé. </a:t>
            </a:r>
          </a:p>
          <a:p>
            <a:pPr marL="171450" marR="0" lvl="2" indent="-171450" algn="l" defTabSz="946862"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fr-CI" altLang="fr-FR" sz="1100" b="0" i="0" u="none" strike="noStrike" kern="1200" cap="none" spc="0" normalizeH="0" baseline="0" noProof="0" dirty="0">
                <a:ln>
                  <a:noFill/>
                </a:ln>
                <a:solidFill>
                  <a:prstClr val="black"/>
                </a:solidFill>
                <a:effectLst/>
                <a:uLnTx/>
                <a:uFillTx/>
                <a:latin typeface="Work Sans"/>
                <a:ea typeface="+mn-ea"/>
                <a:cs typeface="Arial"/>
              </a:rPr>
              <a:t>Nos honoraires concernant la réalisation de la mission s'élèvent à dix huit milles cinq cent euros hors taxes (18 500 euros HT).</a:t>
            </a:r>
            <a:endParaRPr kumimoji="0" lang="fr-CI" altLang="fr-FR" sz="1100" b="1" i="0" u="none" strike="noStrike" kern="1200" cap="none" spc="0" normalizeH="0" baseline="0" noProof="0" dirty="0">
              <a:ln>
                <a:noFill/>
              </a:ln>
              <a:solidFill>
                <a:prstClr val="black"/>
              </a:solidFill>
              <a:effectLst/>
              <a:uLnTx/>
              <a:uFillTx/>
              <a:latin typeface="Work Sans"/>
              <a:ea typeface="+mn-ea"/>
              <a:cs typeface="Arial"/>
            </a:endParaRPr>
          </a:p>
          <a:p>
            <a:pPr marL="171450" marR="0" lvl="2" indent="-171450" algn="l" defTabSz="946862"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fr-CI" altLang="fr-FR" sz="1100" b="0" i="0" u="none" strike="noStrike" kern="1200" cap="none" spc="0" normalizeH="0" baseline="0" noProof="0" dirty="0">
                <a:ln>
                  <a:noFill/>
                </a:ln>
                <a:solidFill>
                  <a:prstClr val="black"/>
                </a:solidFill>
                <a:effectLst/>
                <a:uLnTx/>
                <a:uFillTx/>
                <a:latin typeface="Work Sans"/>
                <a:ea typeface="+mn-ea"/>
                <a:cs typeface="Arial"/>
              </a:rPr>
              <a:t>Les honoraires n’incluent pas les éventuels frais de mission, de transport et d'hébergement qui vous seront facturés en supplément sur présentation des factures. Ces frais ne devraient pas excéder cinq milles euros ( 5 000 euros).  </a:t>
            </a:r>
          </a:p>
        </p:txBody>
      </p:sp>
      <p:grpSp>
        <p:nvGrpSpPr>
          <p:cNvPr id="6" name="Groupe 5">
            <a:extLst>
              <a:ext uri="{FF2B5EF4-FFF2-40B4-BE49-F238E27FC236}">
                <a16:creationId xmlns:a16="http://schemas.microsoft.com/office/drawing/2014/main" id="{34009EC5-682D-5ADD-45B9-42BF3E8C4841}"/>
              </a:ext>
            </a:extLst>
          </p:cNvPr>
          <p:cNvGrpSpPr/>
          <p:nvPr/>
        </p:nvGrpSpPr>
        <p:grpSpPr>
          <a:xfrm>
            <a:off x="296244" y="2639635"/>
            <a:ext cx="10998309" cy="1854272"/>
            <a:chOff x="319188" y="2683611"/>
            <a:chExt cx="11232803" cy="1854272"/>
          </a:xfrm>
        </p:grpSpPr>
        <p:graphicFrame>
          <p:nvGraphicFramePr>
            <p:cNvPr id="9" name="Google Shape;412;g347a0e3f15b_3_365">
              <a:extLst>
                <a:ext uri="{FF2B5EF4-FFF2-40B4-BE49-F238E27FC236}">
                  <a16:creationId xmlns:a16="http://schemas.microsoft.com/office/drawing/2014/main" id="{F59EDF63-9F9C-E2D5-B2CA-373B4D4135F2}"/>
                </a:ext>
              </a:extLst>
            </p:cNvPr>
            <p:cNvGraphicFramePr/>
            <p:nvPr>
              <p:extLst>
                <p:ext uri="{D42A27DB-BD31-4B8C-83A1-F6EECF244321}">
                  <p14:modId xmlns:p14="http://schemas.microsoft.com/office/powerpoint/2010/main" val="2394738529"/>
                </p:ext>
              </p:extLst>
            </p:nvPr>
          </p:nvGraphicFramePr>
          <p:xfrm>
            <a:off x="319188" y="2683611"/>
            <a:ext cx="5917016" cy="1776772"/>
          </p:xfrm>
          <a:graphic>
            <a:graphicData uri="http://schemas.openxmlformats.org/drawingml/2006/table">
              <a:tbl>
                <a:tblPr>
                  <a:noFill/>
                </a:tblPr>
                <a:tblGrid>
                  <a:gridCol w="4902249">
                    <a:extLst>
                      <a:ext uri="{9D8B030D-6E8A-4147-A177-3AD203B41FA5}">
                        <a16:colId xmlns:a16="http://schemas.microsoft.com/office/drawing/2014/main" val="20000"/>
                      </a:ext>
                    </a:extLst>
                  </a:gridCol>
                  <a:gridCol w="891244">
                    <a:extLst>
                      <a:ext uri="{9D8B030D-6E8A-4147-A177-3AD203B41FA5}">
                        <a16:colId xmlns:a16="http://schemas.microsoft.com/office/drawing/2014/main" val="20001"/>
                      </a:ext>
                    </a:extLst>
                  </a:gridCol>
                </a:tblGrid>
                <a:tr h="312962">
                  <a:tc>
                    <a:txBody>
                      <a:bodyPr/>
                      <a:lstStyle/>
                      <a:p>
                        <a:pPr marL="0" marR="0" lvl="0" indent="0" algn="l" rtl="0">
                          <a:lnSpc>
                            <a:spcPct val="100000"/>
                          </a:lnSpc>
                          <a:spcBef>
                            <a:spcPts val="0"/>
                          </a:spcBef>
                          <a:spcAft>
                            <a:spcPts val="0"/>
                          </a:spcAft>
                          <a:buClr>
                            <a:srgbClr val="FFFFFF"/>
                          </a:buClr>
                          <a:buSzPts val="1000"/>
                          <a:buFont typeface="Work Sans"/>
                          <a:buNone/>
                        </a:pPr>
                        <a:r>
                          <a:rPr lang="fr-FR" sz="1100" b="1" i="0" u="none" strike="noStrike" cap="none">
                            <a:solidFill>
                              <a:srgbClr val="FFFFFF"/>
                            </a:solidFill>
                            <a:latin typeface="Work Sans"/>
                            <a:ea typeface="Work Sans"/>
                            <a:cs typeface="Work Sans"/>
                            <a:sym typeface="Work Sans"/>
                          </a:rPr>
                          <a:t>Budget</a:t>
                        </a:r>
                        <a:endParaRPr sz="1100" u="none" strike="noStrike" cap="none">
                          <a:latin typeface="Work Sans"/>
                          <a:ea typeface="Work Sans"/>
                          <a:cs typeface="Work Sans"/>
                          <a:sym typeface="Work Sans"/>
                        </a:endParaRPr>
                      </a:p>
                    </a:txBody>
                    <a:tcPr marL="36000" marR="36000" marT="36000" marB="36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43D5D"/>
                      </a:solidFill>
                    </a:tcPr>
                  </a:tc>
                  <a:tc>
                    <a:txBody>
                      <a:bodyPr/>
                      <a:lstStyle/>
                      <a:p>
                        <a:pPr marL="0" marR="0" lvl="0" indent="0" algn="l" rtl="0">
                          <a:lnSpc>
                            <a:spcPct val="100000"/>
                          </a:lnSpc>
                          <a:spcBef>
                            <a:spcPts val="0"/>
                          </a:spcBef>
                          <a:spcAft>
                            <a:spcPts val="0"/>
                          </a:spcAft>
                          <a:buClr>
                            <a:srgbClr val="FFFFFF"/>
                          </a:buClr>
                          <a:buSzPts val="1000"/>
                          <a:buFont typeface="Work Sans"/>
                          <a:buNone/>
                        </a:pPr>
                        <a:r>
                          <a:rPr lang="fr-FR" sz="1100" b="1" i="0" u="none" strike="noStrike" cap="none">
                            <a:solidFill>
                              <a:srgbClr val="FFFFFF"/>
                            </a:solidFill>
                            <a:latin typeface="Work Sans"/>
                            <a:ea typeface="Work Sans"/>
                            <a:cs typeface="Work Sans"/>
                            <a:sym typeface="Work Sans"/>
                          </a:rPr>
                          <a:t>  Total</a:t>
                        </a:r>
                        <a:endParaRPr sz="1100" u="none" strike="noStrike" cap="none">
                          <a:latin typeface="Work Sans"/>
                          <a:ea typeface="Work Sans"/>
                          <a:cs typeface="Work Sans"/>
                          <a:sym typeface="Work Sans"/>
                        </a:endParaRPr>
                      </a:p>
                    </a:txBody>
                    <a:tcPr marL="36000" marR="36000" marT="36000" marB="36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43D5D"/>
                      </a:solidFill>
                    </a:tcPr>
                  </a:tc>
                  <a:extLst>
                    <a:ext uri="{0D108BD9-81ED-4DB2-BD59-A6C34878D82A}">
                      <a16:rowId xmlns:a16="http://schemas.microsoft.com/office/drawing/2014/main" val="10000"/>
                    </a:ext>
                  </a:extLst>
                </a:tr>
                <a:tr h="182880">
                  <a:tc>
                    <a:txBody>
                      <a:bodyPr/>
                      <a:lstStyle/>
                      <a:p>
                        <a:pPr marL="0" marR="0" lvl="0" indent="0" algn="l" defTabSz="914400" rtl="0" eaLnBrk="1" fontAlgn="auto" latinLnBrk="0" hangingPunct="1">
                          <a:lnSpc>
                            <a:spcPct val="100000"/>
                          </a:lnSpc>
                          <a:spcBef>
                            <a:spcPts val="0"/>
                          </a:spcBef>
                          <a:spcAft>
                            <a:spcPts val="0"/>
                          </a:spcAft>
                          <a:buClr>
                            <a:srgbClr val="000000"/>
                          </a:buClr>
                          <a:buSzPts val="900"/>
                          <a:buFont typeface="Arial"/>
                          <a:buNone/>
                          <a:tabLst/>
                          <a:defRPr/>
                        </a:pPr>
                        <a:r>
                          <a:rPr lang="fr-FR" sz="1100" u="none" strike="noStrike" cap="none" dirty="0">
                            <a:solidFill>
                              <a:srgbClr val="043D5D"/>
                            </a:solidFill>
                            <a:highlight>
                              <a:srgbClr val="FFFF00"/>
                            </a:highlight>
                            <a:latin typeface="Work Sans"/>
                            <a:ea typeface="Work Sans"/>
                            <a:cs typeface="Work Sans"/>
                          </a:rPr>
                          <a:t> </a:t>
                        </a:r>
                        <a:r>
                          <a:rPr lang="fr-FR" sz="1100" b="1" u="none" strike="noStrike" cap="none" dirty="0">
                            <a:solidFill>
                              <a:srgbClr val="043D5D"/>
                            </a:solidFill>
                            <a:highlight>
                              <a:srgbClr val="FFFF00"/>
                            </a:highlight>
                            <a:latin typeface="Work Sans"/>
                            <a:ea typeface="Work Sans"/>
                            <a:cs typeface="Work Sans"/>
                          </a:rPr>
                          <a:t>1.</a:t>
                        </a:r>
                        <a:r>
                          <a:rPr lang="fr-FR" sz="1100" b="1" u="none" strike="noStrike" cap="none" baseline="0" dirty="0">
                            <a:solidFill>
                              <a:srgbClr val="043D5D"/>
                            </a:solidFill>
                            <a:highlight>
                              <a:srgbClr val="FFFF00"/>
                            </a:highlight>
                            <a:latin typeface="Work Sans"/>
                            <a:ea typeface="Work Sans"/>
                            <a:cs typeface="Work Sans"/>
                          </a:rPr>
                          <a:t> </a:t>
                        </a:r>
                        <a:endParaRPr lang="fr-CI" sz="1100" kern="1200" dirty="0">
                          <a:solidFill>
                            <a:schemeClr val="dk1"/>
                          </a:solidFill>
                          <a:effectLst/>
                          <a:highlight>
                            <a:srgbClr val="FFFF00"/>
                          </a:highlight>
                          <a:latin typeface="Work Sans"/>
                          <a:ea typeface="+mn-ea"/>
                          <a:cs typeface="Arial"/>
                        </a:endParaRPr>
                      </a:p>
                    </a:txBody>
                    <a:tcPr marL="0" marR="36000" marT="36000" marB="36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00"/>
                          <a:buFont typeface="Arial"/>
                          <a:buNone/>
                        </a:pPr>
                        <a:r>
                          <a:rPr lang="fr-FR" sz="1100" u="none" strike="noStrike" cap="none">
                            <a:solidFill>
                              <a:srgbClr val="043D5D"/>
                            </a:solidFill>
                            <a:highlight>
                              <a:srgbClr val="FFFF00"/>
                            </a:highlight>
                            <a:latin typeface="Work Sans"/>
                            <a:ea typeface="Work Sans"/>
                            <a:cs typeface="Work Sans"/>
                          </a:rPr>
                          <a:t>X jour</a:t>
                        </a:r>
                        <a:endParaRPr sz="1100" u="none" strike="noStrike" cap="none">
                          <a:solidFill>
                            <a:srgbClr val="043D5D"/>
                          </a:solidFill>
                          <a:highlight>
                            <a:srgbClr val="FFFF00"/>
                          </a:highlight>
                          <a:latin typeface="Work Sans"/>
                          <a:ea typeface="Work Sans"/>
                          <a:cs typeface="Work Sans"/>
                          <a:sym typeface="Work Sans"/>
                        </a:endParaRPr>
                      </a:p>
                    </a:txBody>
                    <a:tcPr marL="4775" marR="4775" marT="4775"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302571">
                  <a:tc>
                    <a:txBody>
                      <a:bodyPr/>
                      <a:lstStyle/>
                      <a:p>
                        <a:pPr marL="182245" marR="0" lvl="0" indent="-182245" algn="l" defTabSz="914400" rtl="0" eaLnBrk="1" fontAlgn="auto" latinLnBrk="0" hangingPunct="1">
                          <a:lnSpc>
                            <a:spcPct val="100000"/>
                          </a:lnSpc>
                          <a:spcBef>
                            <a:spcPts val="0"/>
                          </a:spcBef>
                          <a:spcAft>
                            <a:spcPts val="0"/>
                          </a:spcAft>
                          <a:buClrTx/>
                          <a:buSzTx/>
                          <a:buFontTx/>
                          <a:buNone/>
                          <a:tabLst/>
                          <a:defRPr/>
                        </a:pPr>
                        <a:r>
                          <a:rPr lang="fr-FR" sz="1100" kern="1200" baseline="0" dirty="0">
                            <a:solidFill>
                              <a:schemeClr val="dk1"/>
                            </a:solidFill>
                            <a:effectLst/>
                            <a:highlight>
                              <a:srgbClr val="FFFF00"/>
                            </a:highlight>
                            <a:latin typeface="Work Sans"/>
                            <a:ea typeface="+mn-ea"/>
                            <a:cs typeface="Arial"/>
                          </a:rPr>
                          <a:t> </a:t>
                        </a:r>
                        <a:r>
                          <a:rPr lang="fr-FR" sz="1100" b="1" kern="1200" baseline="0" dirty="0">
                            <a:solidFill>
                              <a:schemeClr val="dk1"/>
                            </a:solidFill>
                            <a:effectLst/>
                            <a:highlight>
                              <a:srgbClr val="FFFF00"/>
                            </a:highlight>
                            <a:latin typeface="Work Sans"/>
                            <a:ea typeface="+mn-ea"/>
                            <a:cs typeface="Arial"/>
                          </a:rPr>
                          <a:t>2</a:t>
                        </a:r>
                        <a:r>
                          <a:rPr lang="fr-FR" sz="1100" b="1" kern="1200" dirty="0">
                            <a:solidFill>
                              <a:schemeClr val="dk1"/>
                            </a:solidFill>
                            <a:effectLst/>
                            <a:highlight>
                              <a:srgbClr val="FFFF00"/>
                            </a:highlight>
                            <a:latin typeface="Work Sans"/>
                            <a:ea typeface="+mn-ea"/>
                            <a:cs typeface="Arial"/>
                          </a:rPr>
                          <a:t>. </a:t>
                        </a:r>
                        <a:endParaRPr lang="fr-FR" sz="1100" kern="1200" dirty="0">
                          <a:solidFill>
                            <a:schemeClr val="dk1"/>
                          </a:solidFill>
                          <a:effectLst/>
                          <a:highlight>
                            <a:srgbClr val="FFFF00"/>
                          </a:highlight>
                          <a:latin typeface="Work Sans"/>
                          <a:ea typeface="+mn-ea"/>
                          <a:cs typeface="Arial"/>
                        </a:endParaRPr>
                      </a:p>
                    </a:txBody>
                    <a:tcPr marL="0" marR="36000" marT="36000" marB="36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00"/>
                          <a:buFont typeface="Arial"/>
                          <a:buNone/>
                        </a:pPr>
                        <a:r>
                          <a:rPr lang="fr-FR" sz="1100" u="none" strike="noStrike" cap="none">
                            <a:solidFill>
                              <a:srgbClr val="043D5D"/>
                            </a:solidFill>
                            <a:highlight>
                              <a:srgbClr val="FFFF00"/>
                            </a:highlight>
                            <a:latin typeface="Work Sans"/>
                            <a:ea typeface="Work Sans"/>
                            <a:cs typeface="Work Sans"/>
                            <a:sym typeface="Work Sans"/>
                          </a:rPr>
                          <a:t> </a:t>
                        </a:r>
                        <a:r>
                          <a:rPr lang="fr-FR" sz="1100" u="none" strike="noStrike" cap="none">
                            <a:solidFill>
                              <a:srgbClr val="043D5D"/>
                            </a:solidFill>
                            <a:highlight>
                              <a:srgbClr val="FFFF00"/>
                            </a:highlight>
                            <a:latin typeface="Work Sans"/>
                            <a:ea typeface="Work Sans"/>
                            <a:cs typeface="Work Sans"/>
                          </a:rPr>
                          <a:t>X jours</a:t>
                        </a:r>
                        <a:endParaRPr lang="fr-FR" sz="1100" u="none" strike="noStrike" cap="none">
                          <a:solidFill>
                            <a:srgbClr val="043D5D"/>
                          </a:solidFill>
                          <a:highlight>
                            <a:srgbClr val="FFFF00"/>
                          </a:highlight>
                          <a:latin typeface="Work Sans"/>
                          <a:ea typeface="Work Sans"/>
                          <a:cs typeface="Work Sans"/>
                          <a:sym typeface="Work Sans"/>
                        </a:endParaRPr>
                      </a:p>
                    </a:txBody>
                    <a:tcPr marL="4775" marR="4775" marT="4775"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335639">
                  <a:tc>
                    <a:txBody>
                      <a:bodyPr/>
                      <a:lstStyle/>
                      <a:p>
                        <a:pPr marL="182245" marR="0" lvl="0" indent="-182245" algn="l" defTabSz="914400" rtl="0" eaLnBrk="1" fontAlgn="auto" latinLnBrk="0" hangingPunct="1">
                          <a:lnSpc>
                            <a:spcPct val="100000"/>
                          </a:lnSpc>
                          <a:spcBef>
                            <a:spcPts val="0"/>
                          </a:spcBef>
                          <a:spcAft>
                            <a:spcPts val="0"/>
                          </a:spcAft>
                          <a:buClr>
                            <a:srgbClr val="000000"/>
                          </a:buClr>
                          <a:buSzPts val="900"/>
                          <a:buFont typeface="Arial"/>
                          <a:buNone/>
                          <a:tabLst/>
                          <a:defRPr/>
                        </a:pPr>
                        <a:r>
                          <a:rPr lang="fr-FR" sz="1100" b="1" kern="1200" dirty="0">
                            <a:solidFill>
                              <a:schemeClr val="dk1"/>
                            </a:solidFill>
                            <a:effectLst/>
                            <a:highlight>
                              <a:srgbClr val="FFFF00"/>
                            </a:highlight>
                            <a:latin typeface="Work Sans"/>
                            <a:ea typeface="+mn-ea"/>
                            <a:cs typeface="Arial"/>
                          </a:rPr>
                          <a:t> 3. </a:t>
                        </a:r>
                        <a:endParaRPr lang="fr-FR" sz="1100" b="0" kern="1200" dirty="0">
                          <a:solidFill>
                            <a:schemeClr val="dk1"/>
                          </a:solidFill>
                          <a:effectLst/>
                          <a:highlight>
                            <a:srgbClr val="FFFF00"/>
                          </a:highlight>
                          <a:latin typeface="Work Sans"/>
                          <a:ea typeface="+mn-ea"/>
                          <a:cs typeface="Arial"/>
                        </a:endParaRPr>
                      </a:p>
                    </a:txBody>
                    <a:tcPr marL="0" marR="36000" marT="36000" marB="36000" anchor="ctr">
                      <a:lnL w="9525" cap="flat" cmpd="sng">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00"/>
                          <a:buFont typeface="Arial"/>
                          <a:buNone/>
                        </a:pPr>
                        <a:r>
                          <a:rPr lang="fr-FR" sz="1100" u="none" strike="noStrike" cap="none">
                            <a:solidFill>
                              <a:srgbClr val="043D5D"/>
                            </a:solidFill>
                            <a:highlight>
                              <a:srgbClr val="FFFF00"/>
                            </a:highlight>
                            <a:latin typeface="Work Sans"/>
                            <a:ea typeface="Work Sans"/>
                            <a:cs typeface="Work Sans"/>
                          </a:rPr>
                          <a:t>X jours</a:t>
                        </a:r>
                        <a:endParaRPr sz="1100" u="none" strike="noStrike" cap="none">
                          <a:solidFill>
                            <a:srgbClr val="043D5D"/>
                          </a:solidFill>
                          <a:highlight>
                            <a:srgbClr val="FFFF00"/>
                          </a:highlight>
                          <a:latin typeface="Work Sans"/>
                          <a:ea typeface="Work Sans"/>
                          <a:cs typeface="Work Sans"/>
                          <a:sym typeface="Work Sans"/>
                        </a:endParaRPr>
                      </a:p>
                    </a:txBody>
                    <a:tcPr marL="4775" marR="4775" marT="4775" marB="0" anchor="ctr">
                      <a:lnL w="9525" cap="flat" cmpd="sng" algn="ctr">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542510884"/>
                    </a:ext>
                  </a:extLst>
                </a:tr>
                <a:tr h="339823">
                  <a:tc>
                    <a:txBody>
                      <a:bodyPr/>
                      <a:lstStyle/>
                      <a:p>
                        <a:pPr marL="0" marR="0" lvl="0" indent="0" algn="l" defTabSz="914400" rtl="0" eaLnBrk="1" fontAlgn="auto" latinLnBrk="0" hangingPunct="1">
                          <a:lnSpc>
                            <a:spcPct val="100000"/>
                          </a:lnSpc>
                          <a:spcBef>
                            <a:spcPts val="0"/>
                          </a:spcBef>
                          <a:spcAft>
                            <a:spcPts val="0"/>
                          </a:spcAft>
                          <a:buClr>
                            <a:srgbClr val="043D5D"/>
                          </a:buClr>
                          <a:buSzPts val="900"/>
                          <a:buFont typeface="Work Sans"/>
                          <a:buNone/>
                          <a:tabLst/>
                          <a:defRPr/>
                        </a:pPr>
                        <a:r>
                          <a:rPr lang="fr-FR" sz="1100" b="1" i="0" u="none" strike="noStrike" cap="none" dirty="0">
                            <a:solidFill>
                              <a:srgbClr val="043D5D"/>
                            </a:solidFill>
                            <a:highlight>
                              <a:srgbClr val="FFFF00"/>
                            </a:highlight>
                            <a:latin typeface="Work Sans"/>
                            <a:ea typeface="Work Sans"/>
                            <a:cs typeface="Work Sans"/>
                            <a:sym typeface="Work Sans"/>
                          </a:rPr>
                          <a:t>Nombre de jours ouvrés</a:t>
                        </a:r>
                      </a:p>
                      <a:p>
                        <a:pPr marL="0" marR="0" lvl="0" indent="0" algn="l">
                          <a:lnSpc>
                            <a:spcPct val="100000"/>
                          </a:lnSpc>
                          <a:spcBef>
                            <a:spcPts val="0"/>
                          </a:spcBef>
                          <a:spcAft>
                            <a:spcPts val="0"/>
                          </a:spcAft>
                          <a:buSzPts val="900"/>
                          <a:buFont typeface="Work Sans"/>
                          <a:buNone/>
                        </a:pPr>
                        <a:endParaRPr lang="fr-FR" sz="700" b="1" i="0" u="none" strike="noStrike" cap="none" dirty="0">
                          <a:solidFill>
                            <a:srgbClr val="043D5D"/>
                          </a:solidFill>
                          <a:highlight>
                            <a:srgbClr val="FFFF00"/>
                          </a:highlight>
                          <a:latin typeface="Work Sans" pitchFamily="2" charset="0"/>
                          <a:ea typeface="Work Sans"/>
                          <a:cs typeface="Work Sans"/>
                        </a:endParaRPr>
                      </a:p>
                    </a:txBody>
                    <a:tcPr marL="36000" marR="36000" marT="36000" marB="36000">
                      <a:lnL w="9525" cap="flat" cmpd="sng">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solidFill>
                        <a:srgbClr val="F2F2F2"/>
                      </a:solidFill>
                    </a:tcPr>
                  </a:tc>
                  <a:tc>
                    <a:txBody>
                      <a:bodyPr/>
                      <a:lstStyle/>
                      <a:p>
                        <a:pPr marL="0" marR="0" lvl="0" indent="0" algn="ctr" rtl="0">
                          <a:lnSpc>
                            <a:spcPct val="100000"/>
                          </a:lnSpc>
                          <a:spcBef>
                            <a:spcPts val="0"/>
                          </a:spcBef>
                          <a:spcAft>
                            <a:spcPts val="0"/>
                          </a:spcAft>
                          <a:buClr>
                            <a:srgbClr val="043D5D"/>
                          </a:buClr>
                          <a:buSzPts val="900"/>
                          <a:buFont typeface="Work Sans"/>
                          <a:buNone/>
                        </a:pPr>
                        <a:r>
                          <a:rPr lang="fr-FR" sz="1100" b="1" u="none" strike="noStrike" cap="none">
                            <a:solidFill>
                              <a:srgbClr val="043D5D"/>
                            </a:solidFill>
                            <a:highlight>
                              <a:srgbClr val="FFFF00"/>
                            </a:highlight>
                            <a:latin typeface="Work Sans"/>
                            <a:ea typeface="Work Sans"/>
                            <a:cs typeface="Work Sans"/>
                          </a:rPr>
                          <a:t> X jours</a:t>
                        </a:r>
                        <a:endParaRPr sz="1100" b="1" u="none" strike="noStrike" cap="none">
                          <a:solidFill>
                            <a:srgbClr val="043D5D"/>
                          </a:solidFill>
                          <a:highlight>
                            <a:srgbClr val="FFFF00"/>
                          </a:highlight>
                          <a:latin typeface="Work Sans"/>
                          <a:ea typeface="Work Sans"/>
                          <a:cs typeface="Work Sans"/>
                          <a:sym typeface="Work Sans"/>
                        </a:endParaRPr>
                      </a:p>
                    </a:txBody>
                    <a:tcPr marL="36000" marR="36000" marT="36000" marB="36000">
                      <a:lnL w="9525" cap="flat" cmpd="sng" algn="ctr">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lgn="ctr">
                        <a:solidFill>
                          <a:srgbClr val="000000">
                            <a:alpha val="0"/>
                          </a:srgbClr>
                        </a:solidFill>
                        <a:prstDash val="solid"/>
                        <a:round/>
                        <a:headEnd type="none" w="sm" len="sm"/>
                        <a:tailEnd type="none" w="sm" len="sm"/>
                      </a:lnT>
                      <a:lnB w="9525" cap="flat" cmpd="sng" algn="ctr">
                        <a:solidFill>
                          <a:srgbClr val="000000">
                            <a:alpha val="0"/>
                          </a:srgbClr>
                        </a:solidFill>
                        <a:prstDash val="solid"/>
                        <a:round/>
                        <a:headEnd type="none" w="sm" len="sm"/>
                        <a:tailEnd type="none" w="sm" len="sm"/>
                      </a:lnB>
                      <a:solidFill>
                        <a:srgbClr val="F2F2F2"/>
                      </a:solidFill>
                    </a:tcPr>
                  </a:tc>
                  <a:extLst>
                    <a:ext uri="{0D108BD9-81ED-4DB2-BD59-A6C34878D82A}">
                      <a16:rowId xmlns:a16="http://schemas.microsoft.com/office/drawing/2014/main" val="10004"/>
                    </a:ext>
                  </a:extLst>
                </a:tr>
                <a:tr h="198920">
                  <a:tc>
                    <a:txBody>
                      <a:bodyPr/>
                      <a:lstStyle/>
                      <a:p>
                        <a:pPr marL="0" marR="0" lvl="0" indent="0" algn="l" defTabSz="914400" rtl="0" eaLnBrk="1" fontAlgn="auto" latinLnBrk="0" hangingPunct="1">
                          <a:lnSpc>
                            <a:spcPct val="100000"/>
                          </a:lnSpc>
                          <a:spcBef>
                            <a:spcPts val="0"/>
                          </a:spcBef>
                          <a:spcAft>
                            <a:spcPts val="0"/>
                          </a:spcAft>
                          <a:buClr>
                            <a:srgbClr val="043D5D"/>
                          </a:buClr>
                          <a:buSzPts val="900"/>
                          <a:buFont typeface="Work Sans"/>
                          <a:buNone/>
                          <a:tabLst/>
                          <a:defRPr/>
                        </a:pPr>
                        <a:r>
                          <a:rPr lang="fr-FR" sz="1100" b="1" i="0" u="none" strike="noStrike" cap="none" dirty="0">
                            <a:solidFill>
                              <a:srgbClr val="043D5D"/>
                            </a:solidFill>
                            <a:highlight>
                              <a:srgbClr val="FFFF00"/>
                            </a:highlight>
                            <a:latin typeface="Work Sans"/>
                            <a:ea typeface="Work Sans"/>
                            <a:cs typeface="Work Sans"/>
                            <a:sym typeface="Work Sans"/>
                          </a:rPr>
                          <a:t>Budget Total</a:t>
                        </a:r>
                        <a:endParaRPr lang="fr-FR" sz="1100" u="none" strike="noStrike" cap="none" dirty="0">
                          <a:highlight>
                            <a:srgbClr val="FFFF00"/>
                          </a:highlight>
                          <a:latin typeface="Work Sans"/>
                          <a:ea typeface="Work Sans"/>
                          <a:cs typeface="Work Sans"/>
                          <a:sym typeface="Work Sans"/>
                        </a:endParaRPr>
                      </a:p>
                    </a:txBody>
                    <a:tcPr marL="36000" marR="36000" marT="36000" marB="36000">
                      <a:lnL w="9525" cap="flat" cmpd="sng">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tc>
                    <a:txBody>
                      <a:bodyPr/>
                      <a:lstStyle/>
                      <a:p>
                        <a:pPr marL="0" marR="0" lvl="0" indent="0" algn="ctr">
                          <a:lnSpc>
                            <a:spcPct val="100000"/>
                          </a:lnSpc>
                          <a:spcBef>
                            <a:spcPts val="0"/>
                          </a:spcBef>
                          <a:spcAft>
                            <a:spcPts val="0"/>
                          </a:spcAft>
                          <a:buNone/>
                        </a:pPr>
                        <a:r>
                          <a:rPr lang="fr-FR" sz="1100" b="1" u="none" strike="noStrike" cap="none" dirty="0">
                            <a:solidFill>
                              <a:srgbClr val="1A3D5D"/>
                            </a:solidFill>
                            <a:highlight>
                              <a:srgbClr val="FFFF00"/>
                            </a:highlight>
                            <a:latin typeface="Work Sans"/>
                          </a:rPr>
                          <a:t>XX XXX €</a:t>
                        </a:r>
                        <a:endParaRPr lang="fr-FR" sz="1100" b="1" u="none" strike="noStrike" cap="none" dirty="0">
                          <a:solidFill>
                            <a:srgbClr val="1A3D5D"/>
                          </a:solidFill>
                          <a:highlight>
                            <a:srgbClr val="FFFF00"/>
                          </a:highlight>
                          <a:latin typeface="Work Sans"/>
                          <a:sym typeface="Work Sans"/>
                        </a:endParaRPr>
                      </a:p>
                    </a:txBody>
                    <a:tcPr marL="36000" marR="36000" marT="36000" marB="36000">
                      <a:lnL w="9525" cap="flat" cmpd="sng" algn="ctr">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extLst>
                    <a:ext uri="{0D108BD9-81ED-4DB2-BD59-A6C34878D82A}">
                      <a16:rowId xmlns:a16="http://schemas.microsoft.com/office/drawing/2014/main" val="3057441712"/>
                    </a:ext>
                  </a:extLst>
                </a:tr>
              </a:tbl>
            </a:graphicData>
          </a:graphic>
        </p:graphicFrame>
        <p:sp>
          <p:nvSpPr>
            <p:cNvPr id="11" name="Google Shape;415;g347a0e3f15b_3_365">
              <a:extLst>
                <a:ext uri="{FF2B5EF4-FFF2-40B4-BE49-F238E27FC236}">
                  <a16:creationId xmlns:a16="http://schemas.microsoft.com/office/drawing/2014/main" id="{0D17BAFA-B975-6490-C910-BDCEBEC19615}"/>
                </a:ext>
              </a:extLst>
            </p:cNvPr>
            <p:cNvSpPr txBox="1"/>
            <p:nvPr/>
          </p:nvSpPr>
          <p:spPr>
            <a:xfrm>
              <a:off x="6471920" y="2699758"/>
              <a:ext cx="5080071" cy="1838125"/>
            </a:xfrm>
            <a:prstGeom prst="rect">
              <a:avLst/>
            </a:prstGeom>
            <a:solidFill>
              <a:srgbClr val="F2F2F2"/>
            </a:solidFill>
            <a:ln>
              <a:noFill/>
            </a:ln>
          </p:spPr>
          <p:txBody>
            <a:bodyPr spcFirstLastPara="1" wrap="square" lIns="91425" tIns="45700" rIns="91425" bIns="45700" anchor="ctr" anchorCtr="0">
              <a:noAutofit/>
            </a:bodyPr>
            <a:lstStyle/>
            <a:p>
              <a:pPr marL="0" marR="0" lvl="2" indent="0" algn="just" defTabSz="457200" rtl="0" eaLnBrk="1" fontAlgn="auto" latinLnBrk="0" hangingPunct="1">
                <a:lnSpc>
                  <a:spcPct val="133333"/>
                </a:lnSpc>
                <a:spcBef>
                  <a:spcPts val="0"/>
                </a:spcBef>
                <a:spcAft>
                  <a:spcPts val="0"/>
                </a:spcAft>
                <a:buClr>
                  <a:srgbClr val="7F7F7F"/>
                </a:buClr>
                <a:buSzPts val="900"/>
                <a:buFont typeface="Arial"/>
                <a:buNone/>
                <a:tabLst/>
                <a:defRPr/>
              </a:pPr>
              <a:r>
                <a:rPr kumimoji="0" lang="fr-FR" sz="1200" b="1" i="0" u="none" strike="noStrike" kern="1200" cap="none" spc="0" normalizeH="0" baseline="0" noProof="0" dirty="0">
                  <a:ln>
                    <a:noFill/>
                  </a:ln>
                  <a:solidFill>
                    <a:prstClr val="black"/>
                  </a:solidFill>
                  <a:effectLst/>
                  <a:uLnTx/>
                  <a:uFillTx/>
                  <a:latin typeface="Work Sans" pitchFamily="2" charset="0"/>
                  <a:ea typeface="Work Sans"/>
                  <a:cs typeface="Work Sans"/>
                  <a:sym typeface="Work Sans"/>
                </a:rPr>
                <a:t>Modalités de facturation</a:t>
              </a:r>
            </a:p>
            <a:p>
              <a:pPr marL="0" marR="0" lvl="2" indent="0" algn="just" defTabSz="457200" rtl="0" eaLnBrk="1" fontAlgn="auto" latinLnBrk="0" hangingPunct="1">
                <a:lnSpc>
                  <a:spcPct val="133333"/>
                </a:lnSpc>
                <a:spcBef>
                  <a:spcPts val="0"/>
                </a:spcBef>
                <a:spcAft>
                  <a:spcPts val="0"/>
                </a:spcAft>
                <a:buClr>
                  <a:srgbClr val="7F7F7F"/>
                </a:buClr>
                <a:buSzPts val="900"/>
                <a:buFont typeface="Arial"/>
                <a:buNone/>
                <a:tabLst/>
                <a:defRPr/>
              </a:pPr>
              <a:endParaRPr kumimoji="0" sz="1100" b="0" i="0" u="none" strike="noStrike" kern="1200" cap="none" spc="0" normalizeH="0" baseline="0" noProof="0" dirty="0">
                <a:ln>
                  <a:noFill/>
                </a:ln>
                <a:solidFill>
                  <a:srgbClr val="000000"/>
                </a:solidFill>
                <a:effectLst/>
                <a:uLnTx/>
                <a:uFillTx/>
                <a:latin typeface="Work Sans" pitchFamily="2" charset="0"/>
                <a:ea typeface="Work Sans"/>
                <a:cs typeface="Work Sans"/>
                <a:sym typeface="Work Sans"/>
              </a:endParaRPr>
            </a:p>
            <a:p>
              <a:pPr marL="0" marR="0" lvl="2" indent="-171450" algn="just" defTabSz="457200" rtl="0" eaLnBrk="1" fontAlgn="auto" latinLnBrk="0" hangingPunct="1">
                <a:lnSpc>
                  <a:spcPts val="1200"/>
                </a:lnSpc>
                <a:spcBef>
                  <a:spcPts val="0"/>
                </a:spcBef>
                <a:spcAft>
                  <a:spcPts val="564"/>
                </a:spcAft>
                <a:buClr>
                  <a:srgbClr val="7F7F7F"/>
                </a:buClr>
                <a:buSzTx/>
                <a:buFont typeface="Arial" panose="020B0604020202020204" pitchFamily="34" charset="0"/>
                <a:buChar char="•"/>
                <a:tabLst/>
                <a:defRPr/>
              </a:pPr>
              <a:r>
                <a:rPr kumimoji="0" lang="fr-CI" altLang="fr-FR" sz="1100" b="0" i="0" u="none" strike="noStrike" kern="1200" cap="none" spc="0" normalizeH="0" baseline="0" noProof="0" dirty="0">
                  <a:ln>
                    <a:noFill/>
                  </a:ln>
                  <a:solidFill>
                    <a:prstClr val="black"/>
                  </a:solidFill>
                  <a:effectLst/>
                  <a:uLnTx/>
                  <a:uFillTx/>
                  <a:latin typeface="Work Sans" panose="00000500000000000000" pitchFamily="2" charset="0"/>
                  <a:ea typeface="+mn-ea"/>
                  <a:cs typeface="Arial" panose="020B0604020202020204" pitchFamily="34" charset="0"/>
                </a:rPr>
                <a:t>Les honoraires estimés sont hors TVA et seront payables comme suit :</a:t>
              </a:r>
            </a:p>
            <a:p>
              <a:pPr marL="0" marR="0" lvl="2" indent="-171450" algn="just" defTabSz="457200" rtl="0" eaLnBrk="1" fontAlgn="auto" latinLnBrk="0" hangingPunct="1">
                <a:lnSpc>
                  <a:spcPts val="1200"/>
                </a:lnSpc>
                <a:spcBef>
                  <a:spcPts val="0"/>
                </a:spcBef>
                <a:spcAft>
                  <a:spcPts val="564"/>
                </a:spcAft>
                <a:buClr>
                  <a:srgbClr val="7F7F7F"/>
                </a:buClr>
                <a:buSzTx/>
                <a:buFont typeface="Arial" panose="020B0604020202020204" pitchFamily="34" charset="0"/>
                <a:buChar char="•"/>
                <a:tabLst/>
                <a:defRPr/>
              </a:pPr>
              <a:r>
                <a:rPr kumimoji="0" lang="fr-CI" altLang="fr-FR" sz="1100" b="0" i="0" u="none" strike="noStrike" kern="1200" cap="none" spc="0" normalizeH="0" baseline="0" noProof="0" dirty="0">
                  <a:ln>
                    <a:noFill/>
                  </a:ln>
                  <a:solidFill>
                    <a:prstClr val="black"/>
                  </a:solidFill>
                  <a:effectLst/>
                  <a:highlight>
                    <a:srgbClr val="FFFF00"/>
                  </a:highlight>
                  <a:uLnTx/>
                  <a:uFillTx/>
                  <a:latin typeface="Work Sans" panose="00000500000000000000" pitchFamily="2" charset="0"/>
                  <a:ea typeface="+mn-ea"/>
                  <a:cs typeface="Arial" panose="020B0604020202020204" pitchFamily="34" charset="0"/>
                </a:rPr>
                <a:t>40% d’avance au démarrage de la mission,</a:t>
              </a:r>
            </a:p>
            <a:p>
              <a:pPr marL="0" marR="0" lvl="2" indent="-171450" algn="just" defTabSz="457200" rtl="0" eaLnBrk="1" fontAlgn="auto" latinLnBrk="0" hangingPunct="1">
                <a:lnSpc>
                  <a:spcPts val="1200"/>
                </a:lnSpc>
                <a:spcBef>
                  <a:spcPts val="0"/>
                </a:spcBef>
                <a:spcAft>
                  <a:spcPts val="564"/>
                </a:spcAft>
                <a:buClr>
                  <a:srgbClr val="7F7F7F"/>
                </a:buClr>
                <a:buSzTx/>
                <a:buFont typeface="Arial" panose="020B0604020202020204" pitchFamily="34" charset="0"/>
                <a:buChar char="•"/>
                <a:tabLst/>
                <a:defRPr/>
              </a:pPr>
              <a:r>
                <a:rPr kumimoji="0" lang="fr-CI" altLang="fr-FR" sz="1100" b="0" i="0" u="none" strike="noStrike" kern="1200" cap="none" spc="0" normalizeH="0" baseline="0" noProof="0" dirty="0">
                  <a:ln>
                    <a:noFill/>
                  </a:ln>
                  <a:solidFill>
                    <a:prstClr val="black"/>
                  </a:solidFill>
                  <a:effectLst/>
                  <a:highlight>
                    <a:srgbClr val="FFFF00"/>
                  </a:highlight>
                  <a:uLnTx/>
                  <a:uFillTx/>
                  <a:latin typeface="Work Sans" panose="00000500000000000000" pitchFamily="2" charset="0"/>
                  <a:ea typeface="+mn-ea"/>
                  <a:cs typeface="Arial" panose="020B0604020202020204" pitchFamily="34" charset="0"/>
                </a:rPr>
                <a:t>40% après transmission après la phase de recette </a:t>
              </a:r>
            </a:p>
            <a:p>
              <a:pPr marL="0" marR="0" lvl="2" indent="-171450" algn="just" defTabSz="457200" rtl="0" eaLnBrk="1" fontAlgn="auto" latinLnBrk="0" hangingPunct="1">
                <a:lnSpc>
                  <a:spcPts val="1200"/>
                </a:lnSpc>
                <a:spcBef>
                  <a:spcPts val="0"/>
                </a:spcBef>
                <a:spcAft>
                  <a:spcPts val="564"/>
                </a:spcAft>
                <a:buClr>
                  <a:srgbClr val="7F7F7F"/>
                </a:buClr>
                <a:buSzTx/>
                <a:buFont typeface="Arial" panose="020B0604020202020204" pitchFamily="34" charset="0"/>
                <a:buChar char="•"/>
                <a:tabLst/>
                <a:defRPr/>
              </a:pPr>
              <a:r>
                <a:rPr kumimoji="0" lang="fr-CI" altLang="fr-FR" sz="1100" b="0" i="0" u="none" strike="noStrike" kern="1200" cap="none" spc="0" normalizeH="0" baseline="0" noProof="0" dirty="0">
                  <a:ln>
                    <a:noFill/>
                  </a:ln>
                  <a:solidFill>
                    <a:prstClr val="black"/>
                  </a:solidFill>
                  <a:effectLst/>
                  <a:highlight>
                    <a:srgbClr val="FFFF00"/>
                  </a:highlight>
                  <a:uLnTx/>
                  <a:uFillTx/>
                  <a:latin typeface="Work Sans" panose="00000500000000000000" pitchFamily="2" charset="0"/>
                  <a:ea typeface="+mn-ea"/>
                  <a:cs typeface="Arial" panose="020B0604020202020204" pitchFamily="34" charset="0"/>
                </a:rPr>
                <a:t>20% après remise de la version finale de l’outil.</a:t>
              </a:r>
            </a:p>
          </p:txBody>
        </p:sp>
      </p:grpSp>
      <p:sp>
        <p:nvSpPr>
          <p:cNvPr id="12" name="Google Shape;416;g347a0e3f15b_3_365">
            <a:extLst>
              <a:ext uri="{FF2B5EF4-FFF2-40B4-BE49-F238E27FC236}">
                <a16:creationId xmlns:a16="http://schemas.microsoft.com/office/drawing/2014/main" id="{3D4CF168-3F3B-3386-7E49-910F02B3BF32}"/>
              </a:ext>
            </a:extLst>
          </p:cNvPr>
          <p:cNvSpPr/>
          <p:nvPr/>
        </p:nvSpPr>
        <p:spPr>
          <a:xfrm>
            <a:off x="296244" y="5904166"/>
            <a:ext cx="8850000" cy="246300"/>
          </a:xfrm>
          <a:prstGeom prst="rect">
            <a:avLst/>
          </a:prstGeom>
          <a:noFill/>
          <a:ln>
            <a:noFill/>
          </a:ln>
        </p:spPr>
        <p:txBody>
          <a:bodyPr spcFirstLastPara="1" wrap="square" lIns="91425" tIns="45700" rIns="91425" bIns="45700" anchor="t" anchorCtr="0">
            <a:noAutofit/>
          </a:bodyPr>
          <a:lstStyle/>
          <a:p>
            <a:pPr marL="0" marR="0" lvl="1" indent="0" algn="l" defTabSz="457200" rtl="0" eaLnBrk="1" fontAlgn="auto" latinLnBrk="0" hangingPunct="1">
              <a:lnSpc>
                <a:spcPct val="120000"/>
              </a:lnSpc>
              <a:spcBef>
                <a:spcPts val="0"/>
              </a:spcBef>
              <a:spcAft>
                <a:spcPts val="0"/>
              </a:spcAft>
              <a:buClr>
                <a:srgbClr val="000000"/>
              </a:buClr>
              <a:buSzPts val="1000"/>
              <a:buFont typeface="Arial"/>
              <a:buNone/>
              <a:tabLst/>
              <a:defRPr/>
            </a:pPr>
            <a:r>
              <a:rPr kumimoji="0" lang="fr-FR" sz="1100" b="1" i="0" u="none" strike="noStrike" kern="1200" cap="none" spc="0" normalizeH="0" baseline="0" noProof="0" dirty="0">
                <a:ln>
                  <a:noFill/>
                </a:ln>
                <a:solidFill>
                  <a:prstClr val="black"/>
                </a:solidFill>
                <a:effectLst/>
                <a:uLnTx/>
                <a:uFillTx/>
                <a:latin typeface="Work Sans" pitchFamily="2" charset="0"/>
                <a:ea typeface="Work Sans"/>
                <a:cs typeface="Work Sans"/>
                <a:sym typeface="Work Sans"/>
              </a:rPr>
              <a:t>Tous nos engagements seront confirmés dans une lettre de mission.</a:t>
            </a:r>
            <a:endParaRPr kumimoji="0" lang="fr-FR" sz="1100" b="0" i="0" u="none" strike="noStrike" kern="1200" cap="none" spc="0" normalizeH="0" baseline="0" noProof="0" dirty="0">
              <a:ln>
                <a:noFill/>
              </a:ln>
              <a:solidFill>
                <a:srgbClr val="000000"/>
              </a:solidFill>
              <a:effectLst/>
              <a:uLnTx/>
              <a:uFillTx/>
              <a:latin typeface="Work Sans" pitchFamily="2" charset="0"/>
              <a:ea typeface="Work Sans"/>
              <a:cs typeface="Work Sans"/>
              <a:sym typeface="Work Sans"/>
            </a:endParaRPr>
          </a:p>
        </p:txBody>
      </p:sp>
      <p:sp>
        <p:nvSpPr>
          <p:cNvPr id="13" name="ZoneTexte 4">
            <a:extLst>
              <a:ext uri="{FF2B5EF4-FFF2-40B4-BE49-F238E27FC236}">
                <a16:creationId xmlns:a16="http://schemas.microsoft.com/office/drawing/2014/main" id="{71715385-628C-631A-B024-04C2ECCF28C9}"/>
              </a:ext>
            </a:extLst>
          </p:cNvPr>
          <p:cNvSpPr txBox="1"/>
          <p:nvPr/>
        </p:nvSpPr>
        <p:spPr>
          <a:xfrm>
            <a:off x="218861" y="181107"/>
            <a:ext cx="7728637" cy="523220"/>
          </a:xfrm>
          <a:prstGeom prst="rect">
            <a:avLst/>
          </a:prstGeom>
          <a:noFill/>
        </p:spPr>
        <p:txBody>
          <a:bodyPr wrap="square" rtlCol="0">
            <a:spAutoFit/>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kumimoji="0" lang="fr-CI" sz="2800" b="1" i="0" u="none" strike="noStrike" kern="1200" cap="none" spc="0" normalizeH="0" baseline="0" noProof="0" dirty="0">
                <a:ln>
                  <a:noFill/>
                </a:ln>
                <a:solidFill>
                  <a:srgbClr val="81C542"/>
                </a:solidFill>
                <a:effectLst/>
                <a:uLnTx/>
                <a:uFillTx/>
                <a:latin typeface="Work Sans" pitchFamily="2" charset="0"/>
                <a:ea typeface="+mn-ea"/>
                <a:cs typeface="+mn-cs"/>
              </a:rPr>
              <a:t>Nos Honoraires</a:t>
            </a:r>
            <a:endParaRPr kumimoji="0" lang="fr-CI" sz="2800" b="1" i="0" u="none" strike="noStrike" kern="1200" cap="none" spc="0" normalizeH="0" baseline="30000" noProof="0" dirty="0">
              <a:ln>
                <a:noFill/>
              </a:ln>
              <a:solidFill>
                <a:srgbClr val="81C542"/>
              </a:solidFill>
              <a:effectLst/>
              <a:uLnTx/>
              <a:uFillTx/>
              <a:latin typeface="Work Sans" pitchFamily="2" charset="0"/>
              <a:ea typeface="+mn-ea"/>
              <a:cs typeface="Rajdhani Bold" panose="02000000000000000000" pitchFamily="2" charset="0"/>
            </a:endParaRPr>
          </a:p>
        </p:txBody>
      </p:sp>
    </p:spTree>
    <p:extLst>
      <p:ext uri="{BB962C8B-B14F-4D97-AF65-F5344CB8AC3E}">
        <p14:creationId xmlns:p14="http://schemas.microsoft.com/office/powerpoint/2010/main" val="14723266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43D5D"/>
        </a:solidFill>
        <a:effectLst/>
      </p:bgPr>
    </p:bg>
    <p:spTree>
      <p:nvGrpSpPr>
        <p:cNvPr id="1" name=""/>
        <p:cNvGrpSpPr/>
        <p:nvPr/>
      </p:nvGrpSpPr>
      <p:grpSpPr>
        <a:xfrm>
          <a:off x="0" y="0"/>
          <a:ext cx="0" cy="0"/>
          <a:chOff x="0" y="0"/>
          <a:chExt cx="0" cy="0"/>
        </a:xfrm>
      </p:grpSpPr>
      <p:sp>
        <p:nvSpPr>
          <p:cNvPr id="2" name="Freeform 2"/>
          <p:cNvSpPr/>
          <p:nvPr/>
        </p:nvSpPr>
        <p:spPr>
          <a:xfrm>
            <a:off x="0" y="0"/>
            <a:ext cx="6502892" cy="6857102"/>
          </a:xfrm>
          <a:custGeom>
            <a:avLst/>
            <a:gdLst/>
            <a:ahLst/>
            <a:cxnLst/>
            <a:rect l="l" t="t" r="r" b="b"/>
            <a:pathLst>
              <a:path w="7560000" h="10692000">
                <a:moveTo>
                  <a:pt x="0" y="0"/>
                </a:moveTo>
                <a:lnTo>
                  <a:pt x="7560000" y="0"/>
                </a:lnTo>
                <a:lnTo>
                  <a:pt x="7560000" y="10692000"/>
                </a:lnTo>
                <a:lnTo>
                  <a:pt x="0" y="10692000"/>
                </a:lnTo>
                <a:lnTo>
                  <a:pt x="0" y="0"/>
                </a:lnTo>
                <a:close/>
              </a:path>
            </a:pathLst>
          </a:custGeom>
          <a:blipFill>
            <a:blip r:embed="rId2"/>
            <a:stretch>
              <a:fillRect l="-110931" r="-125803"/>
            </a:stretch>
          </a:blipFill>
        </p:spPr>
        <p:txBody>
          <a:bodyPr/>
          <a:lstStyle/>
          <a:p>
            <a:pPr marL="0" marR="0" lvl="0" indent="0" algn="l" defTabSz="586405" rtl="0" eaLnBrk="1" fontAlgn="auto" latinLnBrk="0" hangingPunct="1">
              <a:lnSpc>
                <a:spcPct val="100000"/>
              </a:lnSpc>
              <a:spcBef>
                <a:spcPts val="0"/>
              </a:spcBef>
              <a:spcAft>
                <a:spcPts val="0"/>
              </a:spcAft>
              <a:buClrTx/>
              <a:buSzTx/>
              <a:buFontTx/>
              <a:buNone/>
              <a:tabLst/>
              <a:defRPr/>
            </a:pPr>
            <a:endParaRPr kumimoji="0" lang="fr-FR" sz="1154" b="0" i="0" u="none" strike="noStrike" kern="1200" cap="none" spc="0" normalizeH="0" baseline="0" noProof="0">
              <a:ln>
                <a:noFill/>
              </a:ln>
              <a:solidFill>
                <a:prstClr val="black"/>
              </a:solidFill>
              <a:effectLst/>
              <a:uLnTx/>
              <a:uFillTx/>
              <a:latin typeface="Calibri"/>
              <a:ea typeface="+mn-ea"/>
              <a:cs typeface="+mn-cs"/>
            </a:endParaRPr>
          </a:p>
        </p:txBody>
      </p:sp>
      <p:grpSp>
        <p:nvGrpSpPr>
          <p:cNvPr id="3" name="Group 3"/>
          <p:cNvGrpSpPr/>
          <p:nvPr/>
        </p:nvGrpSpPr>
        <p:grpSpPr>
          <a:xfrm>
            <a:off x="4120310" y="2425924"/>
            <a:ext cx="3878765" cy="3159555"/>
            <a:chOff x="0" y="0"/>
            <a:chExt cx="1589204" cy="1294530"/>
          </a:xfrm>
        </p:grpSpPr>
        <p:sp>
          <p:nvSpPr>
            <p:cNvPr id="4" name="Freeform 4"/>
            <p:cNvSpPr/>
            <p:nvPr/>
          </p:nvSpPr>
          <p:spPr>
            <a:xfrm>
              <a:off x="0" y="0"/>
              <a:ext cx="1589204" cy="1294530"/>
            </a:xfrm>
            <a:custGeom>
              <a:avLst/>
              <a:gdLst/>
              <a:ahLst/>
              <a:cxnLst/>
              <a:rect l="l" t="t" r="r" b="b"/>
              <a:pathLst>
                <a:path w="1589204" h="1294530">
                  <a:moveTo>
                    <a:pt x="0" y="0"/>
                  </a:moveTo>
                  <a:lnTo>
                    <a:pt x="1589204" y="0"/>
                  </a:lnTo>
                  <a:lnTo>
                    <a:pt x="1589204" y="1294530"/>
                  </a:lnTo>
                  <a:lnTo>
                    <a:pt x="0" y="1294530"/>
                  </a:lnTo>
                  <a:close/>
                </a:path>
              </a:pathLst>
            </a:custGeom>
            <a:solidFill>
              <a:srgbClr val="120052">
                <a:alpha val="18824"/>
              </a:srgbClr>
            </a:solidFill>
          </p:spPr>
          <p:txBody>
            <a:bodyPr/>
            <a:lstStyle/>
            <a:p>
              <a:pPr marL="0" marR="0" lvl="0" indent="0" algn="l" defTabSz="586405" rtl="0" eaLnBrk="1" fontAlgn="auto" latinLnBrk="0" hangingPunct="1">
                <a:lnSpc>
                  <a:spcPct val="100000"/>
                </a:lnSpc>
                <a:spcBef>
                  <a:spcPts val="0"/>
                </a:spcBef>
                <a:spcAft>
                  <a:spcPts val="0"/>
                </a:spcAft>
                <a:buClrTx/>
                <a:buSzTx/>
                <a:buFontTx/>
                <a:buNone/>
                <a:tabLst/>
                <a:defRPr/>
              </a:pPr>
              <a:endParaRPr kumimoji="0" lang="fr-FR" sz="1154" b="0" i="0" u="none" strike="noStrike" kern="1200" cap="none" spc="0" normalizeH="0" baseline="0" noProof="0">
                <a:ln>
                  <a:noFill/>
                </a:ln>
                <a:solidFill>
                  <a:prstClr val="black"/>
                </a:solidFill>
                <a:effectLst/>
                <a:uLnTx/>
                <a:uFillTx/>
                <a:latin typeface="Calibri"/>
                <a:ea typeface="+mn-ea"/>
                <a:cs typeface="+mn-cs"/>
              </a:endParaRPr>
            </a:p>
          </p:txBody>
        </p:sp>
        <p:sp>
          <p:nvSpPr>
            <p:cNvPr id="5" name="TextBox 5"/>
            <p:cNvSpPr txBox="1"/>
            <p:nvPr/>
          </p:nvSpPr>
          <p:spPr>
            <a:xfrm>
              <a:off x="0" y="-9525"/>
              <a:ext cx="1589204" cy="1304055"/>
            </a:xfrm>
            <a:prstGeom prst="rect">
              <a:avLst/>
            </a:prstGeom>
          </p:spPr>
          <p:txBody>
            <a:bodyPr lIns="32580" tIns="32580" rIns="32580" bIns="32580" rtlCol="0" anchor="ctr"/>
            <a:lstStyle/>
            <a:p>
              <a:pPr marL="0" marR="0" lvl="0" indent="0" algn="ctr" defTabSz="586405" rtl="0" eaLnBrk="1" fontAlgn="auto" latinLnBrk="0" hangingPunct="1">
                <a:lnSpc>
                  <a:spcPts val="923"/>
                </a:lnSpc>
                <a:spcBef>
                  <a:spcPts val="0"/>
                </a:spcBef>
                <a:spcAft>
                  <a:spcPts val="0"/>
                </a:spcAft>
                <a:buClrTx/>
                <a:buSzTx/>
                <a:buFontTx/>
                <a:buNone/>
                <a:tabLst/>
                <a:defRPr/>
              </a:pPr>
              <a:endParaRPr kumimoji="0" sz="1154"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6" name="Group 6"/>
          <p:cNvGrpSpPr/>
          <p:nvPr/>
        </p:nvGrpSpPr>
        <p:grpSpPr>
          <a:xfrm>
            <a:off x="4120310" y="2349382"/>
            <a:ext cx="1454537" cy="76541"/>
            <a:chOff x="0" y="0"/>
            <a:chExt cx="812800" cy="42772"/>
          </a:xfrm>
        </p:grpSpPr>
        <p:sp>
          <p:nvSpPr>
            <p:cNvPr id="7" name="Freeform 7"/>
            <p:cNvSpPr/>
            <p:nvPr/>
          </p:nvSpPr>
          <p:spPr>
            <a:xfrm>
              <a:off x="0" y="0"/>
              <a:ext cx="812800" cy="42772"/>
            </a:xfrm>
            <a:custGeom>
              <a:avLst/>
              <a:gdLst/>
              <a:ahLst/>
              <a:cxnLst/>
              <a:rect l="l" t="t" r="r" b="b"/>
              <a:pathLst>
                <a:path w="812800" h="42772">
                  <a:moveTo>
                    <a:pt x="0" y="0"/>
                  </a:moveTo>
                  <a:lnTo>
                    <a:pt x="812800" y="0"/>
                  </a:lnTo>
                  <a:lnTo>
                    <a:pt x="812800" y="42772"/>
                  </a:lnTo>
                  <a:lnTo>
                    <a:pt x="0" y="42772"/>
                  </a:lnTo>
                  <a:close/>
                </a:path>
              </a:pathLst>
            </a:custGeom>
            <a:solidFill>
              <a:srgbClr val="85CC46"/>
            </a:solidFill>
          </p:spPr>
          <p:txBody>
            <a:bodyPr/>
            <a:lstStyle/>
            <a:p>
              <a:pPr marL="0" marR="0" lvl="0" indent="0" algn="l" defTabSz="586405" rtl="0" eaLnBrk="1" fontAlgn="auto" latinLnBrk="0" hangingPunct="1">
                <a:lnSpc>
                  <a:spcPct val="100000"/>
                </a:lnSpc>
                <a:spcBef>
                  <a:spcPts val="0"/>
                </a:spcBef>
                <a:spcAft>
                  <a:spcPts val="0"/>
                </a:spcAft>
                <a:buClrTx/>
                <a:buSzTx/>
                <a:buFontTx/>
                <a:buNone/>
                <a:tabLst/>
                <a:defRPr/>
              </a:pPr>
              <a:endParaRPr kumimoji="0" lang="fr-FR" sz="1154" b="0" i="0" u="none" strike="noStrike" kern="1200" cap="none" spc="0" normalizeH="0" baseline="0" noProof="0">
                <a:ln>
                  <a:noFill/>
                </a:ln>
                <a:solidFill>
                  <a:prstClr val="black"/>
                </a:solidFill>
                <a:effectLst/>
                <a:uLnTx/>
                <a:uFillTx/>
                <a:latin typeface="Calibri"/>
                <a:ea typeface="+mn-ea"/>
                <a:cs typeface="+mn-cs"/>
              </a:endParaRPr>
            </a:p>
          </p:txBody>
        </p:sp>
        <p:sp>
          <p:nvSpPr>
            <p:cNvPr id="8" name="TextBox 8"/>
            <p:cNvSpPr txBox="1"/>
            <p:nvPr/>
          </p:nvSpPr>
          <p:spPr>
            <a:xfrm>
              <a:off x="0" y="-9525"/>
              <a:ext cx="812800" cy="52297"/>
            </a:xfrm>
            <a:prstGeom prst="rect">
              <a:avLst/>
            </a:prstGeom>
          </p:spPr>
          <p:txBody>
            <a:bodyPr lIns="32580" tIns="32580" rIns="32580" bIns="32580" rtlCol="0" anchor="ctr"/>
            <a:lstStyle/>
            <a:p>
              <a:pPr marL="0" marR="0" lvl="0" indent="0" algn="ctr" defTabSz="586405" rtl="0" eaLnBrk="1" fontAlgn="auto" latinLnBrk="0" hangingPunct="1">
                <a:lnSpc>
                  <a:spcPts val="923"/>
                </a:lnSpc>
                <a:spcBef>
                  <a:spcPts val="0"/>
                </a:spcBef>
                <a:spcAft>
                  <a:spcPts val="0"/>
                </a:spcAft>
                <a:buClrTx/>
                <a:buSzTx/>
                <a:buFontTx/>
                <a:buNone/>
                <a:tabLst/>
                <a:defRPr/>
              </a:pPr>
              <a:endParaRPr kumimoji="0" sz="1154" b="0" i="0" u="none" strike="noStrike" kern="1200" cap="none" spc="0" normalizeH="0" baseline="0" noProof="0">
                <a:ln>
                  <a:noFill/>
                </a:ln>
                <a:solidFill>
                  <a:prstClr val="black"/>
                </a:solidFill>
                <a:effectLst/>
                <a:uLnTx/>
                <a:uFillTx/>
                <a:latin typeface="Calibri"/>
                <a:ea typeface="+mn-ea"/>
                <a:cs typeface="+mn-cs"/>
              </a:endParaRPr>
            </a:p>
          </p:txBody>
        </p:sp>
      </p:grpSp>
      <p:sp>
        <p:nvSpPr>
          <p:cNvPr id="9" name="Freeform 9"/>
          <p:cNvSpPr/>
          <p:nvPr/>
        </p:nvSpPr>
        <p:spPr>
          <a:xfrm rot="219088">
            <a:off x="7720510" y="-172364"/>
            <a:ext cx="4055944" cy="3296377"/>
          </a:xfrm>
          <a:custGeom>
            <a:avLst/>
            <a:gdLst/>
            <a:ahLst/>
            <a:cxnLst/>
            <a:rect l="l" t="t" r="r" b="b"/>
            <a:pathLst>
              <a:path w="6324269" h="5139906">
                <a:moveTo>
                  <a:pt x="0" y="0"/>
                </a:moveTo>
                <a:lnTo>
                  <a:pt x="6324270" y="0"/>
                </a:lnTo>
                <a:lnTo>
                  <a:pt x="6324270" y="5139906"/>
                </a:lnTo>
                <a:lnTo>
                  <a:pt x="0" y="513990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pPr marL="0" marR="0" lvl="0" indent="0" algn="l" defTabSz="586405" rtl="0" eaLnBrk="1" fontAlgn="auto" latinLnBrk="0" hangingPunct="1">
              <a:lnSpc>
                <a:spcPct val="100000"/>
              </a:lnSpc>
              <a:spcBef>
                <a:spcPts val="0"/>
              </a:spcBef>
              <a:spcAft>
                <a:spcPts val="0"/>
              </a:spcAft>
              <a:buClrTx/>
              <a:buSzTx/>
              <a:buFontTx/>
              <a:buNone/>
              <a:tabLst/>
              <a:defRPr/>
            </a:pPr>
            <a:endParaRPr kumimoji="0" lang="fr-FR" sz="1154" b="0" i="0" u="none" strike="noStrike" kern="1200" cap="none" spc="0" normalizeH="0" baseline="0" noProof="0">
              <a:ln>
                <a:noFill/>
              </a:ln>
              <a:solidFill>
                <a:prstClr val="black"/>
              </a:solidFill>
              <a:effectLst/>
              <a:uLnTx/>
              <a:uFillTx/>
              <a:latin typeface="Calibri"/>
              <a:ea typeface="+mn-ea"/>
              <a:cs typeface="+mn-cs"/>
            </a:endParaRPr>
          </a:p>
        </p:txBody>
      </p:sp>
      <p:sp>
        <p:nvSpPr>
          <p:cNvPr id="10" name="Freeform 10"/>
          <p:cNvSpPr/>
          <p:nvPr/>
        </p:nvSpPr>
        <p:spPr>
          <a:xfrm>
            <a:off x="9099745" y="647082"/>
            <a:ext cx="1297474" cy="1074647"/>
          </a:xfrm>
          <a:custGeom>
            <a:avLst/>
            <a:gdLst/>
            <a:ahLst/>
            <a:cxnLst/>
            <a:rect l="l" t="t" r="r" b="b"/>
            <a:pathLst>
              <a:path w="2023099" h="1675653">
                <a:moveTo>
                  <a:pt x="0" y="0"/>
                </a:moveTo>
                <a:lnTo>
                  <a:pt x="2023098" y="0"/>
                </a:lnTo>
                <a:lnTo>
                  <a:pt x="2023098" y="1675653"/>
                </a:lnTo>
                <a:lnTo>
                  <a:pt x="0" y="1675653"/>
                </a:lnTo>
                <a:lnTo>
                  <a:pt x="0" y="0"/>
                </a:lnTo>
                <a:close/>
              </a:path>
            </a:pathLst>
          </a:custGeom>
          <a:blipFill>
            <a:blip r:embed="rId5"/>
            <a:stretch>
              <a:fillRect/>
            </a:stretch>
          </a:blipFill>
        </p:spPr>
        <p:txBody>
          <a:bodyPr/>
          <a:lstStyle/>
          <a:p>
            <a:pPr marL="0" marR="0" lvl="0" indent="0" algn="l" defTabSz="586405" rtl="0" eaLnBrk="1" fontAlgn="auto" latinLnBrk="0" hangingPunct="1">
              <a:lnSpc>
                <a:spcPct val="100000"/>
              </a:lnSpc>
              <a:spcBef>
                <a:spcPts val="0"/>
              </a:spcBef>
              <a:spcAft>
                <a:spcPts val="0"/>
              </a:spcAft>
              <a:buClrTx/>
              <a:buSzTx/>
              <a:buFontTx/>
              <a:buNone/>
              <a:tabLst/>
              <a:defRPr/>
            </a:pPr>
            <a:endParaRPr kumimoji="0" lang="fr-FR" sz="1154" b="0" i="0" u="none" strike="noStrike" kern="1200" cap="none" spc="0" normalizeH="0" baseline="0" noProof="0">
              <a:ln>
                <a:noFill/>
              </a:ln>
              <a:solidFill>
                <a:prstClr val="black"/>
              </a:solidFill>
              <a:effectLst/>
              <a:uLnTx/>
              <a:uFillTx/>
              <a:latin typeface="Calibri"/>
              <a:ea typeface="+mn-ea"/>
              <a:cs typeface="+mn-cs"/>
            </a:endParaRPr>
          </a:p>
        </p:txBody>
      </p:sp>
      <p:sp>
        <p:nvSpPr>
          <p:cNvPr id="11" name="TextBox 11"/>
          <p:cNvSpPr txBox="1"/>
          <p:nvPr/>
        </p:nvSpPr>
        <p:spPr>
          <a:xfrm>
            <a:off x="4027447" y="4632500"/>
            <a:ext cx="2589794" cy="162865"/>
          </a:xfrm>
          <a:prstGeom prst="rect">
            <a:avLst/>
          </a:prstGeom>
        </p:spPr>
        <p:txBody>
          <a:bodyPr lIns="0" tIns="0" rIns="0" bIns="0" rtlCol="0" anchor="t">
            <a:spAutoFit/>
          </a:bodyPr>
          <a:lstStyle/>
          <a:p>
            <a:pPr marL="0" marR="0" lvl="0" indent="0" algn="ctr" defTabSz="586405" rtl="0" eaLnBrk="1" fontAlgn="auto" latinLnBrk="0" hangingPunct="1">
              <a:lnSpc>
                <a:spcPts val="1353"/>
              </a:lnSpc>
              <a:spcBef>
                <a:spcPts val="0"/>
              </a:spcBef>
              <a:spcAft>
                <a:spcPts val="0"/>
              </a:spcAft>
              <a:buClrTx/>
              <a:buSzTx/>
              <a:buFontTx/>
              <a:buNone/>
              <a:tabLst/>
              <a:defRPr/>
            </a:pPr>
            <a:r>
              <a:rPr kumimoji="0" lang="en-US" sz="966" b="0" i="0" u="none" strike="noStrike" kern="1200" cap="none" spc="0" normalizeH="0" baseline="0" noProof="0" dirty="0">
                <a:ln>
                  <a:noFill/>
                </a:ln>
                <a:solidFill>
                  <a:srgbClr val="7FC241"/>
                </a:solidFill>
                <a:effectLst/>
                <a:uLnTx/>
                <a:uFillTx/>
                <a:latin typeface="Hussar Bold"/>
                <a:ea typeface="Hussar Bold"/>
                <a:cs typeface="Hussar Bold"/>
                <a:sym typeface="Hussar Bold"/>
              </a:rPr>
              <a:t>ADRESSE GEOGRAPHIQUE</a:t>
            </a:r>
          </a:p>
        </p:txBody>
      </p:sp>
      <p:sp>
        <p:nvSpPr>
          <p:cNvPr id="12" name="TextBox 12"/>
          <p:cNvSpPr txBox="1"/>
          <p:nvPr/>
        </p:nvSpPr>
        <p:spPr>
          <a:xfrm>
            <a:off x="3672895" y="2594503"/>
            <a:ext cx="4863473" cy="397160"/>
          </a:xfrm>
          <a:prstGeom prst="rect">
            <a:avLst/>
          </a:prstGeom>
        </p:spPr>
        <p:txBody>
          <a:bodyPr lIns="0" tIns="0" rIns="0" bIns="0" rtlCol="0" anchor="t">
            <a:spAutoFit/>
          </a:bodyPr>
          <a:lstStyle/>
          <a:p>
            <a:pPr marL="0" marR="0" lvl="0" indent="0" algn="ctr" defTabSz="586405" rtl="0" eaLnBrk="1" fontAlgn="auto" latinLnBrk="0" hangingPunct="1">
              <a:lnSpc>
                <a:spcPts val="3360"/>
              </a:lnSpc>
              <a:spcBef>
                <a:spcPts val="0"/>
              </a:spcBef>
              <a:spcAft>
                <a:spcPts val="0"/>
              </a:spcAft>
              <a:buClrTx/>
              <a:buSzTx/>
              <a:buFontTx/>
              <a:buNone/>
              <a:tabLst/>
              <a:defRPr/>
            </a:pPr>
            <a:r>
              <a:rPr kumimoji="0" lang="en-US" sz="2400" b="0" i="0" u="none" strike="noStrike" kern="1200" cap="none" spc="0" normalizeH="0" baseline="0" noProof="0">
                <a:ln>
                  <a:noFill/>
                </a:ln>
                <a:solidFill>
                  <a:srgbClr val="7FC241"/>
                </a:solidFill>
                <a:effectLst/>
                <a:uLnTx/>
                <a:uFillTx/>
                <a:latin typeface="Hussar Bold"/>
                <a:ea typeface="Hussar Bold"/>
                <a:cs typeface="Hussar Bold"/>
                <a:sym typeface="Hussar Bold"/>
              </a:rPr>
              <a:t>CONTACTEZ NOUS !</a:t>
            </a:r>
          </a:p>
        </p:txBody>
      </p:sp>
      <p:sp>
        <p:nvSpPr>
          <p:cNvPr id="13" name="TextBox 13"/>
          <p:cNvSpPr txBox="1"/>
          <p:nvPr/>
        </p:nvSpPr>
        <p:spPr>
          <a:xfrm>
            <a:off x="4440885" y="3137331"/>
            <a:ext cx="3453421" cy="370101"/>
          </a:xfrm>
          <a:prstGeom prst="rect">
            <a:avLst/>
          </a:prstGeom>
        </p:spPr>
        <p:txBody>
          <a:bodyPr lIns="0" tIns="0" rIns="0" bIns="0" rtlCol="0" anchor="t">
            <a:spAutoFit/>
          </a:bodyPr>
          <a:lstStyle/>
          <a:p>
            <a:pPr marL="0" marR="0" lvl="0" indent="0" algn="ctr" defTabSz="586405" rtl="0" eaLnBrk="1" fontAlgn="auto" latinLnBrk="0" hangingPunct="1">
              <a:lnSpc>
                <a:spcPts val="1455"/>
              </a:lnSpc>
              <a:spcBef>
                <a:spcPts val="0"/>
              </a:spcBef>
              <a:spcAft>
                <a:spcPts val="0"/>
              </a:spcAft>
              <a:buClrTx/>
              <a:buSzTx/>
              <a:buFontTx/>
              <a:buNone/>
              <a:tabLst/>
              <a:defRPr/>
            </a:pPr>
            <a:r>
              <a:rPr kumimoji="0" lang="en-US" sz="1146" b="1" i="0" u="none" strike="noStrike" kern="1200" cap="none" spc="0" normalizeH="0" baseline="0" noProof="0">
                <a:ln>
                  <a:noFill/>
                </a:ln>
                <a:solidFill>
                  <a:srgbClr val="FFFFFF"/>
                </a:solidFill>
                <a:effectLst/>
                <a:uLnTx/>
                <a:uFillTx/>
                <a:latin typeface="Open Sans 1 Bold"/>
                <a:ea typeface="Open Sans 1 Bold"/>
                <a:cs typeface="Open Sans 1 Bold"/>
                <a:sym typeface="Open Sans 1 Bold"/>
              </a:rPr>
              <a:t>Rejoignez notre "Hub de possibilités", via les adresses suivantes: </a:t>
            </a:r>
          </a:p>
        </p:txBody>
      </p:sp>
      <p:sp>
        <p:nvSpPr>
          <p:cNvPr id="14" name="TextBox 14"/>
          <p:cNvSpPr txBox="1"/>
          <p:nvPr/>
        </p:nvSpPr>
        <p:spPr>
          <a:xfrm>
            <a:off x="5992354" y="3832791"/>
            <a:ext cx="1901952" cy="555217"/>
          </a:xfrm>
          <a:prstGeom prst="rect">
            <a:avLst/>
          </a:prstGeom>
        </p:spPr>
        <p:txBody>
          <a:bodyPr lIns="0" tIns="0" rIns="0" bIns="0" rtlCol="0" anchor="t">
            <a:spAutoFit/>
          </a:bodyPr>
          <a:lstStyle/>
          <a:p>
            <a:pPr marL="0" marR="0" lvl="0" indent="0" algn="r" defTabSz="586405" rtl="0" eaLnBrk="1" fontAlgn="auto" latinLnBrk="0" hangingPunct="1">
              <a:lnSpc>
                <a:spcPts val="1140"/>
              </a:lnSpc>
              <a:spcBef>
                <a:spcPts val="0"/>
              </a:spcBef>
              <a:spcAft>
                <a:spcPts val="0"/>
              </a:spcAft>
              <a:buClrTx/>
              <a:buSzTx/>
              <a:buFontTx/>
              <a:buNone/>
              <a:tabLst/>
              <a:defRPr/>
            </a:pPr>
            <a:r>
              <a:rPr kumimoji="0" lang="en-US" sz="898" b="1" i="0" u="none" strike="noStrike" kern="1200" cap="none" spc="0" normalizeH="0" baseline="0" noProof="0" dirty="0">
                <a:ln>
                  <a:noFill/>
                </a:ln>
                <a:solidFill>
                  <a:srgbClr val="FFFFFF"/>
                </a:solidFill>
                <a:effectLst/>
                <a:uLnTx/>
                <a:uFillTx/>
                <a:latin typeface="Open Sans 1 Bold"/>
                <a:ea typeface="Open Sans 1 Bold"/>
                <a:cs typeface="Open Sans 1 Bold"/>
                <a:sym typeface="Open Sans 1 Bold"/>
              </a:rPr>
              <a:t>Georges Yao-</a:t>
            </a:r>
            <a:r>
              <a:rPr kumimoji="0" lang="en-US" sz="898" b="1" i="0" u="none" strike="noStrike" kern="1200" cap="none" spc="0" normalizeH="0" baseline="0" noProof="0" dirty="0" err="1">
                <a:ln>
                  <a:noFill/>
                </a:ln>
                <a:solidFill>
                  <a:srgbClr val="FFFFFF"/>
                </a:solidFill>
                <a:effectLst/>
                <a:uLnTx/>
                <a:uFillTx/>
                <a:latin typeface="Open Sans 1 Bold"/>
                <a:ea typeface="Open Sans 1 Bold"/>
                <a:cs typeface="Open Sans 1 Bold"/>
                <a:sym typeface="Open Sans 1 Bold"/>
              </a:rPr>
              <a:t>Yao,Associé</a:t>
            </a:r>
            <a:endParaRPr kumimoji="0" lang="en-US" sz="898" b="1" i="0" u="none" strike="noStrike" kern="1200" cap="none" spc="0" normalizeH="0" baseline="0" noProof="0" dirty="0">
              <a:ln>
                <a:noFill/>
              </a:ln>
              <a:solidFill>
                <a:srgbClr val="FFFFFF"/>
              </a:solidFill>
              <a:effectLst/>
              <a:uLnTx/>
              <a:uFillTx/>
              <a:latin typeface="Open Sans 1 Bold"/>
              <a:ea typeface="Open Sans 1 Bold"/>
              <a:cs typeface="Open Sans 1 Bold"/>
              <a:sym typeface="Open Sans 1 Bold"/>
            </a:endParaRPr>
          </a:p>
          <a:p>
            <a:pPr marL="0" marR="0" lvl="0" indent="0" algn="r" defTabSz="586405" rtl="0" eaLnBrk="1" fontAlgn="auto" latinLnBrk="0" hangingPunct="1">
              <a:lnSpc>
                <a:spcPts val="1140"/>
              </a:lnSpc>
              <a:spcBef>
                <a:spcPts val="0"/>
              </a:spcBef>
              <a:spcAft>
                <a:spcPts val="0"/>
              </a:spcAft>
              <a:buClrTx/>
              <a:buSzTx/>
              <a:buFontTx/>
              <a:buNone/>
              <a:tabLst/>
              <a:defRPr/>
            </a:pPr>
            <a:r>
              <a:rPr kumimoji="0" lang="en-US" sz="898" b="1" i="0" u="none" strike="noStrike" kern="1200" cap="none" spc="0" normalizeH="0" baseline="0" noProof="0" dirty="0">
                <a:ln>
                  <a:noFill/>
                </a:ln>
                <a:solidFill>
                  <a:srgbClr val="4ADEDD"/>
                </a:solidFill>
                <a:effectLst/>
                <a:uLnTx/>
                <a:uFillTx/>
                <a:latin typeface="Open Sans 1 Bold"/>
                <a:ea typeface="Open Sans 1 Bold"/>
                <a:cs typeface="Open Sans 1 Bold"/>
                <a:sym typeface="Open Sans 1 Bold"/>
              </a:rPr>
              <a:t>georges.yaoyao@ycubeac.com</a:t>
            </a:r>
          </a:p>
          <a:p>
            <a:pPr marL="0" marR="0" lvl="0" indent="0" algn="r" defTabSz="586405" rtl="0" eaLnBrk="1" fontAlgn="auto" latinLnBrk="0" hangingPunct="1">
              <a:lnSpc>
                <a:spcPts val="1140"/>
              </a:lnSpc>
              <a:spcBef>
                <a:spcPts val="0"/>
              </a:spcBef>
              <a:spcAft>
                <a:spcPts val="0"/>
              </a:spcAft>
              <a:buClrTx/>
              <a:buSzTx/>
              <a:buFontTx/>
              <a:buNone/>
              <a:tabLst/>
              <a:defRPr/>
            </a:pPr>
            <a:r>
              <a:rPr kumimoji="0" lang="en-US" sz="898" b="1" i="0" u="none" strike="noStrike" kern="1200" cap="none" spc="0" normalizeH="0" baseline="0" noProof="0" dirty="0">
                <a:ln>
                  <a:noFill/>
                </a:ln>
                <a:solidFill>
                  <a:srgbClr val="4ADEDD"/>
                </a:solidFill>
                <a:effectLst/>
                <a:uLnTx/>
                <a:uFillTx/>
                <a:latin typeface="Open Sans 1 Bold"/>
                <a:ea typeface="Open Sans 1 Bold"/>
                <a:cs typeface="Open Sans 1 Bold"/>
                <a:sym typeface="Open Sans 1 Bold"/>
              </a:rPr>
              <a:t>(225) 05 46 00 63 93</a:t>
            </a:r>
          </a:p>
          <a:p>
            <a:pPr marL="0" marR="0" lvl="0" indent="0" algn="r" defTabSz="586405" rtl="0" eaLnBrk="1" fontAlgn="auto" latinLnBrk="0" hangingPunct="1">
              <a:lnSpc>
                <a:spcPts val="1140"/>
              </a:lnSpc>
              <a:spcBef>
                <a:spcPts val="0"/>
              </a:spcBef>
              <a:spcAft>
                <a:spcPts val="0"/>
              </a:spcAft>
              <a:buClrTx/>
              <a:buSzTx/>
              <a:buFontTx/>
              <a:buNone/>
              <a:tabLst/>
              <a:defRPr/>
            </a:pPr>
            <a:endParaRPr kumimoji="0" lang="en-US" sz="898" b="1" i="0" u="none" strike="noStrike" kern="1200" cap="none" spc="0" normalizeH="0" baseline="0" noProof="0" dirty="0">
              <a:ln>
                <a:noFill/>
              </a:ln>
              <a:solidFill>
                <a:srgbClr val="4ADEDD"/>
              </a:solidFill>
              <a:effectLst/>
              <a:uLnTx/>
              <a:uFillTx/>
              <a:latin typeface="Open Sans 1 Bold"/>
              <a:ea typeface="Open Sans 1 Bold"/>
              <a:cs typeface="Open Sans 1 Bold"/>
              <a:sym typeface="Open Sans 1 Bold"/>
            </a:endParaRPr>
          </a:p>
        </p:txBody>
      </p:sp>
      <p:sp>
        <p:nvSpPr>
          <p:cNvPr id="15" name="TextBox 15"/>
          <p:cNvSpPr txBox="1"/>
          <p:nvPr/>
        </p:nvSpPr>
        <p:spPr>
          <a:xfrm>
            <a:off x="4440885" y="4861767"/>
            <a:ext cx="2062007" cy="555217"/>
          </a:xfrm>
          <a:prstGeom prst="rect">
            <a:avLst/>
          </a:prstGeom>
        </p:spPr>
        <p:txBody>
          <a:bodyPr lIns="0" tIns="0" rIns="0" bIns="0" rtlCol="0" anchor="t">
            <a:spAutoFit/>
          </a:bodyPr>
          <a:lstStyle/>
          <a:p>
            <a:pPr marL="0" marR="0" lvl="0" indent="0" algn="just" defTabSz="586405" rtl="0" eaLnBrk="1" fontAlgn="auto" latinLnBrk="0" hangingPunct="1">
              <a:lnSpc>
                <a:spcPts val="1140"/>
              </a:lnSpc>
              <a:spcBef>
                <a:spcPts val="0"/>
              </a:spcBef>
              <a:spcAft>
                <a:spcPts val="0"/>
              </a:spcAft>
              <a:buClrTx/>
              <a:buSzTx/>
              <a:buFontTx/>
              <a:buNone/>
              <a:tabLst/>
              <a:defRPr/>
            </a:pPr>
            <a:r>
              <a:rPr kumimoji="0" lang="en-US" sz="898" b="1" i="0" u="none" strike="noStrike" kern="1200" cap="none" spc="0" normalizeH="0" baseline="0" noProof="0" dirty="0">
                <a:ln>
                  <a:noFill/>
                </a:ln>
                <a:solidFill>
                  <a:srgbClr val="FFFFFF"/>
                </a:solidFill>
                <a:effectLst/>
                <a:uLnTx/>
                <a:uFillTx/>
                <a:latin typeface="Open Sans 1 Bold"/>
                <a:ea typeface="Open Sans 1 Bold"/>
                <a:cs typeface="Open Sans 1 Bold"/>
                <a:sym typeface="Open Sans 1 Bold"/>
              </a:rPr>
              <a:t>Riviera Golf </a:t>
            </a:r>
            <a:r>
              <a:rPr kumimoji="0" lang="en-US" sz="898" b="1" i="0" u="none" strike="noStrike" kern="1200" cap="none" spc="0" normalizeH="0" baseline="0" noProof="0" dirty="0" err="1">
                <a:ln>
                  <a:noFill/>
                </a:ln>
                <a:solidFill>
                  <a:srgbClr val="FFFFFF"/>
                </a:solidFill>
                <a:effectLst/>
                <a:uLnTx/>
                <a:uFillTx/>
                <a:latin typeface="Open Sans 1 Bold"/>
                <a:ea typeface="Open Sans 1 Bold"/>
                <a:cs typeface="Open Sans 1 Bold"/>
                <a:sym typeface="Open Sans 1 Bold"/>
              </a:rPr>
              <a:t>Mafit</a:t>
            </a:r>
            <a:r>
              <a:rPr kumimoji="0" lang="en-US" sz="898" b="1" i="0" u="none" strike="noStrike" kern="1200" cap="none" spc="0" normalizeH="0" baseline="0" noProof="0" dirty="0">
                <a:ln>
                  <a:noFill/>
                </a:ln>
                <a:solidFill>
                  <a:srgbClr val="FFFFFF"/>
                </a:solidFill>
                <a:effectLst/>
                <a:uLnTx/>
                <a:uFillTx/>
                <a:latin typeface="Open Sans 1 Bold"/>
                <a:ea typeface="Open Sans 1 Bold"/>
                <a:cs typeface="Open Sans 1 Bold"/>
                <a:sym typeface="Open Sans 1 Bold"/>
              </a:rPr>
              <a:t> - </a:t>
            </a:r>
            <a:r>
              <a:rPr kumimoji="0" lang="en-US" sz="898" b="1" i="0" u="none" strike="noStrike" kern="1200" cap="none" spc="0" normalizeH="0" baseline="0" noProof="0" dirty="0" err="1">
                <a:ln>
                  <a:noFill/>
                </a:ln>
                <a:solidFill>
                  <a:srgbClr val="FFFFFF"/>
                </a:solidFill>
                <a:effectLst/>
                <a:uLnTx/>
                <a:uFillTx/>
                <a:latin typeface="Open Sans 1 Bold"/>
                <a:ea typeface="Open Sans 1 Bold"/>
                <a:cs typeface="Open Sans 1 Bold"/>
                <a:sym typeface="Open Sans 1 Bold"/>
              </a:rPr>
              <a:t>Immeuble</a:t>
            </a:r>
            <a:r>
              <a:rPr kumimoji="0" lang="en-US" sz="898" b="1" i="0" u="none" strike="noStrike" kern="1200" cap="none" spc="0" normalizeH="0" baseline="0" noProof="0" dirty="0">
                <a:ln>
                  <a:noFill/>
                </a:ln>
                <a:solidFill>
                  <a:srgbClr val="FFFFFF"/>
                </a:solidFill>
                <a:effectLst/>
                <a:uLnTx/>
                <a:uFillTx/>
                <a:latin typeface="Open Sans 1 Bold"/>
                <a:ea typeface="Open Sans 1 Bold"/>
                <a:cs typeface="Open Sans 1 Bold"/>
                <a:sym typeface="Open Sans 1 Bold"/>
              </a:rPr>
              <a:t> TIGA 3ème étage - Appartement 103 </a:t>
            </a:r>
          </a:p>
          <a:p>
            <a:pPr marL="0" marR="0" lvl="0" indent="0" algn="just" defTabSz="586405" rtl="0" eaLnBrk="1" fontAlgn="auto" latinLnBrk="0" hangingPunct="1">
              <a:lnSpc>
                <a:spcPts val="1140"/>
              </a:lnSpc>
              <a:spcBef>
                <a:spcPts val="0"/>
              </a:spcBef>
              <a:spcAft>
                <a:spcPts val="0"/>
              </a:spcAft>
              <a:buClrTx/>
              <a:buSzTx/>
              <a:buFontTx/>
              <a:buNone/>
              <a:tabLst/>
              <a:defRPr/>
            </a:pPr>
            <a:r>
              <a:rPr kumimoji="0" lang="en-US" sz="898" b="1" i="0" u="none" strike="noStrike" kern="1200" cap="none" spc="0" normalizeH="0" baseline="0" noProof="0" dirty="0">
                <a:ln>
                  <a:noFill/>
                </a:ln>
                <a:solidFill>
                  <a:srgbClr val="FFFFFF"/>
                </a:solidFill>
                <a:effectLst/>
                <a:uLnTx/>
                <a:uFillTx/>
                <a:latin typeface="Open Sans 1 Bold"/>
                <a:ea typeface="Open Sans 1 Bold"/>
                <a:cs typeface="Open Sans 1 Bold"/>
                <a:sym typeface="Open Sans 1 Bold"/>
              </a:rPr>
              <a:t>Abidjan- Côte d’Ivoire</a:t>
            </a:r>
          </a:p>
          <a:p>
            <a:pPr marL="0" marR="0" lvl="0" indent="0" algn="just" defTabSz="586405" rtl="0" eaLnBrk="1" fontAlgn="auto" latinLnBrk="0" hangingPunct="1">
              <a:lnSpc>
                <a:spcPts val="1140"/>
              </a:lnSpc>
              <a:spcBef>
                <a:spcPts val="0"/>
              </a:spcBef>
              <a:spcAft>
                <a:spcPts val="0"/>
              </a:spcAft>
              <a:buClrTx/>
              <a:buSzTx/>
              <a:buFontTx/>
              <a:buNone/>
              <a:tabLst/>
              <a:defRPr/>
            </a:pPr>
            <a:r>
              <a:rPr kumimoji="0" lang="en-US" sz="898" b="1" i="0" u="none" strike="noStrike" kern="1200" cap="none" spc="0" normalizeH="0" baseline="0" noProof="0" dirty="0">
                <a:ln>
                  <a:noFill/>
                </a:ln>
                <a:solidFill>
                  <a:srgbClr val="FFFFFF"/>
                </a:solidFill>
                <a:effectLst/>
                <a:uLnTx/>
                <a:uFillTx/>
                <a:latin typeface="Open Sans 1 Bold"/>
                <a:ea typeface="Open Sans 1 Bold"/>
                <a:cs typeface="Open Sans 1 Bold"/>
                <a:sym typeface="Open Sans 1 Bold"/>
              </a:rPr>
              <a:t>+225 27 22 23 05 26</a:t>
            </a:r>
          </a:p>
        </p:txBody>
      </p:sp>
      <p:sp>
        <p:nvSpPr>
          <p:cNvPr id="16" name="TextBox 16"/>
          <p:cNvSpPr txBox="1"/>
          <p:nvPr/>
        </p:nvSpPr>
        <p:spPr>
          <a:xfrm>
            <a:off x="4440885" y="3832791"/>
            <a:ext cx="1567954" cy="837345"/>
          </a:xfrm>
          <a:prstGeom prst="rect">
            <a:avLst/>
          </a:prstGeom>
        </p:spPr>
        <p:txBody>
          <a:bodyPr lIns="0" tIns="0" rIns="0" bIns="0" rtlCol="0" anchor="t">
            <a:spAutoFit/>
          </a:bodyPr>
          <a:lstStyle/>
          <a:p>
            <a:pPr marL="0" marR="0" lvl="0" indent="0" algn="just" defTabSz="586405" rtl="0" eaLnBrk="1" fontAlgn="auto" latinLnBrk="0" hangingPunct="1">
              <a:lnSpc>
                <a:spcPts val="1140"/>
              </a:lnSpc>
              <a:spcBef>
                <a:spcPts val="0"/>
              </a:spcBef>
              <a:spcAft>
                <a:spcPts val="0"/>
              </a:spcAft>
              <a:buClrTx/>
              <a:buSzTx/>
              <a:buFontTx/>
              <a:buNone/>
              <a:tabLst/>
              <a:defRPr/>
            </a:pPr>
            <a:r>
              <a:rPr kumimoji="0" lang="en-US" sz="898" b="1" i="0" u="none" strike="noStrike" kern="1200" cap="none" spc="0" normalizeH="0" baseline="0" noProof="0" dirty="0">
                <a:ln>
                  <a:noFill/>
                </a:ln>
                <a:solidFill>
                  <a:srgbClr val="FFFFFF"/>
                </a:solidFill>
                <a:effectLst/>
                <a:uLnTx/>
                <a:uFillTx/>
                <a:latin typeface="Open Sans 1 Bold"/>
                <a:ea typeface="Open Sans 1 Bold"/>
                <a:cs typeface="Open Sans 1 Bold"/>
                <a:sym typeface="Open Sans 1 Bold"/>
              </a:rPr>
              <a:t>Yves </a:t>
            </a:r>
            <a:r>
              <a:rPr kumimoji="0" lang="en-US" sz="898" b="1" i="0" u="none" strike="noStrike" kern="1200" cap="none" spc="0" normalizeH="0" baseline="0" noProof="0" dirty="0" err="1">
                <a:ln>
                  <a:noFill/>
                </a:ln>
                <a:solidFill>
                  <a:srgbClr val="FFFFFF"/>
                </a:solidFill>
                <a:effectLst/>
                <a:uLnTx/>
                <a:uFillTx/>
                <a:latin typeface="Open Sans 1 Bold"/>
                <a:ea typeface="Open Sans 1 Bold"/>
                <a:cs typeface="Open Sans 1 Bold"/>
                <a:sym typeface="Open Sans 1 Bold"/>
              </a:rPr>
              <a:t>Dodo,Associé</a:t>
            </a:r>
            <a:endParaRPr kumimoji="0" lang="en-US" sz="898" b="1" i="0" u="none" strike="noStrike" kern="1200" cap="none" spc="0" normalizeH="0" baseline="0" noProof="0" dirty="0">
              <a:ln>
                <a:noFill/>
              </a:ln>
              <a:solidFill>
                <a:srgbClr val="FFFFFF"/>
              </a:solidFill>
              <a:effectLst/>
              <a:uLnTx/>
              <a:uFillTx/>
              <a:latin typeface="Open Sans 1 Bold"/>
              <a:ea typeface="Open Sans 1 Bold"/>
              <a:cs typeface="Open Sans 1 Bold"/>
              <a:sym typeface="Open Sans 1 Bold"/>
            </a:endParaRPr>
          </a:p>
          <a:p>
            <a:pPr marL="0" marR="0" lvl="0" indent="0" algn="just" defTabSz="586405" rtl="0" eaLnBrk="1" fontAlgn="auto" latinLnBrk="0" hangingPunct="1">
              <a:lnSpc>
                <a:spcPts val="1140"/>
              </a:lnSpc>
              <a:spcBef>
                <a:spcPts val="0"/>
              </a:spcBef>
              <a:spcAft>
                <a:spcPts val="0"/>
              </a:spcAft>
              <a:buClrTx/>
              <a:buSzTx/>
              <a:buFontTx/>
              <a:buNone/>
              <a:tabLst/>
              <a:defRPr/>
            </a:pPr>
            <a:r>
              <a:rPr kumimoji="0" lang="en-US" sz="898" b="1" i="0" u="none" strike="noStrike" kern="1200" cap="none" spc="0" normalizeH="0" baseline="0" noProof="0" dirty="0">
                <a:ln>
                  <a:noFill/>
                </a:ln>
                <a:solidFill>
                  <a:srgbClr val="4ADEDD"/>
                </a:solidFill>
                <a:effectLst/>
                <a:uLnTx/>
                <a:uFillTx/>
                <a:latin typeface="Open Sans 1 Bold"/>
                <a:ea typeface="Open Sans 1 Bold"/>
                <a:cs typeface="Open Sans 1 Bold"/>
                <a:sym typeface="Open Sans 1 Bold"/>
              </a:rPr>
              <a:t>yves.dodo@ycubeac.com</a:t>
            </a:r>
          </a:p>
          <a:p>
            <a:pPr marL="0" marR="0" lvl="0" indent="0" algn="just" defTabSz="586405" rtl="0" eaLnBrk="1" fontAlgn="auto" latinLnBrk="0" hangingPunct="1">
              <a:lnSpc>
                <a:spcPts val="1140"/>
              </a:lnSpc>
              <a:spcBef>
                <a:spcPts val="0"/>
              </a:spcBef>
              <a:spcAft>
                <a:spcPts val="0"/>
              </a:spcAft>
              <a:buClrTx/>
              <a:buSzTx/>
              <a:buFontTx/>
              <a:buNone/>
              <a:tabLst/>
              <a:defRPr/>
            </a:pPr>
            <a:r>
              <a:rPr kumimoji="0" lang="en-US" sz="898" b="1" i="0" u="none" strike="noStrike" kern="1200" cap="none" spc="0" normalizeH="0" baseline="0" noProof="0" dirty="0">
                <a:ln>
                  <a:noFill/>
                </a:ln>
                <a:solidFill>
                  <a:srgbClr val="4ADEDD"/>
                </a:solidFill>
                <a:effectLst/>
                <a:uLnTx/>
                <a:uFillTx/>
                <a:latin typeface="Open Sans 1 Bold"/>
                <a:ea typeface="Open Sans 1 Bold"/>
                <a:cs typeface="Open Sans 1 Bold"/>
                <a:sym typeface="Open Sans 1 Bold"/>
              </a:rPr>
              <a:t>(225) 05 56 61 58 36</a:t>
            </a:r>
          </a:p>
          <a:p>
            <a:pPr marL="0" marR="0" lvl="0" indent="0" algn="just" defTabSz="586405" rtl="0" eaLnBrk="1" fontAlgn="auto" latinLnBrk="0" hangingPunct="1">
              <a:lnSpc>
                <a:spcPts val="1140"/>
              </a:lnSpc>
              <a:spcBef>
                <a:spcPts val="0"/>
              </a:spcBef>
              <a:spcAft>
                <a:spcPts val="0"/>
              </a:spcAft>
              <a:buClrTx/>
              <a:buSzTx/>
              <a:buFontTx/>
              <a:buNone/>
              <a:tabLst/>
              <a:defRPr/>
            </a:pPr>
            <a:endParaRPr kumimoji="0" lang="en-US" sz="898" b="1" i="0" u="none" strike="noStrike" kern="1200" cap="none" spc="0" normalizeH="0" baseline="0" noProof="0" dirty="0">
              <a:ln>
                <a:noFill/>
              </a:ln>
              <a:solidFill>
                <a:srgbClr val="4ADEDD"/>
              </a:solidFill>
              <a:effectLst/>
              <a:uLnTx/>
              <a:uFillTx/>
              <a:latin typeface="Open Sans 1 Bold"/>
              <a:ea typeface="Open Sans 1 Bold"/>
              <a:cs typeface="Open Sans 1 Bold"/>
              <a:sym typeface="Open Sans 1 Bold"/>
            </a:endParaRPr>
          </a:p>
          <a:p>
            <a:pPr marL="0" marR="0" lvl="0" indent="0" algn="just" defTabSz="586405" rtl="0" eaLnBrk="1" fontAlgn="auto" latinLnBrk="0" hangingPunct="1">
              <a:lnSpc>
                <a:spcPts val="1140"/>
              </a:lnSpc>
              <a:spcBef>
                <a:spcPts val="0"/>
              </a:spcBef>
              <a:spcAft>
                <a:spcPts val="0"/>
              </a:spcAft>
              <a:buClrTx/>
              <a:buSzTx/>
              <a:buFontTx/>
              <a:buNone/>
              <a:tabLst/>
              <a:defRPr/>
            </a:pPr>
            <a:endParaRPr kumimoji="0" lang="en-US" sz="898" b="1" i="0" u="none" strike="noStrike" kern="1200" cap="none" spc="0" normalizeH="0" baseline="0" noProof="0" dirty="0">
              <a:ln>
                <a:noFill/>
              </a:ln>
              <a:solidFill>
                <a:srgbClr val="4ADEDD"/>
              </a:solidFill>
              <a:effectLst/>
              <a:uLnTx/>
              <a:uFillTx/>
              <a:latin typeface="Open Sans 1 Bold"/>
              <a:ea typeface="Open Sans 1 Bold"/>
              <a:cs typeface="Open Sans 1 Bold"/>
              <a:sym typeface="Open Sans 1 Bold"/>
            </a:endParaRPr>
          </a:p>
          <a:p>
            <a:pPr marL="0" marR="0" lvl="0" indent="0" algn="just" defTabSz="586405" rtl="0" eaLnBrk="1" fontAlgn="auto" latinLnBrk="0" hangingPunct="1">
              <a:lnSpc>
                <a:spcPts val="1140"/>
              </a:lnSpc>
              <a:spcBef>
                <a:spcPts val="0"/>
              </a:spcBef>
              <a:spcAft>
                <a:spcPts val="0"/>
              </a:spcAft>
              <a:buClrTx/>
              <a:buSzTx/>
              <a:buFontTx/>
              <a:buNone/>
              <a:tabLst/>
              <a:defRPr/>
            </a:pPr>
            <a:endParaRPr kumimoji="0" lang="en-US" sz="898" b="1" i="0" u="none" strike="noStrike" kern="1200" cap="none" spc="0" normalizeH="0" baseline="0" noProof="0" dirty="0">
              <a:ln>
                <a:noFill/>
              </a:ln>
              <a:solidFill>
                <a:srgbClr val="4ADEDD"/>
              </a:solidFill>
              <a:effectLst/>
              <a:uLnTx/>
              <a:uFillTx/>
              <a:latin typeface="Open Sans 1 Bold"/>
              <a:ea typeface="Open Sans 1 Bold"/>
              <a:cs typeface="Open Sans 1 Bold"/>
              <a:sym typeface="Open Sans 1 Bold"/>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NUM" val="14"/>
</p:tagLst>
</file>

<file path=ppt/tags/tag2.xml><?xml version="1.0" encoding="utf-8"?>
<p:tagLst xmlns:a="http://schemas.openxmlformats.org/drawingml/2006/main" xmlns:r="http://schemas.openxmlformats.org/officeDocument/2006/relationships" xmlns:p="http://schemas.openxmlformats.org/presentationml/2006/main">
  <p:tag name="NUM" val="14"/>
</p:tagLst>
</file>

<file path=ppt/theme/theme1.xml><?xml version="1.0" encoding="utf-8"?>
<a:theme xmlns:a="http://schemas.openxmlformats.org/drawingml/2006/main" name="2_Thème Office">
  <a:themeElements>
    <a:clrScheme name="Thème 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Thème 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ERANOVE_Formation Controle Interne_Proposition Y3.potx  -  Dernier enregistrement par l’utilisateur" id="{40DE2074-7400-4CB1-BFE1-9FC8E84E029F}" vid="{8BA68578-53FA-4481-A092-6AB8D4A63C8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ERANOVE_Formation Controle Interne_Proposition Y3.potx  -  Dernier enregistrement par l’utilisateur" id="{40DE2074-7400-4CB1-BFE1-9FC8E84E029F}" vid="{58FAD65A-2D62-4E92-B98D-C83B8309E6BF}"/>
    </a:ext>
  </a:extLst>
</a:theme>
</file>

<file path=ppt/theme/theme3.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ERANOVE_Formation Controle Interne_Proposition Y3.potx  -  Dernier enregistrement par l’utilisateur" id="{40DE2074-7400-4CB1-BFE1-9FC8E84E029F}" vid="{FA132FBC-8DA3-4FB7-9908-78394800A6F6}"/>
    </a:ext>
  </a:extLst>
</a:theme>
</file>

<file path=ppt/theme/theme4.xml><?xml version="1.0" encoding="utf-8"?>
<a:theme xmlns:a="http://schemas.openxmlformats.org/drawingml/2006/main" name="Thème Office">
  <a:themeElements>
    <a:clrScheme name="Thème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hème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RANOVE_Formation Controle Interne_Proposition Y3.potx  -  Dernier enregistrement par l’utilisateur" id="{40DE2074-7400-4CB1-BFE1-9FC8E84E029F}" vid="{7FE6A6D7-920E-4CD2-A0D7-7664B2F3C23C}"/>
    </a:ext>
  </a:extLst>
</a:theme>
</file>

<file path=ppt/theme/theme5.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FPM_seminaire_propale</Template>
  <TotalTime>600</TotalTime>
  <Words>2902</Words>
  <Application>Microsoft Office PowerPoint</Application>
  <PresentationFormat>Grand écran</PresentationFormat>
  <Paragraphs>438</Paragraphs>
  <Slides>21</Slides>
  <Notes>9</Notes>
  <HiddenSlides>0</HiddenSlides>
  <MMClips>0</MMClips>
  <ScaleCrop>false</ScaleCrop>
  <HeadingPairs>
    <vt:vector size="6" baseType="variant">
      <vt:variant>
        <vt:lpstr>Polices utilisées</vt:lpstr>
      </vt:variant>
      <vt:variant>
        <vt:i4>14</vt:i4>
      </vt:variant>
      <vt:variant>
        <vt:lpstr>Thème</vt:lpstr>
      </vt:variant>
      <vt:variant>
        <vt:i4>4</vt:i4>
      </vt:variant>
      <vt:variant>
        <vt:lpstr>Titres des diapositives</vt:lpstr>
      </vt:variant>
      <vt:variant>
        <vt:i4>21</vt:i4>
      </vt:variant>
    </vt:vector>
  </HeadingPairs>
  <TitlesOfParts>
    <vt:vector size="39" baseType="lpstr">
      <vt:lpstr>Aptos</vt:lpstr>
      <vt:lpstr>Aptos Display</vt:lpstr>
      <vt:lpstr>Arial</vt:lpstr>
      <vt:lpstr>Calibri</vt:lpstr>
      <vt:lpstr>Calibri Light</vt:lpstr>
      <vt:lpstr>Hussar Bold</vt:lpstr>
      <vt:lpstr>Open Sans 1 Bold</vt:lpstr>
      <vt:lpstr>Open Sans 2</vt:lpstr>
      <vt:lpstr>Open Sans 2 Bold</vt:lpstr>
      <vt:lpstr>Verdana</vt:lpstr>
      <vt:lpstr>Wingdings</vt:lpstr>
      <vt:lpstr>Work Sans</vt:lpstr>
      <vt:lpstr>Work Sans</vt:lpstr>
      <vt:lpstr>Work Sans </vt:lpstr>
      <vt:lpstr>2_Thème Office</vt:lpstr>
      <vt:lpstr>Office Theme</vt:lpstr>
      <vt:lpstr>1_Office Theme</vt:lpstr>
      <vt:lpstr>Thème Office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Bintou ONGOIBA</dc:creator>
  <cp:lastModifiedBy>Bintou ONGOIBA</cp:lastModifiedBy>
  <cp:revision>4</cp:revision>
  <dcterms:created xsi:type="dcterms:W3CDTF">2026-03-17T10:15:10Z</dcterms:created>
  <dcterms:modified xsi:type="dcterms:W3CDTF">2026-03-18T11:53:22Z</dcterms:modified>
</cp:coreProperties>
</file>