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Réalisation d’une mission suivant les procédures convenues pour le compte d’Air Liquide CI </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|janvier 2024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22 janvier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Réalisation d’une mission suivant les procédures convenues pour le compte d’Air Liquide CI </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de procédures convenues pour le compte d’Air Liquide CI. Fort de notre expérience dans ce domaine, nous pensons être idéalement mieux placé pour vous apporter l’expertise nécessaire et vous assister dans le cadre de cette mission.</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sélectionnée selon les enjeux et les spécificités de cette mission; </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des acteurs de votre secteur d’activité.</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ainsi que l'indiquait notre rapport. Les procédures que nous mettrons en œuvre sont uniquement destinées à vous assister dans le cadre de cette mission.  </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Air Liquide est une entreprise française spécialisée dans la production et la distribution de gaz industriels et médicaux.</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Leader mondial des gaz, technologies et services pour l’industrie, la société opère dans différents secteurs d’activités à savoir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L’industrie pharmaceutique, les laboratoires et centres de recherche.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 Gaz et pétrole,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les mines et carrières,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l’Agro-alimentaire,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 fabrication métallique et construction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Ses activités s’étendent dans plusieurs pays africains tels que le Bénin, le Burkina Faso ou encore le Togo. Présente en Côte d’Ivoire depuis 1948, elle créé sa filiale ivoirienne en 1961.</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Dans le cadre de sa relation contractuelle avec Veolia, Air Liquide CI sollicite l’interne d’un cabinet d’expertise comptable à l’effet de constater, sur l’exercice 2023, les informations suivantes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vendues à Veolia,</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restées en stocks,</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vendues à des tiers.</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AIR LIQUIDE  : Ce que nous savons de vous en quelques mots </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conseils </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le conseil financier, le consulting , l’audit , l’expertise comptabilité </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en commissariat aux comptes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dans la durée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des sujets techniques complexes, à votre demande mais aussi spontanément, pour toutes les problématiques susceptibles de constituer un enjeu pour votre entité.</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non seulement basée sur notre expérience, mais aussi sur la compréhension de votre besoin.</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Nous fournirons durant la mission les livrables requis.</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Axelle AMANI</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Offre Technique</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nous vous proposons une méthodologie simple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Revue des comptes : stocks, ventes</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et restitutions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du dispositif de contrôle interne (processus et procédures, y compris)</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cadrage de la mission et cartographie des processus</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activités et définition de la cartographie des processus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du dispositif actuel de gestion des risques et contrôle interne</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la démarche </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l’identification des risques majeurs </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Réalisation de la synthèse et formalisation du dispositif de contrôle interne associé aux risques opérationnels</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Examens analytiques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de substance étendus sur les comptes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Confirmation directe des soldes auprès des tiers</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Déploiement d‘une équipe fortement motivée, expérimentée et ayant la capacité d'analyser les facteurs de risques.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problématiques sectorielles et justifiant d’une forte expérience.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métiers</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par des experts métiers capables de répondre aux objectifs assignés.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des sujets et une démarche rigoureuse.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de l’associé, mise en place d'une équipe dédiée, définition d'un planning en accord avec la société (réunion de lancement, points d'avancement réguliers, etc.)</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Axelle AMANI</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stagiaire, Axelle est diplômée du Diplôme Supérieur de Gestion et de Comptabilité de l’INTEC de Paris. </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Elle possède environ huit années d’expérience professionnelle dans le domaine de l’audit (gestion de projets à but non lucratif, transport, entreposage, manutention, grande distribution), de l’expertise comptable et du conseil dont cinq années à Deloitte. Au sein du cabinet, Axelle intervient principalement sur des missions de conseil et d’audit.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Axelle AMANI sera responsable de l’exécution des travaux sur le terrain.</a:t>
            </a:r>
            <a:endParaRPr/>
          </a:p>
          <a:p>
            <a:pPr indent="0" lvl="0" marL="0" marR="0" rtl="0" algn="just">
              <a:lnSpc>
                <a:spcPct val="100000"/>
              </a:lnSpc>
              <a:spcBef>
                <a:spcPts val="564"/>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du calendrier suppose que nous obtenions la pleine collaboration de la cible et de ses conseils.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dépendra de la qualité de l'information disponible. Si notre temps d'intervention devait excéder 15% du budget, nous vous tiendrions informés afin de revoir nos modalités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fonction du niveau de qualification requis par la nature et la complexité des travaux effectués et du temps passé. </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concernant la réalisation de la mission s'élèvent à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rédigé en français réunira l'ensemble des travaux réalisés et détaillera l'ensemble de nos conclusions.</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de la mission, cerner au mieux les dynamiques contextuelles ainsi que les attentes </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de l’intervention</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l’activité de l'entité</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la suite de nos travaux en termes de périmètre de tâches et de planning</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des risques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de réalisation du projet de cartographie des risques (Top Management, Equipe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et définition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Objectifs et stratégie de l'entité, Cartographie des processus, Données sur les activités et chiffres clés, Descriptif existant des activités, Documentation interne sur les processus et procédures,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et analyse de l’approche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Challenge de la cartographie des processus et validation</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contrôle interne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processus de contrôle interne et de gestion des risques : caractéristiques, structuration, choix de formalisation des dispositifs de contrôle interne et de gestion des risques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 l’objectif et l’utilisation des outils de gestion des risques et contrôle interne existants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des outils de gestion des risques (cartographie) et de contrôle interne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au sein de l'entité et d’un Comité de Pilotage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personnes à interviewer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avec l’équipe-projet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éventuelles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et de contrôle interne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Lancement, cadrage de la mission et cartographie des processus</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(objectifs) des processus majeurs de l’entité et les risques associés </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de risques (causes) et leurs conséquences potentielles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pour l’identification des risques majeurs (entretiens de 2-3h chacun, en s’appuyant notamment sur les informations recueillies dans le cadre des travaux précédents). Les diligences menées dans le cadre de la réalisation des entretiens concernent principalement l’identification des risques majeurs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et adaptation du guide d’entretien d’identification des risques majeur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dits « risques individuels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(traitement des prestations externes, erreurs volontaires ,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et des pistes d’indicateurs de suivi de risques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associé aux risques opérationnels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majeurs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 risques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Diagnostic du contrôle interne (y compris le Système d’Information)</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des comptes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une revue analytique annuelle des variations des comptes du bilan et du compte de résultat pour identifier d’éventuelles variations erratiques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Circulariser les tiers, le cas échéant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des tests substantifs sur les comptes en liaison avec les risques identifiés.</a:t>
            </a:r>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Revue des comptes concernés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A l’issue de nos travaux, nous délivrons nos synthèses et nous émettrons un rapport. </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l'intervention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documents ou éléments du contrôle interne de l'entité sur lesquels portent les procédures convenues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et la mention que celles-ci correspondent aux procédures convenues avec l'entité et ne constituent ni un audit ni un examen limité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Synthèse et restitution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le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de modification d’objectifs ou de périmètre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pour valider les choix structurants lors des différentes phases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les membres du comité pourront être sollicités en dehors des dates prévues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des consultants l’ensemble des moyens nécessaires pour la réalisation et le bon déroulement du projet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Documentation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d’entretiens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avec les différents intervenants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et affecter les ressources nécessaires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Etat d’avancement général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Allocation des ressources nécessaires au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Recommandations permettant d’améliorer la qualité, le délai ou le coût de réalisation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lors des différentes phases du projet</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Nous contacter </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